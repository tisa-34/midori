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67" r:id="rId12"/>
    <p:sldId id="279" r:id="rId13"/>
    <p:sldId id="268" r:id="rId14"/>
    <p:sldId id="269" r:id="rId15"/>
    <p:sldId id="271" r:id="rId16"/>
    <p:sldId id="281" r:id="rId17"/>
    <p:sldId id="280" r:id="rId18"/>
    <p:sldId id="282" r:id="rId19"/>
    <p:sldId id="283" r:id="rId20"/>
    <p:sldId id="273" r:id="rId21"/>
    <p:sldId id="274" r:id="rId22"/>
    <p:sldId id="275" r:id="rId23"/>
    <p:sldId id="276" r:id="rId24"/>
    <p:sldId id="277" r:id="rId25"/>
    <p:sldId id="278" r:id="rId26"/>
  </p:sldIdLst>
  <p:sldSz cx="18288000" cy="10287000"/>
  <p:notesSz cx="6858000" cy="9144000"/>
  <p:embeddedFontLst>
    <p:embeddedFont>
      <p:font typeface="Calibri" panose="020F0502020204030204" pitchFamily="34" charset="0"/>
      <p:regular r:id="rId28"/>
      <p:bold r:id="rId29"/>
      <p:italic r:id="rId30"/>
      <p:boldItalic r:id="rId31"/>
    </p:embeddedFont>
    <p:embeddedFont>
      <p:font typeface="Open Sans" panose="020B0606030504020204" pitchFamily="34" charset="0"/>
      <p:regular r:id="rId32"/>
      <p:bold r:id="rId33"/>
      <p:italic r:id="rId34"/>
      <p:boldItalic r:id="rId3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6" roundtripDataSignature="AMtx7mhjWJhAZV++kEeLlcc85AXvCmW6I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182" autoAdjust="0"/>
    <p:restoredTop sz="94660"/>
  </p:normalViewPr>
  <p:slideViewPr>
    <p:cSldViewPr snapToGrid="0">
      <p:cViewPr>
        <p:scale>
          <a:sx n="33" d="100"/>
          <a:sy n="33" d="100"/>
        </p:scale>
        <p:origin x="1200" y="32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font" Target="fonts/font7.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6.fntdata"/><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5.fntdata"/><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36" Type="http://customschemas.google.com/relationships/presentationmetadata" Target="meta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font" Target="fonts/font3.fntdata"/><Relationship Id="rId35" Type="http://schemas.openxmlformats.org/officeDocument/2006/relationships/font" Target="fonts/font8.fntdata"/><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9" name="Google Shape;9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4" name="Google Shape;144;p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6" name="Google Shape;166;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4" name="Google Shape;184;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4" name="Google Shape;214;p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8" name="Google Shape;228;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6" name="Google Shape;246;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3" name="Google Shape;283;p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4" name="Google Shape;304;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7"/>
        <p:cNvGrpSpPr/>
        <p:nvPr/>
      </p:nvGrpSpPr>
      <p:grpSpPr>
        <a:xfrm>
          <a:off x="0" y="0"/>
          <a:ext cx="0" cy="0"/>
          <a:chOff x="0" y="0"/>
          <a:chExt cx="0" cy="0"/>
        </a:xfrm>
      </p:grpSpPr>
      <p:sp>
        <p:nvSpPr>
          <p:cNvPr id="378" name="Google Shape;378;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79" name="Google Shape;379;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7">
          <a:extLst>
            <a:ext uri="{FF2B5EF4-FFF2-40B4-BE49-F238E27FC236}">
              <a16:creationId xmlns:a16="http://schemas.microsoft.com/office/drawing/2014/main" id="{836FEE5D-EE1C-EFE6-028D-2A9724D5C139}"/>
            </a:ext>
          </a:extLst>
        </p:cNvPr>
        <p:cNvGrpSpPr/>
        <p:nvPr/>
      </p:nvGrpSpPr>
      <p:grpSpPr>
        <a:xfrm>
          <a:off x="0" y="0"/>
          <a:ext cx="0" cy="0"/>
          <a:chOff x="0" y="0"/>
          <a:chExt cx="0" cy="0"/>
        </a:xfrm>
      </p:grpSpPr>
      <p:sp>
        <p:nvSpPr>
          <p:cNvPr id="378" name="Google Shape;378;p12:notes">
            <a:extLst>
              <a:ext uri="{FF2B5EF4-FFF2-40B4-BE49-F238E27FC236}">
                <a16:creationId xmlns:a16="http://schemas.microsoft.com/office/drawing/2014/main" id="{1FD1034E-4DFE-4BBB-564E-12F8D81400C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79" name="Google Shape;379;p12:notes">
            <a:extLst>
              <a:ext uri="{FF2B5EF4-FFF2-40B4-BE49-F238E27FC236}">
                <a16:creationId xmlns:a16="http://schemas.microsoft.com/office/drawing/2014/main" id="{BCC16C0C-18A6-CDC0-EFCB-70CFA4158A3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7818085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2"/>
        <p:cNvGrpSpPr/>
        <p:nvPr/>
      </p:nvGrpSpPr>
      <p:grpSpPr>
        <a:xfrm>
          <a:off x="0" y="0"/>
          <a:ext cx="0" cy="0"/>
          <a:chOff x="0" y="0"/>
          <a:chExt cx="0" cy="0"/>
        </a:xfrm>
      </p:grpSpPr>
      <p:sp>
        <p:nvSpPr>
          <p:cNvPr id="433" name="Google Shape;433;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34" name="Google Shape;434;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3"/>
        <p:cNvGrpSpPr/>
        <p:nvPr/>
      </p:nvGrpSpPr>
      <p:grpSpPr>
        <a:xfrm>
          <a:off x="0" y="0"/>
          <a:ext cx="0" cy="0"/>
          <a:chOff x="0" y="0"/>
          <a:chExt cx="0" cy="0"/>
        </a:xfrm>
      </p:grpSpPr>
      <p:sp>
        <p:nvSpPr>
          <p:cNvPr id="454" name="Google Shape;454;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55" name="Google Shape;455;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9"/>
        <p:cNvGrpSpPr/>
        <p:nvPr/>
      </p:nvGrpSpPr>
      <p:grpSpPr>
        <a:xfrm>
          <a:off x="0" y="0"/>
          <a:ext cx="0" cy="0"/>
          <a:chOff x="0" y="0"/>
          <a:chExt cx="0" cy="0"/>
        </a:xfrm>
      </p:grpSpPr>
      <p:sp>
        <p:nvSpPr>
          <p:cNvPr id="490" name="Google Shape;490;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91" name="Google Shape;491;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9"/>
        <p:cNvGrpSpPr/>
        <p:nvPr/>
      </p:nvGrpSpPr>
      <p:grpSpPr>
        <a:xfrm>
          <a:off x="0" y="0"/>
          <a:ext cx="0" cy="0"/>
          <a:chOff x="0" y="0"/>
          <a:chExt cx="0" cy="0"/>
        </a:xfrm>
      </p:grpSpPr>
      <p:sp>
        <p:nvSpPr>
          <p:cNvPr id="490" name="Google Shape;490;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91" name="Google Shape;491;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0471259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9"/>
        <p:cNvGrpSpPr/>
        <p:nvPr/>
      </p:nvGrpSpPr>
      <p:grpSpPr>
        <a:xfrm>
          <a:off x="0" y="0"/>
          <a:ext cx="0" cy="0"/>
          <a:chOff x="0" y="0"/>
          <a:chExt cx="0" cy="0"/>
        </a:xfrm>
      </p:grpSpPr>
      <p:sp>
        <p:nvSpPr>
          <p:cNvPr id="490" name="Google Shape;490;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91" name="Google Shape;491;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161253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9"/>
        <p:cNvGrpSpPr/>
        <p:nvPr/>
      </p:nvGrpSpPr>
      <p:grpSpPr>
        <a:xfrm>
          <a:off x="0" y="0"/>
          <a:ext cx="0" cy="0"/>
          <a:chOff x="0" y="0"/>
          <a:chExt cx="0" cy="0"/>
        </a:xfrm>
      </p:grpSpPr>
      <p:sp>
        <p:nvSpPr>
          <p:cNvPr id="490" name="Google Shape;490;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91" name="Google Shape;491;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7664589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9"/>
        <p:cNvGrpSpPr/>
        <p:nvPr/>
      </p:nvGrpSpPr>
      <p:grpSpPr>
        <a:xfrm>
          <a:off x="0" y="0"/>
          <a:ext cx="0" cy="0"/>
          <a:chOff x="0" y="0"/>
          <a:chExt cx="0" cy="0"/>
        </a:xfrm>
      </p:grpSpPr>
      <p:sp>
        <p:nvSpPr>
          <p:cNvPr id="490" name="Google Shape;490;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91" name="Google Shape;491;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3391533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2"/>
        <p:cNvGrpSpPr/>
        <p:nvPr/>
      </p:nvGrpSpPr>
      <p:grpSpPr>
        <a:xfrm>
          <a:off x="0" y="0"/>
          <a:ext cx="0" cy="0"/>
          <a:chOff x="0" y="0"/>
          <a:chExt cx="0" cy="0"/>
        </a:xfrm>
      </p:grpSpPr>
      <p:sp>
        <p:nvSpPr>
          <p:cNvPr id="523" name="Google Shape;523;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24" name="Google Shape;524;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0"/>
        <p:cNvGrpSpPr/>
        <p:nvPr/>
      </p:nvGrpSpPr>
      <p:grpSpPr>
        <a:xfrm>
          <a:off x="0" y="0"/>
          <a:ext cx="0" cy="0"/>
          <a:chOff x="0" y="0"/>
          <a:chExt cx="0" cy="0"/>
        </a:xfrm>
      </p:grpSpPr>
      <p:sp>
        <p:nvSpPr>
          <p:cNvPr id="541" name="Google Shape;541;p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42" name="Google Shape;542;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8"/>
        <p:cNvGrpSpPr/>
        <p:nvPr/>
      </p:nvGrpSpPr>
      <p:grpSpPr>
        <a:xfrm>
          <a:off x="0" y="0"/>
          <a:ext cx="0" cy="0"/>
          <a:chOff x="0" y="0"/>
          <a:chExt cx="0" cy="0"/>
        </a:xfrm>
      </p:grpSpPr>
      <p:sp>
        <p:nvSpPr>
          <p:cNvPr id="559" name="Google Shape;559;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60" name="Google Shape;560;p2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6"/>
        <p:cNvGrpSpPr/>
        <p:nvPr/>
      </p:nvGrpSpPr>
      <p:grpSpPr>
        <a:xfrm>
          <a:off x="0" y="0"/>
          <a:ext cx="0" cy="0"/>
          <a:chOff x="0" y="0"/>
          <a:chExt cx="0" cy="0"/>
        </a:xfrm>
      </p:grpSpPr>
      <p:sp>
        <p:nvSpPr>
          <p:cNvPr id="577" name="Google Shape;577;p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78" name="Google Shape;578;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4"/>
        <p:cNvGrpSpPr/>
        <p:nvPr/>
      </p:nvGrpSpPr>
      <p:grpSpPr>
        <a:xfrm>
          <a:off x="0" y="0"/>
          <a:ext cx="0" cy="0"/>
          <a:chOff x="0" y="0"/>
          <a:chExt cx="0" cy="0"/>
        </a:xfrm>
      </p:grpSpPr>
      <p:sp>
        <p:nvSpPr>
          <p:cNvPr id="595" name="Google Shape;595;p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96" name="Google Shape;596;p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3"/>
        <p:cNvGrpSpPr/>
        <p:nvPr/>
      </p:nvGrpSpPr>
      <p:grpSpPr>
        <a:xfrm>
          <a:off x="0" y="0"/>
          <a:ext cx="0" cy="0"/>
          <a:chOff x="0" y="0"/>
          <a:chExt cx="0" cy="0"/>
        </a:xfrm>
      </p:grpSpPr>
      <p:sp>
        <p:nvSpPr>
          <p:cNvPr id="614" name="Google Shape;614;p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15" name="Google Shape;615;p2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26"/>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26"/>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2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2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2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2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27"/>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2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2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2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28"/>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28"/>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2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2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2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2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29"/>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29"/>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2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2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2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3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30"/>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30"/>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30"/>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30"/>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3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3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3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3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3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3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3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32"/>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32"/>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32"/>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3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3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3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3"/>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3"/>
          <p:cNvSpPr>
            <a:spLocks noGrp="1"/>
          </p:cNvSpPr>
          <p:nvPr>
            <p:ph type="pic" idx="2"/>
          </p:nvPr>
        </p:nvSpPr>
        <p:spPr>
          <a:xfrm>
            <a:off x="1792288" y="612775"/>
            <a:ext cx="5486400" cy="4114800"/>
          </a:xfrm>
          <a:prstGeom prst="rect">
            <a:avLst/>
          </a:prstGeom>
          <a:noFill/>
          <a:ln>
            <a:noFill/>
          </a:ln>
        </p:spPr>
      </p:sp>
      <p:sp>
        <p:nvSpPr>
          <p:cNvPr id="64" name="Google Shape;64;p33"/>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3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4"/>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3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5"/>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5"/>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3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2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3.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3.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8.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0.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2.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3.png"/><Relationship Id="rId4" Type="http://schemas.openxmlformats.org/officeDocument/2006/relationships/image" Target="../media/image2.png"/></Relationships>
</file>

<file path=ppt/slides/_rels/slide24.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image" Target="../media/image9.png"/><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3.png"/><Relationship Id="rId4" Type="http://schemas.openxmlformats.org/officeDocument/2006/relationships/image" Target="../media/image2.png"/></Relationships>
</file>

<file path=ppt/slides/_rels/slide2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5.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16609" b="-16608"/>
            </a:stretch>
          </a:blipFill>
          <a:ln>
            <a:noFill/>
          </a:ln>
        </p:spPr>
      </p:sp>
      <p:sp>
        <p:nvSpPr>
          <p:cNvPr id="85" name="Google Shape;85;p1"/>
          <p:cNvSpPr/>
          <p:nvPr/>
        </p:nvSpPr>
        <p:spPr>
          <a:xfrm>
            <a:off x="16511283" y="8407075"/>
            <a:ext cx="1776717" cy="1819729"/>
          </a:xfrm>
          <a:custGeom>
            <a:avLst/>
            <a:gdLst/>
            <a:ahLst/>
            <a:cxnLst/>
            <a:rect l="l" t="t" r="r" b="b"/>
            <a:pathLst>
              <a:path w="1776717" h="1819729" extrusionOk="0">
                <a:moveTo>
                  <a:pt x="0" y="0"/>
                </a:moveTo>
                <a:lnTo>
                  <a:pt x="1776717" y="0"/>
                </a:lnTo>
                <a:lnTo>
                  <a:pt x="1776717" y="1819730"/>
                </a:lnTo>
                <a:lnTo>
                  <a:pt x="0" y="1819730"/>
                </a:lnTo>
                <a:lnTo>
                  <a:pt x="0" y="0"/>
                </a:lnTo>
                <a:close/>
              </a:path>
            </a:pathLst>
          </a:custGeom>
          <a:blipFill rotWithShape="1">
            <a:blip r:embed="rId4">
              <a:alphaModFix/>
            </a:blip>
            <a:stretch>
              <a:fillRect/>
            </a:stretch>
          </a:blipFill>
          <a:ln>
            <a:noFill/>
          </a:ln>
        </p:spPr>
      </p:sp>
      <p:sp>
        <p:nvSpPr>
          <p:cNvPr id="86" name="Google Shape;86;p1"/>
          <p:cNvSpPr/>
          <p:nvPr/>
        </p:nvSpPr>
        <p:spPr>
          <a:xfrm>
            <a:off x="14974605" y="-480817"/>
            <a:ext cx="3780600" cy="3753105"/>
          </a:xfrm>
          <a:custGeom>
            <a:avLst/>
            <a:gdLst/>
            <a:ahLst/>
            <a:cxnLst/>
            <a:rect l="l" t="t" r="r" b="b"/>
            <a:pathLst>
              <a:path w="3780600" h="3753105" extrusionOk="0">
                <a:moveTo>
                  <a:pt x="0" y="0"/>
                </a:moveTo>
                <a:lnTo>
                  <a:pt x="3780600" y="0"/>
                </a:lnTo>
                <a:lnTo>
                  <a:pt x="3780600" y="3753105"/>
                </a:lnTo>
                <a:lnTo>
                  <a:pt x="0" y="3753105"/>
                </a:lnTo>
                <a:lnTo>
                  <a:pt x="0" y="0"/>
                </a:lnTo>
                <a:close/>
              </a:path>
            </a:pathLst>
          </a:custGeom>
          <a:blipFill rotWithShape="1">
            <a:blip r:embed="rId5">
              <a:alphaModFix/>
            </a:blip>
            <a:stretch>
              <a:fillRect/>
            </a:stretch>
          </a:blipFill>
          <a:ln>
            <a:noFill/>
          </a:ln>
        </p:spPr>
      </p:sp>
      <p:sp>
        <p:nvSpPr>
          <p:cNvPr id="87" name="Google Shape;87;p1"/>
          <p:cNvSpPr/>
          <p:nvPr/>
        </p:nvSpPr>
        <p:spPr>
          <a:xfrm rot="10800000" flipH="1">
            <a:off x="16511283" y="0"/>
            <a:ext cx="1776717" cy="1819729"/>
          </a:xfrm>
          <a:custGeom>
            <a:avLst/>
            <a:gdLst/>
            <a:ahLst/>
            <a:cxnLst/>
            <a:rect l="l" t="t" r="r" b="b"/>
            <a:pathLst>
              <a:path w="1776717" h="1819729" extrusionOk="0">
                <a:moveTo>
                  <a:pt x="0" y="1819729"/>
                </a:moveTo>
                <a:lnTo>
                  <a:pt x="1776717" y="1819729"/>
                </a:lnTo>
                <a:lnTo>
                  <a:pt x="1776717" y="0"/>
                </a:lnTo>
                <a:lnTo>
                  <a:pt x="0" y="0"/>
                </a:lnTo>
                <a:lnTo>
                  <a:pt x="0" y="1819729"/>
                </a:lnTo>
                <a:close/>
              </a:path>
            </a:pathLst>
          </a:custGeom>
          <a:blipFill rotWithShape="1">
            <a:blip r:embed="rId4">
              <a:alphaModFix/>
            </a:blip>
            <a:stretch>
              <a:fillRect/>
            </a:stretch>
          </a:blipFill>
          <a:ln>
            <a:noFill/>
          </a:ln>
        </p:spPr>
      </p:sp>
      <p:sp>
        <p:nvSpPr>
          <p:cNvPr id="88" name="Google Shape;88;p1"/>
          <p:cNvSpPr/>
          <p:nvPr/>
        </p:nvSpPr>
        <p:spPr>
          <a:xfrm rot="10800000">
            <a:off x="0" y="0"/>
            <a:ext cx="1776717" cy="1819729"/>
          </a:xfrm>
          <a:custGeom>
            <a:avLst/>
            <a:gdLst/>
            <a:ahLst/>
            <a:cxnLst/>
            <a:rect l="l" t="t" r="r" b="b"/>
            <a:pathLst>
              <a:path w="1776717" h="1819729" extrusionOk="0">
                <a:moveTo>
                  <a:pt x="1776717" y="1819729"/>
                </a:moveTo>
                <a:lnTo>
                  <a:pt x="0" y="1819729"/>
                </a:lnTo>
                <a:lnTo>
                  <a:pt x="0" y="0"/>
                </a:lnTo>
                <a:lnTo>
                  <a:pt x="1776717" y="0"/>
                </a:lnTo>
                <a:lnTo>
                  <a:pt x="1776717" y="1819729"/>
                </a:lnTo>
                <a:close/>
              </a:path>
            </a:pathLst>
          </a:custGeom>
          <a:blipFill rotWithShape="1">
            <a:blip r:embed="rId4">
              <a:alphaModFix/>
            </a:blip>
            <a:stretch>
              <a:fillRect/>
            </a:stretch>
          </a:blipFill>
          <a:ln>
            <a:noFill/>
          </a:ln>
        </p:spPr>
      </p:sp>
      <p:sp>
        <p:nvSpPr>
          <p:cNvPr id="89" name="Google Shape;89;p1"/>
          <p:cNvSpPr/>
          <p:nvPr/>
        </p:nvSpPr>
        <p:spPr>
          <a:xfrm rot="10800000" flipH="1">
            <a:off x="-429105" y="6828898"/>
            <a:ext cx="3950064" cy="3921336"/>
          </a:xfrm>
          <a:custGeom>
            <a:avLst/>
            <a:gdLst/>
            <a:ahLst/>
            <a:cxnLst/>
            <a:rect l="l" t="t" r="r" b="b"/>
            <a:pathLst>
              <a:path w="3950064" h="3921336" extrusionOk="0">
                <a:moveTo>
                  <a:pt x="0" y="3921336"/>
                </a:moveTo>
                <a:lnTo>
                  <a:pt x="3950064" y="3921336"/>
                </a:lnTo>
                <a:lnTo>
                  <a:pt x="3950064" y="0"/>
                </a:lnTo>
                <a:lnTo>
                  <a:pt x="0" y="0"/>
                </a:lnTo>
                <a:lnTo>
                  <a:pt x="0" y="3921336"/>
                </a:lnTo>
                <a:close/>
              </a:path>
            </a:pathLst>
          </a:custGeom>
          <a:blipFill rotWithShape="1">
            <a:blip r:embed="rId5">
              <a:alphaModFix/>
            </a:blip>
            <a:stretch>
              <a:fillRect/>
            </a:stretch>
          </a:blipFill>
          <a:ln>
            <a:noFill/>
          </a:ln>
        </p:spPr>
      </p:sp>
      <p:sp>
        <p:nvSpPr>
          <p:cNvPr id="90" name="Google Shape;90;p1"/>
          <p:cNvSpPr/>
          <p:nvPr/>
        </p:nvSpPr>
        <p:spPr>
          <a:xfrm flipH="1">
            <a:off x="0" y="8467271"/>
            <a:ext cx="1776717" cy="1819729"/>
          </a:xfrm>
          <a:custGeom>
            <a:avLst/>
            <a:gdLst/>
            <a:ahLst/>
            <a:cxnLst/>
            <a:rect l="l" t="t" r="r" b="b"/>
            <a:pathLst>
              <a:path w="1776717" h="1819729" extrusionOk="0">
                <a:moveTo>
                  <a:pt x="1776717" y="0"/>
                </a:moveTo>
                <a:lnTo>
                  <a:pt x="0" y="0"/>
                </a:lnTo>
                <a:lnTo>
                  <a:pt x="0" y="1819729"/>
                </a:lnTo>
                <a:lnTo>
                  <a:pt x="1776717" y="1819729"/>
                </a:lnTo>
                <a:lnTo>
                  <a:pt x="1776717" y="0"/>
                </a:lnTo>
                <a:close/>
              </a:path>
            </a:pathLst>
          </a:custGeom>
          <a:blipFill rotWithShape="1">
            <a:blip r:embed="rId4">
              <a:alphaModFix/>
            </a:blip>
            <a:stretch>
              <a:fillRect/>
            </a:stretch>
          </a:blipFill>
          <a:ln>
            <a:noFill/>
          </a:ln>
        </p:spPr>
      </p:sp>
      <p:sp>
        <p:nvSpPr>
          <p:cNvPr id="91" name="Google Shape;91;p1"/>
          <p:cNvSpPr/>
          <p:nvPr/>
        </p:nvSpPr>
        <p:spPr>
          <a:xfrm>
            <a:off x="2535834" y="8778559"/>
            <a:ext cx="3484451" cy="2363091"/>
          </a:xfrm>
          <a:custGeom>
            <a:avLst/>
            <a:gdLst/>
            <a:ahLst/>
            <a:cxnLst/>
            <a:rect l="l" t="t" r="r" b="b"/>
            <a:pathLst>
              <a:path w="3484451" h="2363091" extrusionOk="0">
                <a:moveTo>
                  <a:pt x="0" y="0"/>
                </a:moveTo>
                <a:lnTo>
                  <a:pt x="3484451" y="0"/>
                </a:lnTo>
                <a:lnTo>
                  <a:pt x="3484451" y="2363091"/>
                </a:lnTo>
                <a:lnTo>
                  <a:pt x="0" y="2363091"/>
                </a:lnTo>
                <a:lnTo>
                  <a:pt x="0" y="0"/>
                </a:lnTo>
                <a:close/>
              </a:path>
            </a:pathLst>
          </a:custGeom>
          <a:blipFill rotWithShape="1">
            <a:blip r:embed="rId6">
              <a:alphaModFix amt="25000"/>
            </a:blip>
            <a:stretch>
              <a:fillRect/>
            </a:stretch>
          </a:blipFill>
          <a:ln>
            <a:noFill/>
          </a:ln>
        </p:spPr>
      </p:sp>
      <p:sp>
        <p:nvSpPr>
          <p:cNvPr id="92" name="Google Shape;92;p1"/>
          <p:cNvSpPr/>
          <p:nvPr/>
        </p:nvSpPr>
        <p:spPr>
          <a:xfrm rot="10800000" flipH="1">
            <a:off x="12420115" y="-843658"/>
            <a:ext cx="3484451" cy="2363091"/>
          </a:xfrm>
          <a:custGeom>
            <a:avLst/>
            <a:gdLst/>
            <a:ahLst/>
            <a:cxnLst/>
            <a:rect l="l" t="t" r="r" b="b"/>
            <a:pathLst>
              <a:path w="3484451" h="2363091" extrusionOk="0">
                <a:moveTo>
                  <a:pt x="0" y="2363091"/>
                </a:moveTo>
                <a:lnTo>
                  <a:pt x="3484451" y="2363091"/>
                </a:lnTo>
                <a:lnTo>
                  <a:pt x="3484451" y="0"/>
                </a:lnTo>
                <a:lnTo>
                  <a:pt x="0" y="0"/>
                </a:lnTo>
                <a:lnTo>
                  <a:pt x="0" y="2363091"/>
                </a:lnTo>
                <a:close/>
              </a:path>
            </a:pathLst>
          </a:custGeom>
          <a:blipFill rotWithShape="1">
            <a:blip r:embed="rId6">
              <a:alphaModFix amt="25000"/>
            </a:blip>
            <a:stretch>
              <a:fillRect/>
            </a:stretch>
          </a:blipFill>
          <a:ln>
            <a:noFill/>
          </a:ln>
        </p:spPr>
      </p:sp>
      <p:sp>
        <p:nvSpPr>
          <p:cNvPr id="93" name="Google Shape;93;p1"/>
          <p:cNvSpPr txBox="1"/>
          <p:nvPr/>
        </p:nvSpPr>
        <p:spPr>
          <a:xfrm>
            <a:off x="842029" y="3805433"/>
            <a:ext cx="17253322" cy="1438551"/>
          </a:xfrm>
          <a:prstGeom prst="rect">
            <a:avLst/>
          </a:prstGeom>
          <a:noFill/>
          <a:ln>
            <a:noFill/>
          </a:ln>
        </p:spPr>
        <p:txBody>
          <a:bodyPr spcFirstLastPara="1" wrap="square" lIns="0" tIns="0" rIns="0" bIns="0" anchor="t" anchorCtr="0">
            <a:spAutoFit/>
          </a:bodyPr>
          <a:lstStyle/>
          <a:p>
            <a:pPr marL="0" marR="0" lvl="0" indent="0" algn="ctr" rtl="0">
              <a:lnSpc>
                <a:spcPct val="102999"/>
              </a:lnSpc>
              <a:spcBef>
                <a:spcPts val="0"/>
              </a:spcBef>
              <a:spcAft>
                <a:spcPts val="0"/>
              </a:spcAft>
              <a:buNone/>
            </a:pPr>
            <a:r>
              <a:rPr lang="en-US" sz="10601" b="1" i="0" u="none" strike="noStrike" cap="none">
                <a:solidFill>
                  <a:srgbClr val="29455B"/>
                </a:solidFill>
                <a:latin typeface="Arial"/>
                <a:ea typeface="Arial"/>
                <a:cs typeface="Arial"/>
                <a:sym typeface="Arial"/>
              </a:rPr>
              <a:t>SUBDIVISI KADERISASI</a:t>
            </a:r>
            <a:endParaRPr/>
          </a:p>
        </p:txBody>
      </p:sp>
      <p:sp>
        <p:nvSpPr>
          <p:cNvPr id="94" name="Google Shape;94;p1"/>
          <p:cNvSpPr/>
          <p:nvPr/>
        </p:nvSpPr>
        <p:spPr>
          <a:xfrm>
            <a:off x="75888" y="1028700"/>
            <a:ext cx="1795277" cy="2605283"/>
          </a:xfrm>
          <a:custGeom>
            <a:avLst/>
            <a:gdLst/>
            <a:ahLst/>
            <a:cxnLst/>
            <a:rect l="l" t="t" r="r" b="b"/>
            <a:pathLst>
              <a:path w="1795277" h="2605283" extrusionOk="0">
                <a:moveTo>
                  <a:pt x="0" y="0"/>
                </a:moveTo>
                <a:lnTo>
                  <a:pt x="1795276" y="0"/>
                </a:lnTo>
                <a:lnTo>
                  <a:pt x="1795276" y="2605283"/>
                </a:lnTo>
                <a:lnTo>
                  <a:pt x="0" y="2605283"/>
                </a:lnTo>
                <a:lnTo>
                  <a:pt x="0" y="0"/>
                </a:lnTo>
                <a:close/>
              </a:path>
            </a:pathLst>
          </a:custGeom>
          <a:blipFill rotWithShape="1">
            <a:blip r:embed="rId7">
              <a:alphaModFix/>
            </a:blip>
            <a:stretch>
              <a:fillRect/>
            </a:stretch>
          </a:blipFill>
          <a:ln>
            <a:noFill/>
          </a:ln>
        </p:spPr>
      </p:sp>
      <p:sp>
        <p:nvSpPr>
          <p:cNvPr id="95" name="Google Shape;95;p1"/>
          <p:cNvSpPr txBox="1"/>
          <p:nvPr/>
        </p:nvSpPr>
        <p:spPr>
          <a:xfrm>
            <a:off x="6020285" y="7826685"/>
            <a:ext cx="6247430" cy="732316"/>
          </a:xfrm>
          <a:prstGeom prst="rect">
            <a:avLst/>
          </a:prstGeom>
          <a:noFill/>
          <a:ln>
            <a:noFill/>
          </a:ln>
        </p:spPr>
        <p:txBody>
          <a:bodyPr spcFirstLastPara="1" wrap="square" lIns="0" tIns="0" rIns="0" bIns="0" anchor="t" anchorCtr="0">
            <a:spAutoFit/>
          </a:bodyPr>
          <a:lstStyle/>
          <a:p>
            <a:pPr marL="0" marR="0" lvl="0" indent="0" algn="ctr" rtl="0">
              <a:lnSpc>
                <a:spcPct val="140011"/>
              </a:lnSpc>
              <a:spcBef>
                <a:spcPts val="0"/>
              </a:spcBef>
              <a:spcAft>
                <a:spcPts val="0"/>
              </a:spcAft>
              <a:buNone/>
            </a:pPr>
            <a:r>
              <a:rPr lang="en-US" sz="3399" b="0" i="0" u="none" strike="noStrike" cap="none" dirty="0" err="1">
                <a:solidFill>
                  <a:srgbClr val="29455B"/>
                </a:solidFill>
                <a:latin typeface="Open Sans"/>
                <a:ea typeface="Open Sans"/>
                <a:cs typeface="Open Sans"/>
                <a:sym typeface="Open Sans"/>
              </a:rPr>
              <a:t>Triwulan</a:t>
            </a:r>
            <a:r>
              <a:rPr lang="en-US" sz="3399" b="0" i="0" u="none" strike="noStrike" cap="none" dirty="0">
                <a:solidFill>
                  <a:srgbClr val="29455B"/>
                </a:solidFill>
                <a:latin typeface="Open Sans"/>
                <a:ea typeface="Open Sans"/>
                <a:cs typeface="Open Sans"/>
                <a:sym typeface="Open Sans"/>
              </a:rPr>
              <a:t> 1 </a:t>
            </a:r>
            <a:r>
              <a:rPr lang="en-US" sz="3399" b="0" i="0" u="none" strike="noStrike" cap="none" dirty="0" err="1">
                <a:solidFill>
                  <a:srgbClr val="29455B"/>
                </a:solidFill>
                <a:latin typeface="Open Sans"/>
                <a:ea typeface="Open Sans"/>
                <a:cs typeface="Open Sans"/>
                <a:sym typeface="Open Sans"/>
              </a:rPr>
              <a:t>Himatif</a:t>
            </a:r>
            <a:r>
              <a:rPr lang="en-US" sz="3399" b="0" i="0" u="none" strike="noStrike" cap="none" dirty="0">
                <a:solidFill>
                  <a:srgbClr val="29455B"/>
                </a:solidFill>
                <a:latin typeface="Open Sans"/>
                <a:ea typeface="Open Sans"/>
                <a:cs typeface="Open Sans"/>
                <a:sym typeface="Open Sans"/>
              </a:rPr>
              <a:t> 17</a:t>
            </a:r>
            <a:endParaRPr dirty="0"/>
          </a:p>
        </p:txBody>
      </p:sp>
      <p:sp>
        <p:nvSpPr>
          <p:cNvPr id="96" name="Google Shape;96;p1"/>
          <p:cNvSpPr/>
          <p:nvPr/>
        </p:nvSpPr>
        <p:spPr>
          <a:xfrm rot="10800000">
            <a:off x="16361662" y="6590719"/>
            <a:ext cx="1795277" cy="2605283"/>
          </a:xfrm>
          <a:custGeom>
            <a:avLst/>
            <a:gdLst/>
            <a:ahLst/>
            <a:cxnLst/>
            <a:rect l="l" t="t" r="r" b="b"/>
            <a:pathLst>
              <a:path w="1795277" h="2605283" extrusionOk="0">
                <a:moveTo>
                  <a:pt x="1795276" y="2605283"/>
                </a:moveTo>
                <a:lnTo>
                  <a:pt x="0" y="2605283"/>
                </a:lnTo>
                <a:lnTo>
                  <a:pt x="0" y="0"/>
                </a:lnTo>
                <a:lnTo>
                  <a:pt x="1795276" y="0"/>
                </a:lnTo>
                <a:lnTo>
                  <a:pt x="1795276" y="2605283"/>
                </a:lnTo>
                <a:close/>
              </a:path>
            </a:pathLst>
          </a:custGeom>
          <a:blipFill rotWithShape="1">
            <a:blip r:embed="rId7">
              <a:alphaModFix/>
            </a:blip>
            <a:stretch>
              <a:fillRect/>
            </a:stretch>
          </a:blipFill>
          <a:ln>
            <a:no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2"/>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16609" b="-16608"/>
            </a:stretch>
          </a:blipFill>
          <a:ln>
            <a:noFill/>
          </a:ln>
        </p:spPr>
      </p:sp>
      <p:sp>
        <p:nvSpPr>
          <p:cNvPr id="102" name="Google Shape;102;p2"/>
          <p:cNvSpPr txBox="1"/>
          <p:nvPr/>
        </p:nvSpPr>
        <p:spPr>
          <a:xfrm>
            <a:off x="1028700" y="1191894"/>
            <a:ext cx="16230600" cy="1201802"/>
          </a:xfrm>
          <a:prstGeom prst="rect">
            <a:avLst/>
          </a:prstGeom>
          <a:noFill/>
          <a:ln>
            <a:noFill/>
          </a:ln>
        </p:spPr>
        <p:txBody>
          <a:bodyPr spcFirstLastPara="1" wrap="square" lIns="0" tIns="0" rIns="0" bIns="0" anchor="t" anchorCtr="0">
            <a:spAutoFit/>
          </a:bodyPr>
          <a:lstStyle/>
          <a:p>
            <a:pPr marL="0" marR="0" lvl="0" indent="0" algn="ctr" rtl="0">
              <a:lnSpc>
                <a:spcPct val="103000"/>
              </a:lnSpc>
              <a:spcBef>
                <a:spcPts val="0"/>
              </a:spcBef>
              <a:spcAft>
                <a:spcPts val="0"/>
              </a:spcAft>
              <a:buNone/>
            </a:pPr>
            <a:r>
              <a:rPr lang="en-US" sz="8900" b="1" i="0" u="none" strike="noStrike" cap="none">
                <a:solidFill>
                  <a:srgbClr val="29455B"/>
                </a:solidFill>
                <a:latin typeface="Arial"/>
                <a:ea typeface="Arial"/>
                <a:cs typeface="Arial"/>
                <a:sym typeface="Arial"/>
              </a:rPr>
              <a:t>NAMA ANGGOTA </a:t>
            </a:r>
            <a:endParaRPr/>
          </a:p>
        </p:txBody>
      </p:sp>
      <p:grpSp>
        <p:nvGrpSpPr>
          <p:cNvPr id="103" name="Google Shape;103;p2"/>
          <p:cNvGrpSpPr/>
          <p:nvPr/>
        </p:nvGrpSpPr>
        <p:grpSpPr>
          <a:xfrm>
            <a:off x="1945241" y="4726664"/>
            <a:ext cx="14479699" cy="4719150"/>
            <a:chOff x="0" y="-38100"/>
            <a:chExt cx="5563559" cy="1813247"/>
          </a:xfrm>
        </p:grpSpPr>
        <p:sp>
          <p:nvSpPr>
            <p:cNvPr id="104" name="Google Shape;104;p2"/>
            <p:cNvSpPr/>
            <p:nvPr/>
          </p:nvSpPr>
          <p:spPr>
            <a:xfrm>
              <a:off x="0" y="0"/>
              <a:ext cx="5563559" cy="1775147"/>
            </a:xfrm>
            <a:custGeom>
              <a:avLst/>
              <a:gdLst/>
              <a:ahLst/>
              <a:cxnLst/>
              <a:rect l="l" t="t" r="r" b="b"/>
              <a:pathLst>
                <a:path w="5563559" h="1775147" extrusionOk="0">
                  <a:moveTo>
                    <a:pt x="36358" y="0"/>
                  </a:moveTo>
                  <a:lnTo>
                    <a:pt x="5527201" y="0"/>
                  </a:lnTo>
                  <a:cubicBezTo>
                    <a:pt x="5536844" y="0"/>
                    <a:pt x="5546091" y="3831"/>
                    <a:pt x="5552910" y="10649"/>
                  </a:cubicBezTo>
                  <a:cubicBezTo>
                    <a:pt x="5559728" y="17467"/>
                    <a:pt x="5563559" y="26715"/>
                    <a:pt x="5563559" y="36358"/>
                  </a:cubicBezTo>
                  <a:lnTo>
                    <a:pt x="5563559" y="1738789"/>
                  </a:lnTo>
                  <a:cubicBezTo>
                    <a:pt x="5563559" y="1758869"/>
                    <a:pt x="5547281" y="1775147"/>
                    <a:pt x="5527201" y="1775147"/>
                  </a:cubicBezTo>
                  <a:lnTo>
                    <a:pt x="36358" y="1775147"/>
                  </a:lnTo>
                  <a:cubicBezTo>
                    <a:pt x="16278" y="1775147"/>
                    <a:pt x="0" y="1758869"/>
                    <a:pt x="0" y="1738789"/>
                  </a:cubicBezTo>
                  <a:lnTo>
                    <a:pt x="0" y="36358"/>
                  </a:lnTo>
                  <a:cubicBezTo>
                    <a:pt x="0" y="16278"/>
                    <a:pt x="16278" y="0"/>
                    <a:pt x="36358" y="0"/>
                  </a:cubicBezTo>
                  <a:close/>
                </a:path>
              </a:pathLst>
            </a:custGeom>
            <a:solidFill>
              <a:srgbClr val="FCB50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2"/>
            <p:cNvSpPr txBox="1"/>
            <p:nvPr/>
          </p:nvSpPr>
          <p:spPr>
            <a:xfrm>
              <a:off x="0" y="-38100"/>
              <a:ext cx="5563559" cy="1813247"/>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06" name="Google Shape;106;p2"/>
          <p:cNvGrpSpPr/>
          <p:nvPr/>
        </p:nvGrpSpPr>
        <p:grpSpPr>
          <a:xfrm>
            <a:off x="1636164" y="2746008"/>
            <a:ext cx="15057649" cy="6512292"/>
            <a:chOff x="0" y="-38100"/>
            <a:chExt cx="5785625" cy="2502229"/>
          </a:xfrm>
        </p:grpSpPr>
        <p:sp>
          <p:nvSpPr>
            <p:cNvPr id="107" name="Google Shape;107;p2"/>
            <p:cNvSpPr/>
            <p:nvPr/>
          </p:nvSpPr>
          <p:spPr>
            <a:xfrm>
              <a:off x="0" y="0"/>
              <a:ext cx="5785625" cy="2464129"/>
            </a:xfrm>
            <a:custGeom>
              <a:avLst/>
              <a:gdLst/>
              <a:ahLst/>
              <a:cxnLst/>
              <a:rect l="l" t="t" r="r" b="b"/>
              <a:pathLst>
                <a:path w="5785625" h="2464129" extrusionOk="0">
                  <a:moveTo>
                    <a:pt x="34962" y="0"/>
                  </a:moveTo>
                  <a:lnTo>
                    <a:pt x="5750663" y="0"/>
                  </a:lnTo>
                  <a:cubicBezTo>
                    <a:pt x="5759935" y="0"/>
                    <a:pt x="5768828" y="3684"/>
                    <a:pt x="5775385" y="10240"/>
                  </a:cubicBezTo>
                  <a:cubicBezTo>
                    <a:pt x="5781942" y="16797"/>
                    <a:pt x="5785625" y="25690"/>
                    <a:pt x="5785625" y="34962"/>
                  </a:cubicBezTo>
                  <a:lnTo>
                    <a:pt x="5785625" y="2429166"/>
                  </a:lnTo>
                  <a:cubicBezTo>
                    <a:pt x="5785625" y="2438439"/>
                    <a:pt x="5781942" y="2447332"/>
                    <a:pt x="5775385" y="2453889"/>
                  </a:cubicBezTo>
                  <a:cubicBezTo>
                    <a:pt x="5768828" y="2460445"/>
                    <a:pt x="5759935" y="2464129"/>
                    <a:pt x="5750663" y="2464129"/>
                  </a:cubicBezTo>
                  <a:lnTo>
                    <a:pt x="34962" y="2464129"/>
                  </a:lnTo>
                  <a:cubicBezTo>
                    <a:pt x="25690" y="2464129"/>
                    <a:pt x="16797" y="2460445"/>
                    <a:pt x="10240" y="2453889"/>
                  </a:cubicBezTo>
                  <a:cubicBezTo>
                    <a:pt x="3684" y="2447332"/>
                    <a:pt x="0" y="2438439"/>
                    <a:pt x="0" y="2429166"/>
                  </a:cubicBezTo>
                  <a:lnTo>
                    <a:pt x="0" y="34962"/>
                  </a:lnTo>
                  <a:cubicBezTo>
                    <a:pt x="0" y="25690"/>
                    <a:pt x="3684" y="16797"/>
                    <a:pt x="10240" y="10240"/>
                  </a:cubicBezTo>
                  <a:cubicBezTo>
                    <a:pt x="16797" y="3684"/>
                    <a:pt x="25690" y="0"/>
                    <a:pt x="34962" y="0"/>
                  </a:cubicBezTo>
                  <a:close/>
                </a:path>
              </a:pathLst>
            </a:custGeom>
            <a:solidFill>
              <a:srgbClr val="2945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2"/>
            <p:cNvSpPr txBox="1"/>
            <p:nvPr/>
          </p:nvSpPr>
          <p:spPr>
            <a:xfrm>
              <a:off x="0" y="-38100"/>
              <a:ext cx="5785625" cy="2502229"/>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09" name="Google Shape;109;p2"/>
          <p:cNvSpPr/>
          <p:nvPr/>
        </p:nvSpPr>
        <p:spPr>
          <a:xfrm rot="-5400000">
            <a:off x="15891424" y="7917325"/>
            <a:ext cx="1795277" cy="2605283"/>
          </a:xfrm>
          <a:custGeom>
            <a:avLst/>
            <a:gdLst/>
            <a:ahLst/>
            <a:cxnLst/>
            <a:rect l="l" t="t" r="r" b="b"/>
            <a:pathLst>
              <a:path w="1795277" h="2605283" extrusionOk="0">
                <a:moveTo>
                  <a:pt x="1795277" y="2605283"/>
                </a:moveTo>
                <a:lnTo>
                  <a:pt x="0" y="2605283"/>
                </a:lnTo>
                <a:lnTo>
                  <a:pt x="0" y="0"/>
                </a:lnTo>
                <a:lnTo>
                  <a:pt x="1795277" y="0"/>
                </a:lnTo>
                <a:lnTo>
                  <a:pt x="1795277" y="2605283"/>
                </a:lnTo>
                <a:close/>
              </a:path>
            </a:pathLst>
          </a:custGeom>
          <a:blipFill rotWithShape="1">
            <a:blip r:embed="rId4">
              <a:alphaModFix/>
            </a:blip>
            <a:stretch>
              <a:fillRect/>
            </a:stretch>
          </a:blipFill>
          <a:ln>
            <a:noFill/>
          </a:ln>
        </p:spPr>
      </p:sp>
      <p:sp>
        <p:nvSpPr>
          <p:cNvPr id="110" name="Google Shape;110;p2"/>
          <p:cNvSpPr/>
          <p:nvPr/>
        </p:nvSpPr>
        <p:spPr>
          <a:xfrm rot="5400000" flipH="1">
            <a:off x="620477" y="7917325"/>
            <a:ext cx="1795277" cy="2605283"/>
          </a:xfrm>
          <a:custGeom>
            <a:avLst/>
            <a:gdLst/>
            <a:ahLst/>
            <a:cxnLst/>
            <a:rect l="l" t="t" r="r" b="b"/>
            <a:pathLst>
              <a:path w="1795277" h="2605283" extrusionOk="0">
                <a:moveTo>
                  <a:pt x="1795277" y="0"/>
                </a:moveTo>
                <a:lnTo>
                  <a:pt x="0" y="0"/>
                </a:lnTo>
                <a:lnTo>
                  <a:pt x="0" y="2605283"/>
                </a:lnTo>
                <a:lnTo>
                  <a:pt x="1795277" y="2605283"/>
                </a:lnTo>
                <a:lnTo>
                  <a:pt x="1795277" y="0"/>
                </a:lnTo>
                <a:close/>
              </a:path>
            </a:pathLst>
          </a:custGeom>
          <a:blipFill rotWithShape="1">
            <a:blip r:embed="rId4">
              <a:alphaModFix/>
            </a:blip>
            <a:stretch>
              <a:fillRect/>
            </a:stretch>
          </a:blipFill>
          <a:ln>
            <a:noFill/>
          </a:ln>
        </p:spPr>
      </p:sp>
      <p:sp>
        <p:nvSpPr>
          <p:cNvPr id="111" name="Google Shape;111;p2"/>
          <p:cNvSpPr/>
          <p:nvPr/>
        </p:nvSpPr>
        <p:spPr>
          <a:xfrm rot="10800000">
            <a:off x="0" y="0"/>
            <a:ext cx="2337117" cy="2393695"/>
          </a:xfrm>
          <a:custGeom>
            <a:avLst/>
            <a:gdLst/>
            <a:ahLst/>
            <a:cxnLst/>
            <a:rect l="l" t="t" r="r" b="b"/>
            <a:pathLst>
              <a:path w="2337117" h="2393695" extrusionOk="0">
                <a:moveTo>
                  <a:pt x="2337117" y="2393695"/>
                </a:moveTo>
                <a:lnTo>
                  <a:pt x="0" y="2393695"/>
                </a:lnTo>
                <a:lnTo>
                  <a:pt x="0" y="0"/>
                </a:lnTo>
                <a:lnTo>
                  <a:pt x="2337117" y="0"/>
                </a:lnTo>
                <a:lnTo>
                  <a:pt x="2337117" y="2393695"/>
                </a:lnTo>
                <a:close/>
              </a:path>
            </a:pathLst>
          </a:custGeom>
          <a:blipFill rotWithShape="1">
            <a:blip r:embed="rId5">
              <a:alphaModFix/>
            </a:blip>
            <a:stretch>
              <a:fillRect/>
            </a:stretch>
          </a:blipFill>
          <a:ln>
            <a:noFill/>
          </a:ln>
        </p:spPr>
      </p:sp>
      <p:sp>
        <p:nvSpPr>
          <p:cNvPr id="112" name="Google Shape;112;p2"/>
          <p:cNvSpPr/>
          <p:nvPr/>
        </p:nvSpPr>
        <p:spPr>
          <a:xfrm rot="10800000" flipH="1">
            <a:off x="15950883" y="0"/>
            <a:ext cx="2337117" cy="2393695"/>
          </a:xfrm>
          <a:custGeom>
            <a:avLst/>
            <a:gdLst/>
            <a:ahLst/>
            <a:cxnLst/>
            <a:rect l="l" t="t" r="r" b="b"/>
            <a:pathLst>
              <a:path w="2337117" h="2393695" extrusionOk="0">
                <a:moveTo>
                  <a:pt x="0" y="2393695"/>
                </a:moveTo>
                <a:lnTo>
                  <a:pt x="2337117" y="2393695"/>
                </a:lnTo>
                <a:lnTo>
                  <a:pt x="2337117" y="0"/>
                </a:lnTo>
                <a:lnTo>
                  <a:pt x="0" y="0"/>
                </a:lnTo>
                <a:lnTo>
                  <a:pt x="0" y="2393695"/>
                </a:lnTo>
                <a:close/>
              </a:path>
            </a:pathLst>
          </a:custGeom>
          <a:blipFill rotWithShape="1">
            <a:blip r:embed="rId5">
              <a:alphaModFix/>
            </a:blip>
            <a:stretch>
              <a:fillRect/>
            </a:stretch>
          </a:blipFill>
          <a:ln>
            <a:noFill/>
          </a:ln>
        </p:spPr>
      </p:sp>
      <p:sp>
        <p:nvSpPr>
          <p:cNvPr id="113" name="Google Shape;113;p2"/>
          <p:cNvSpPr/>
          <p:nvPr/>
        </p:nvSpPr>
        <p:spPr>
          <a:xfrm>
            <a:off x="-1194358" y="1423307"/>
            <a:ext cx="3139599" cy="3116766"/>
          </a:xfrm>
          <a:custGeom>
            <a:avLst/>
            <a:gdLst/>
            <a:ahLst/>
            <a:cxnLst/>
            <a:rect l="l" t="t" r="r" b="b"/>
            <a:pathLst>
              <a:path w="3139599" h="3116766" extrusionOk="0">
                <a:moveTo>
                  <a:pt x="0" y="0"/>
                </a:moveTo>
                <a:lnTo>
                  <a:pt x="3139599" y="0"/>
                </a:lnTo>
                <a:lnTo>
                  <a:pt x="3139599" y="3116766"/>
                </a:lnTo>
                <a:lnTo>
                  <a:pt x="0" y="3116766"/>
                </a:lnTo>
                <a:lnTo>
                  <a:pt x="0" y="0"/>
                </a:lnTo>
                <a:close/>
              </a:path>
            </a:pathLst>
          </a:custGeom>
          <a:blipFill rotWithShape="1">
            <a:blip r:embed="rId6">
              <a:alphaModFix/>
            </a:blip>
            <a:stretch>
              <a:fillRect/>
            </a:stretch>
          </a:blipFill>
          <a:ln>
            <a:noFill/>
          </a:ln>
        </p:spPr>
      </p:sp>
      <p:sp>
        <p:nvSpPr>
          <p:cNvPr id="114" name="Google Shape;114;p2"/>
          <p:cNvSpPr/>
          <p:nvPr/>
        </p:nvSpPr>
        <p:spPr>
          <a:xfrm>
            <a:off x="16370677" y="1423307"/>
            <a:ext cx="3139599" cy="3116766"/>
          </a:xfrm>
          <a:custGeom>
            <a:avLst/>
            <a:gdLst/>
            <a:ahLst/>
            <a:cxnLst/>
            <a:rect l="l" t="t" r="r" b="b"/>
            <a:pathLst>
              <a:path w="3139599" h="3116766" extrusionOk="0">
                <a:moveTo>
                  <a:pt x="0" y="0"/>
                </a:moveTo>
                <a:lnTo>
                  <a:pt x="3139599" y="0"/>
                </a:lnTo>
                <a:lnTo>
                  <a:pt x="3139599" y="3116766"/>
                </a:lnTo>
                <a:lnTo>
                  <a:pt x="0" y="3116766"/>
                </a:lnTo>
                <a:lnTo>
                  <a:pt x="0" y="0"/>
                </a:lnTo>
                <a:close/>
              </a:path>
            </a:pathLst>
          </a:custGeom>
          <a:blipFill rotWithShape="1">
            <a:blip r:embed="rId6">
              <a:alphaModFix/>
            </a:blip>
            <a:stretch>
              <a:fillRect/>
            </a:stretch>
          </a:blipFill>
          <a:ln>
            <a:noFill/>
          </a:ln>
        </p:spPr>
      </p:sp>
      <p:sp>
        <p:nvSpPr>
          <p:cNvPr id="115" name="Google Shape;115;p2"/>
          <p:cNvSpPr/>
          <p:nvPr/>
        </p:nvSpPr>
        <p:spPr>
          <a:xfrm>
            <a:off x="1274400" y="-303224"/>
            <a:ext cx="1341682" cy="1331924"/>
          </a:xfrm>
          <a:custGeom>
            <a:avLst/>
            <a:gdLst/>
            <a:ahLst/>
            <a:cxnLst/>
            <a:rect l="l" t="t" r="r" b="b"/>
            <a:pathLst>
              <a:path w="1341682" h="1331924" extrusionOk="0">
                <a:moveTo>
                  <a:pt x="0" y="0"/>
                </a:moveTo>
                <a:lnTo>
                  <a:pt x="1341682" y="0"/>
                </a:lnTo>
                <a:lnTo>
                  <a:pt x="1341682" y="1331924"/>
                </a:lnTo>
                <a:lnTo>
                  <a:pt x="0" y="1331924"/>
                </a:lnTo>
                <a:lnTo>
                  <a:pt x="0" y="0"/>
                </a:lnTo>
                <a:close/>
              </a:path>
            </a:pathLst>
          </a:custGeom>
          <a:blipFill rotWithShape="1">
            <a:blip r:embed="rId6">
              <a:alphaModFix/>
            </a:blip>
            <a:stretch>
              <a:fillRect/>
            </a:stretch>
          </a:blipFill>
          <a:ln>
            <a:noFill/>
          </a:ln>
        </p:spPr>
      </p:sp>
      <p:sp>
        <p:nvSpPr>
          <p:cNvPr id="116" name="Google Shape;116;p2"/>
          <p:cNvSpPr/>
          <p:nvPr/>
        </p:nvSpPr>
        <p:spPr>
          <a:xfrm>
            <a:off x="15777760" y="-303224"/>
            <a:ext cx="1341682" cy="1331924"/>
          </a:xfrm>
          <a:custGeom>
            <a:avLst/>
            <a:gdLst/>
            <a:ahLst/>
            <a:cxnLst/>
            <a:rect l="l" t="t" r="r" b="b"/>
            <a:pathLst>
              <a:path w="1341682" h="1331924" extrusionOk="0">
                <a:moveTo>
                  <a:pt x="0" y="0"/>
                </a:moveTo>
                <a:lnTo>
                  <a:pt x="1341681" y="0"/>
                </a:lnTo>
                <a:lnTo>
                  <a:pt x="1341681" y="1331924"/>
                </a:lnTo>
                <a:lnTo>
                  <a:pt x="0" y="1331924"/>
                </a:lnTo>
                <a:lnTo>
                  <a:pt x="0" y="0"/>
                </a:lnTo>
                <a:close/>
              </a:path>
            </a:pathLst>
          </a:custGeom>
          <a:blipFill rotWithShape="1">
            <a:blip r:embed="rId6">
              <a:alphaModFix/>
            </a:blip>
            <a:stretch>
              <a:fillRect/>
            </a:stretch>
          </a:blipFill>
          <a:ln>
            <a:noFill/>
          </a:ln>
        </p:spPr>
      </p:sp>
      <p:grpSp>
        <p:nvGrpSpPr>
          <p:cNvPr id="117" name="Google Shape;117;p2"/>
          <p:cNvGrpSpPr/>
          <p:nvPr/>
        </p:nvGrpSpPr>
        <p:grpSpPr>
          <a:xfrm>
            <a:off x="3574262" y="3741756"/>
            <a:ext cx="5610829" cy="988707"/>
            <a:chOff x="0" y="-38100"/>
            <a:chExt cx="1477749" cy="260400"/>
          </a:xfrm>
        </p:grpSpPr>
        <p:sp>
          <p:nvSpPr>
            <p:cNvPr id="118" name="Google Shape;118;p2"/>
            <p:cNvSpPr/>
            <p:nvPr/>
          </p:nvSpPr>
          <p:spPr>
            <a:xfrm>
              <a:off x="0" y="0"/>
              <a:ext cx="1477749" cy="222300"/>
            </a:xfrm>
            <a:custGeom>
              <a:avLst/>
              <a:gdLst/>
              <a:ahLst/>
              <a:cxnLst/>
              <a:rect l="l" t="t" r="r" b="b"/>
              <a:pathLst>
                <a:path w="1477749" h="222300" extrusionOk="0">
                  <a:moveTo>
                    <a:pt x="70371" y="0"/>
                  </a:moveTo>
                  <a:lnTo>
                    <a:pt x="1407379" y="0"/>
                  </a:lnTo>
                  <a:cubicBezTo>
                    <a:pt x="1426042" y="0"/>
                    <a:pt x="1443941" y="7414"/>
                    <a:pt x="1457138" y="20611"/>
                  </a:cubicBezTo>
                  <a:cubicBezTo>
                    <a:pt x="1470335" y="33808"/>
                    <a:pt x="1477749" y="51707"/>
                    <a:pt x="1477749" y="70371"/>
                  </a:cubicBezTo>
                  <a:lnTo>
                    <a:pt x="1477749" y="151929"/>
                  </a:lnTo>
                  <a:cubicBezTo>
                    <a:pt x="1477749" y="170593"/>
                    <a:pt x="1470335" y="188492"/>
                    <a:pt x="1457138" y="201689"/>
                  </a:cubicBezTo>
                  <a:cubicBezTo>
                    <a:pt x="1443941" y="214886"/>
                    <a:pt x="1426042" y="222300"/>
                    <a:pt x="1407379" y="222300"/>
                  </a:cubicBezTo>
                  <a:lnTo>
                    <a:pt x="70371" y="222300"/>
                  </a:lnTo>
                  <a:cubicBezTo>
                    <a:pt x="51707" y="222300"/>
                    <a:pt x="33808" y="214886"/>
                    <a:pt x="20611" y="201689"/>
                  </a:cubicBezTo>
                  <a:cubicBezTo>
                    <a:pt x="7414" y="188492"/>
                    <a:pt x="0" y="170593"/>
                    <a:pt x="0" y="151929"/>
                  </a:cubicBezTo>
                  <a:lnTo>
                    <a:pt x="0" y="70371"/>
                  </a:lnTo>
                  <a:cubicBezTo>
                    <a:pt x="0" y="51707"/>
                    <a:pt x="7414" y="33808"/>
                    <a:pt x="20611" y="20611"/>
                  </a:cubicBezTo>
                  <a:cubicBezTo>
                    <a:pt x="33808" y="7414"/>
                    <a:pt x="51707" y="0"/>
                    <a:pt x="70371" y="0"/>
                  </a:cubicBezTo>
                  <a:close/>
                </a:path>
              </a:pathLst>
            </a:custGeom>
            <a:solidFill>
              <a:srgbClr val="EF81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2"/>
            <p:cNvSpPr txBox="1"/>
            <p:nvPr/>
          </p:nvSpPr>
          <p:spPr>
            <a:xfrm>
              <a:off x="0" y="-38100"/>
              <a:ext cx="1477749" cy="260400"/>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20" name="Google Shape;120;p2"/>
          <p:cNvGrpSpPr/>
          <p:nvPr/>
        </p:nvGrpSpPr>
        <p:grpSpPr>
          <a:xfrm>
            <a:off x="3093332" y="3129343"/>
            <a:ext cx="5610829" cy="988707"/>
            <a:chOff x="0" y="-38100"/>
            <a:chExt cx="1477749" cy="260400"/>
          </a:xfrm>
        </p:grpSpPr>
        <p:sp>
          <p:nvSpPr>
            <p:cNvPr id="121" name="Google Shape;121;p2"/>
            <p:cNvSpPr/>
            <p:nvPr/>
          </p:nvSpPr>
          <p:spPr>
            <a:xfrm>
              <a:off x="0" y="0"/>
              <a:ext cx="1477749" cy="222300"/>
            </a:xfrm>
            <a:custGeom>
              <a:avLst/>
              <a:gdLst/>
              <a:ahLst/>
              <a:cxnLst/>
              <a:rect l="l" t="t" r="r" b="b"/>
              <a:pathLst>
                <a:path w="1477749" h="222300" extrusionOk="0">
                  <a:moveTo>
                    <a:pt x="70371" y="0"/>
                  </a:moveTo>
                  <a:lnTo>
                    <a:pt x="1407379" y="0"/>
                  </a:lnTo>
                  <a:cubicBezTo>
                    <a:pt x="1426042" y="0"/>
                    <a:pt x="1443941" y="7414"/>
                    <a:pt x="1457138" y="20611"/>
                  </a:cubicBezTo>
                  <a:cubicBezTo>
                    <a:pt x="1470335" y="33808"/>
                    <a:pt x="1477749" y="51707"/>
                    <a:pt x="1477749" y="70371"/>
                  </a:cubicBezTo>
                  <a:lnTo>
                    <a:pt x="1477749" y="151929"/>
                  </a:lnTo>
                  <a:cubicBezTo>
                    <a:pt x="1477749" y="170593"/>
                    <a:pt x="1470335" y="188492"/>
                    <a:pt x="1457138" y="201689"/>
                  </a:cubicBezTo>
                  <a:cubicBezTo>
                    <a:pt x="1443941" y="214886"/>
                    <a:pt x="1426042" y="222300"/>
                    <a:pt x="1407379" y="222300"/>
                  </a:cubicBezTo>
                  <a:lnTo>
                    <a:pt x="70371" y="222300"/>
                  </a:lnTo>
                  <a:cubicBezTo>
                    <a:pt x="51707" y="222300"/>
                    <a:pt x="33808" y="214886"/>
                    <a:pt x="20611" y="201689"/>
                  </a:cubicBezTo>
                  <a:cubicBezTo>
                    <a:pt x="7414" y="188492"/>
                    <a:pt x="0" y="170593"/>
                    <a:pt x="0" y="151929"/>
                  </a:cubicBezTo>
                  <a:lnTo>
                    <a:pt x="0" y="70371"/>
                  </a:lnTo>
                  <a:cubicBezTo>
                    <a:pt x="0" y="51707"/>
                    <a:pt x="7414" y="33808"/>
                    <a:pt x="20611" y="20611"/>
                  </a:cubicBezTo>
                  <a:cubicBezTo>
                    <a:pt x="33808" y="7414"/>
                    <a:pt x="51707" y="0"/>
                    <a:pt x="70371" y="0"/>
                  </a:cubicBezTo>
                  <a:close/>
                </a:path>
              </a:pathLst>
            </a:custGeom>
            <a:solidFill>
              <a:srgbClr val="FCB50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2"/>
            <p:cNvSpPr txBox="1"/>
            <p:nvPr/>
          </p:nvSpPr>
          <p:spPr>
            <a:xfrm>
              <a:off x="0" y="-38100"/>
              <a:ext cx="1477749" cy="260400"/>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23" name="Google Shape;123;p2"/>
          <p:cNvGrpSpPr/>
          <p:nvPr/>
        </p:nvGrpSpPr>
        <p:grpSpPr>
          <a:xfrm>
            <a:off x="10150052" y="5369839"/>
            <a:ext cx="5610829" cy="988707"/>
            <a:chOff x="0" y="-38100"/>
            <a:chExt cx="1477749" cy="260400"/>
          </a:xfrm>
        </p:grpSpPr>
        <p:sp>
          <p:nvSpPr>
            <p:cNvPr id="124" name="Google Shape;124;p2"/>
            <p:cNvSpPr/>
            <p:nvPr/>
          </p:nvSpPr>
          <p:spPr>
            <a:xfrm>
              <a:off x="0" y="0"/>
              <a:ext cx="1477749" cy="222300"/>
            </a:xfrm>
            <a:custGeom>
              <a:avLst/>
              <a:gdLst/>
              <a:ahLst/>
              <a:cxnLst/>
              <a:rect l="l" t="t" r="r" b="b"/>
              <a:pathLst>
                <a:path w="1477749" h="222300" extrusionOk="0">
                  <a:moveTo>
                    <a:pt x="70371" y="0"/>
                  </a:moveTo>
                  <a:lnTo>
                    <a:pt x="1407379" y="0"/>
                  </a:lnTo>
                  <a:cubicBezTo>
                    <a:pt x="1426042" y="0"/>
                    <a:pt x="1443941" y="7414"/>
                    <a:pt x="1457138" y="20611"/>
                  </a:cubicBezTo>
                  <a:cubicBezTo>
                    <a:pt x="1470335" y="33808"/>
                    <a:pt x="1477749" y="51707"/>
                    <a:pt x="1477749" y="70371"/>
                  </a:cubicBezTo>
                  <a:lnTo>
                    <a:pt x="1477749" y="151929"/>
                  </a:lnTo>
                  <a:cubicBezTo>
                    <a:pt x="1477749" y="170593"/>
                    <a:pt x="1470335" y="188492"/>
                    <a:pt x="1457138" y="201689"/>
                  </a:cubicBezTo>
                  <a:cubicBezTo>
                    <a:pt x="1443941" y="214886"/>
                    <a:pt x="1426042" y="222300"/>
                    <a:pt x="1407379" y="222300"/>
                  </a:cubicBezTo>
                  <a:lnTo>
                    <a:pt x="70371" y="222300"/>
                  </a:lnTo>
                  <a:cubicBezTo>
                    <a:pt x="51707" y="222300"/>
                    <a:pt x="33808" y="214886"/>
                    <a:pt x="20611" y="201689"/>
                  </a:cubicBezTo>
                  <a:cubicBezTo>
                    <a:pt x="7414" y="188492"/>
                    <a:pt x="0" y="170593"/>
                    <a:pt x="0" y="151929"/>
                  </a:cubicBezTo>
                  <a:lnTo>
                    <a:pt x="0" y="70371"/>
                  </a:lnTo>
                  <a:cubicBezTo>
                    <a:pt x="0" y="51707"/>
                    <a:pt x="7414" y="33808"/>
                    <a:pt x="20611" y="20611"/>
                  </a:cubicBezTo>
                  <a:cubicBezTo>
                    <a:pt x="33808" y="7414"/>
                    <a:pt x="51707" y="0"/>
                    <a:pt x="70371" y="0"/>
                  </a:cubicBezTo>
                  <a:close/>
                </a:path>
              </a:pathLst>
            </a:custGeom>
            <a:solidFill>
              <a:srgbClr val="EF81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2"/>
            <p:cNvSpPr txBox="1"/>
            <p:nvPr/>
          </p:nvSpPr>
          <p:spPr>
            <a:xfrm>
              <a:off x="0" y="-38100"/>
              <a:ext cx="1477749" cy="260400"/>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26" name="Google Shape;126;p2"/>
          <p:cNvGrpSpPr/>
          <p:nvPr/>
        </p:nvGrpSpPr>
        <p:grpSpPr>
          <a:xfrm>
            <a:off x="9875592" y="4797638"/>
            <a:ext cx="5610829" cy="988707"/>
            <a:chOff x="0" y="-38100"/>
            <a:chExt cx="1477749" cy="260400"/>
          </a:xfrm>
        </p:grpSpPr>
        <p:sp>
          <p:nvSpPr>
            <p:cNvPr id="127" name="Google Shape;127;p2"/>
            <p:cNvSpPr/>
            <p:nvPr/>
          </p:nvSpPr>
          <p:spPr>
            <a:xfrm>
              <a:off x="0" y="0"/>
              <a:ext cx="1477749" cy="222300"/>
            </a:xfrm>
            <a:custGeom>
              <a:avLst/>
              <a:gdLst/>
              <a:ahLst/>
              <a:cxnLst/>
              <a:rect l="l" t="t" r="r" b="b"/>
              <a:pathLst>
                <a:path w="1477749" h="222300" extrusionOk="0">
                  <a:moveTo>
                    <a:pt x="70371" y="0"/>
                  </a:moveTo>
                  <a:lnTo>
                    <a:pt x="1407379" y="0"/>
                  </a:lnTo>
                  <a:cubicBezTo>
                    <a:pt x="1426042" y="0"/>
                    <a:pt x="1443941" y="7414"/>
                    <a:pt x="1457138" y="20611"/>
                  </a:cubicBezTo>
                  <a:cubicBezTo>
                    <a:pt x="1470335" y="33808"/>
                    <a:pt x="1477749" y="51707"/>
                    <a:pt x="1477749" y="70371"/>
                  </a:cubicBezTo>
                  <a:lnTo>
                    <a:pt x="1477749" y="151929"/>
                  </a:lnTo>
                  <a:cubicBezTo>
                    <a:pt x="1477749" y="170593"/>
                    <a:pt x="1470335" y="188492"/>
                    <a:pt x="1457138" y="201689"/>
                  </a:cubicBezTo>
                  <a:cubicBezTo>
                    <a:pt x="1443941" y="214886"/>
                    <a:pt x="1426042" y="222300"/>
                    <a:pt x="1407379" y="222300"/>
                  </a:cubicBezTo>
                  <a:lnTo>
                    <a:pt x="70371" y="222300"/>
                  </a:lnTo>
                  <a:cubicBezTo>
                    <a:pt x="51707" y="222300"/>
                    <a:pt x="33808" y="214886"/>
                    <a:pt x="20611" y="201689"/>
                  </a:cubicBezTo>
                  <a:cubicBezTo>
                    <a:pt x="7414" y="188492"/>
                    <a:pt x="0" y="170593"/>
                    <a:pt x="0" y="151929"/>
                  </a:cubicBezTo>
                  <a:lnTo>
                    <a:pt x="0" y="70371"/>
                  </a:lnTo>
                  <a:cubicBezTo>
                    <a:pt x="0" y="51707"/>
                    <a:pt x="7414" y="33808"/>
                    <a:pt x="20611" y="20611"/>
                  </a:cubicBezTo>
                  <a:cubicBezTo>
                    <a:pt x="33808" y="7414"/>
                    <a:pt x="51707" y="0"/>
                    <a:pt x="70371" y="0"/>
                  </a:cubicBezTo>
                  <a:close/>
                </a:path>
              </a:pathLst>
            </a:custGeom>
            <a:solidFill>
              <a:srgbClr val="FCB50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2"/>
            <p:cNvSpPr txBox="1"/>
            <p:nvPr/>
          </p:nvSpPr>
          <p:spPr>
            <a:xfrm>
              <a:off x="0" y="-38100"/>
              <a:ext cx="1477749" cy="260400"/>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29" name="Google Shape;129;p2"/>
          <p:cNvGrpSpPr/>
          <p:nvPr/>
        </p:nvGrpSpPr>
        <p:grpSpPr>
          <a:xfrm>
            <a:off x="3455532" y="7120378"/>
            <a:ext cx="5610829" cy="988707"/>
            <a:chOff x="0" y="-38100"/>
            <a:chExt cx="1477749" cy="260400"/>
          </a:xfrm>
        </p:grpSpPr>
        <p:sp>
          <p:nvSpPr>
            <p:cNvPr id="130" name="Google Shape;130;p2"/>
            <p:cNvSpPr/>
            <p:nvPr/>
          </p:nvSpPr>
          <p:spPr>
            <a:xfrm>
              <a:off x="0" y="0"/>
              <a:ext cx="1477749" cy="222300"/>
            </a:xfrm>
            <a:custGeom>
              <a:avLst/>
              <a:gdLst/>
              <a:ahLst/>
              <a:cxnLst/>
              <a:rect l="l" t="t" r="r" b="b"/>
              <a:pathLst>
                <a:path w="1477749" h="222300" extrusionOk="0">
                  <a:moveTo>
                    <a:pt x="70371" y="0"/>
                  </a:moveTo>
                  <a:lnTo>
                    <a:pt x="1407379" y="0"/>
                  </a:lnTo>
                  <a:cubicBezTo>
                    <a:pt x="1426042" y="0"/>
                    <a:pt x="1443941" y="7414"/>
                    <a:pt x="1457138" y="20611"/>
                  </a:cubicBezTo>
                  <a:cubicBezTo>
                    <a:pt x="1470335" y="33808"/>
                    <a:pt x="1477749" y="51707"/>
                    <a:pt x="1477749" y="70371"/>
                  </a:cubicBezTo>
                  <a:lnTo>
                    <a:pt x="1477749" y="151929"/>
                  </a:lnTo>
                  <a:cubicBezTo>
                    <a:pt x="1477749" y="170593"/>
                    <a:pt x="1470335" y="188492"/>
                    <a:pt x="1457138" y="201689"/>
                  </a:cubicBezTo>
                  <a:cubicBezTo>
                    <a:pt x="1443941" y="214886"/>
                    <a:pt x="1426042" y="222300"/>
                    <a:pt x="1407379" y="222300"/>
                  </a:cubicBezTo>
                  <a:lnTo>
                    <a:pt x="70371" y="222300"/>
                  </a:lnTo>
                  <a:cubicBezTo>
                    <a:pt x="51707" y="222300"/>
                    <a:pt x="33808" y="214886"/>
                    <a:pt x="20611" y="201689"/>
                  </a:cubicBezTo>
                  <a:cubicBezTo>
                    <a:pt x="7414" y="188492"/>
                    <a:pt x="0" y="170593"/>
                    <a:pt x="0" y="151929"/>
                  </a:cubicBezTo>
                  <a:lnTo>
                    <a:pt x="0" y="70371"/>
                  </a:lnTo>
                  <a:cubicBezTo>
                    <a:pt x="0" y="51707"/>
                    <a:pt x="7414" y="33808"/>
                    <a:pt x="20611" y="20611"/>
                  </a:cubicBezTo>
                  <a:cubicBezTo>
                    <a:pt x="33808" y="7414"/>
                    <a:pt x="51707" y="0"/>
                    <a:pt x="70371" y="0"/>
                  </a:cubicBezTo>
                  <a:close/>
                </a:path>
              </a:pathLst>
            </a:custGeom>
            <a:solidFill>
              <a:srgbClr val="EF81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31;p2"/>
            <p:cNvSpPr txBox="1"/>
            <p:nvPr/>
          </p:nvSpPr>
          <p:spPr>
            <a:xfrm>
              <a:off x="0" y="-38100"/>
              <a:ext cx="1477749" cy="260400"/>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32" name="Google Shape;132;p2"/>
          <p:cNvGrpSpPr/>
          <p:nvPr/>
        </p:nvGrpSpPr>
        <p:grpSpPr>
          <a:xfrm>
            <a:off x="3093332" y="6569134"/>
            <a:ext cx="5610829" cy="988707"/>
            <a:chOff x="0" y="-38100"/>
            <a:chExt cx="1477749" cy="260400"/>
          </a:xfrm>
        </p:grpSpPr>
        <p:sp>
          <p:nvSpPr>
            <p:cNvPr id="133" name="Google Shape;133;p2"/>
            <p:cNvSpPr/>
            <p:nvPr/>
          </p:nvSpPr>
          <p:spPr>
            <a:xfrm>
              <a:off x="0" y="0"/>
              <a:ext cx="1477749" cy="222300"/>
            </a:xfrm>
            <a:custGeom>
              <a:avLst/>
              <a:gdLst/>
              <a:ahLst/>
              <a:cxnLst/>
              <a:rect l="l" t="t" r="r" b="b"/>
              <a:pathLst>
                <a:path w="1477749" h="222300" extrusionOk="0">
                  <a:moveTo>
                    <a:pt x="70371" y="0"/>
                  </a:moveTo>
                  <a:lnTo>
                    <a:pt x="1407379" y="0"/>
                  </a:lnTo>
                  <a:cubicBezTo>
                    <a:pt x="1426042" y="0"/>
                    <a:pt x="1443941" y="7414"/>
                    <a:pt x="1457138" y="20611"/>
                  </a:cubicBezTo>
                  <a:cubicBezTo>
                    <a:pt x="1470335" y="33808"/>
                    <a:pt x="1477749" y="51707"/>
                    <a:pt x="1477749" y="70371"/>
                  </a:cubicBezTo>
                  <a:lnTo>
                    <a:pt x="1477749" y="151929"/>
                  </a:lnTo>
                  <a:cubicBezTo>
                    <a:pt x="1477749" y="170593"/>
                    <a:pt x="1470335" y="188492"/>
                    <a:pt x="1457138" y="201689"/>
                  </a:cubicBezTo>
                  <a:cubicBezTo>
                    <a:pt x="1443941" y="214886"/>
                    <a:pt x="1426042" y="222300"/>
                    <a:pt x="1407379" y="222300"/>
                  </a:cubicBezTo>
                  <a:lnTo>
                    <a:pt x="70371" y="222300"/>
                  </a:lnTo>
                  <a:cubicBezTo>
                    <a:pt x="51707" y="222300"/>
                    <a:pt x="33808" y="214886"/>
                    <a:pt x="20611" y="201689"/>
                  </a:cubicBezTo>
                  <a:cubicBezTo>
                    <a:pt x="7414" y="188492"/>
                    <a:pt x="0" y="170593"/>
                    <a:pt x="0" y="151929"/>
                  </a:cubicBezTo>
                  <a:lnTo>
                    <a:pt x="0" y="70371"/>
                  </a:lnTo>
                  <a:cubicBezTo>
                    <a:pt x="0" y="51707"/>
                    <a:pt x="7414" y="33808"/>
                    <a:pt x="20611" y="20611"/>
                  </a:cubicBezTo>
                  <a:cubicBezTo>
                    <a:pt x="33808" y="7414"/>
                    <a:pt x="51707" y="0"/>
                    <a:pt x="70371" y="0"/>
                  </a:cubicBezTo>
                  <a:close/>
                </a:path>
              </a:pathLst>
            </a:custGeom>
            <a:solidFill>
              <a:srgbClr val="FCB50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2"/>
            <p:cNvSpPr txBox="1"/>
            <p:nvPr/>
          </p:nvSpPr>
          <p:spPr>
            <a:xfrm>
              <a:off x="0" y="-38100"/>
              <a:ext cx="1477749" cy="260400"/>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35" name="Google Shape;135;p2"/>
          <p:cNvSpPr txBox="1"/>
          <p:nvPr/>
        </p:nvSpPr>
        <p:spPr>
          <a:xfrm>
            <a:off x="-2216554" y="3440496"/>
            <a:ext cx="16230600" cy="665695"/>
          </a:xfrm>
          <a:prstGeom prst="rect">
            <a:avLst/>
          </a:prstGeom>
          <a:noFill/>
          <a:ln>
            <a:noFill/>
          </a:ln>
        </p:spPr>
        <p:txBody>
          <a:bodyPr spcFirstLastPara="1" wrap="square" lIns="0" tIns="0" rIns="0" bIns="0" anchor="t" anchorCtr="0">
            <a:spAutoFit/>
          </a:bodyPr>
          <a:lstStyle/>
          <a:p>
            <a:pPr marL="0" marR="0" lvl="0" indent="0" algn="ctr" rtl="0">
              <a:lnSpc>
                <a:spcPct val="103000"/>
              </a:lnSpc>
              <a:spcBef>
                <a:spcPts val="0"/>
              </a:spcBef>
              <a:spcAft>
                <a:spcPts val="0"/>
              </a:spcAft>
              <a:buNone/>
            </a:pPr>
            <a:r>
              <a:rPr lang="en-US" sz="4200" b="1" i="0" u="none" strike="noStrike" cap="none" dirty="0">
                <a:solidFill>
                  <a:srgbClr val="29455B"/>
                </a:solidFill>
                <a:latin typeface="Arial"/>
                <a:ea typeface="Arial"/>
                <a:cs typeface="Arial"/>
                <a:sym typeface="Arial"/>
              </a:rPr>
              <a:t>Saif Ali Mushaddiq</a:t>
            </a:r>
            <a:endParaRPr dirty="0"/>
          </a:p>
        </p:txBody>
      </p:sp>
      <p:sp>
        <p:nvSpPr>
          <p:cNvPr id="136" name="Google Shape;136;p2"/>
          <p:cNvSpPr txBox="1"/>
          <p:nvPr/>
        </p:nvSpPr>
        <p:spPr>
          <a:xfrm>
            <a:off x="10133174" y="5930131"/>
            <a:ext cx="5644585" cy="271780"/>
          </a:xfrm>
          <a:prstGeom prst="rect">
            <a:avLst/>
          </a:prstGeom>
          <a:noFill/>
          <a:ln>
            <a:noFill/>
          </a:ln>
        </p:spPr>
        <p:txBody>
          <a:bodyPr spcFirstLastPara="1" wrap="square" lIns="0" tIns="0" rIns="0" bIns="0" anchor="t" anchorCtr="0">
            <a:spAutoFit/>
          </a:bodyPr>
          <a:lstStyle/>
          <a:p>
            <a:pPr marL="0" marR="0" lvl="0" indent="0" algn="ctr" rtl="0">
              <a:lnSpc>
                <a:spcPct val="103000"/>
              </a:lnSpc>
              <a:spcBef>
                <a:spcPts val="0"/>
              </a:spcBef>
              <a:spcAft>
                <a:spcPts val="0"/>
              </a:spcAft>
              <a:buNone/>
            </a:pPr>
            <a:r>
              <a:rPr lang="en-US" sz="2000" b="1" i="0" u="none" strike="noStrike" cap="none">
                <a:solidFill>
                  <a:srgbClr val="29455B"/>
                </a:solidFill>
                <a:latin typeface="Arial"/>
                <a:ea typeface="Arial"/>
                <a:cs typeface="Arial"/>
                <a:sym typeface="Arial"/>
              </a:rPr>
              <a:t>SEKRETARIS SUBDIVISI KADERISASI</a:t>
            </a:r>
            <a:endParaRPr/>
          </a:p>
        </p:txBody>
      </p:sp>
      <p:sp>
        <p:nvSpPr>
          <p:cNvPr id="137" name="Google Shape;137;p2"/>
          <p:cNvSpPr txBox="1"/>
          <p:nvPr/>
        </p:nvSpPr>
        <p:spPr>
          <a:xfrm>
            <a:off x="8597704" y="5159310"/>
            <a:ext cx="8661596" cy="530851"/>
          </a:xfrm>
          <a:prstGeom prst="rect">
            <a:avLst/>
          </a:prstGeom>
          <a:noFill/>
          <a:ln>
            <a:noFill/>
          </a:ln>
        </p:spPr>
        <p:txBody>
          <a:bodyPr spcFirstLastPara="1" wrap="square" lIns="0" tIns="0" rIns="0" bIns="0" anchor="t" anchorCtr="0">
            <a:spAutoFit/>
          </a:bodyPr>
          <a:lstStyle/>
          <a:p>
            <a:pPr marL="0" marR="0" lvl="0" indent="0" algn="ctr" rtl="0">
              <a:lnSpc>
                <a:spcPct val="102985"/>
              </a:lnSpc>
              <a:spcBef>
                <a:spcPts val="0"/>
              </a:spcBef>
              <a:spcAft>
                <a:spcPts val="0"/>
              </a:spcAft>
              <a:buNone/>
            </a:pPr>
            <a:r>
              <a:rPr lang="en-US" sz="3349" b="1" dirty="0">
                <a:solidFill>
                  <a:srgbClr val="29455B"/>
                </a:solidFill>
              </a:rPr>
              <a:t>Siti Sa’adah</a:t>
            </a:r>
            <a:endParaRPr dirty="0"/>
          </a:p>
        </p:txBody>
      </p:sp>
      <p:sp>
        <p:nvSpPr>
          <p:cNvPr id="138" name="Google Shape;138;p2"/>
          <p:cNvSpPr txBox="1"/>
          <p:nvPr/>
        </p:nvSpPr>
        <p:spPr>
          <a:xfrm>
            <a:off x="3111935" y="6920743"/>
            <a:ext cx="5592226" cy="570605"/>
          </a:xfrm>
          <a:prstGeom prst="rect">
            <a:avLst/>
          </a:prstGeom>
          <a:noFill/>
          <a:ln>
            <a:noFill/>
          </a:ln>
        </p:spPr>
        <p:txBody>
          <a:bodyPr spcFirstLastPara="1" wrap="square" lIns="0" tIns="0" rIns="0" bIns="0" anchor="t" anchorCtr="0">
            <a:spAutoFit/>
          </a:bodyPr>
          <a:lstStyle/>
          <a:p>
            <a:pPr marL="0" marR="0" lvl="0" indent="0" algn="ctr" rtl="0">
              <a:lnSpc>
                <a:spcPct val="103000"/>
              </a:lnSpc>
              <a:spcBef>
                <a:spcPts val="0"/>
              </a:spcBef>
              <a:spcAft>
                <a:spcPts val="0"/>
              </a:spcAft>
              <a:buNone/>
            </a:pPr>
            <a:r>
              <a:rPr lang="en-US" sz="3600" b="1" i="0" u="none" strike="noStrike" cap="none" dirty="0" err="1">
                <a:solidFill>
                  <a:srgbClr val="29455B"/>
                </a:solidFill>
                <a:latin typeface="Arial"/>
                <a:ea typeface="Arial"/>
                <a:cs typeface="Arial"/>
                <a:sym typeface="Arial"/>
              </a:rPr>
              <a:t>Triontin</a:t>
            </a:r>
            <a:endParaRPr dirty="0"/>
          </a:p>
        </p:txBody>
      </p:sp>
      <p:sp>
        <p:nvSpPr>
          <p:cNvPr id="139" name="Google Shape;139;p2"/>
          <p:cNvSpPr txBox="1"/>
          <p:nvPr/>
        </p:nvSpPr>
        <p:spPr>
          <a:xfrm>
            <a:off x="3817733" y="4265045"/>
            <a:ext cx="4886428" cy="308991"/>
          </a:xfrm>
          <a:prstGeom prst="rect">
            <a:avLst/>
          </a:prstGeom>
          <a:noFill/>
          <a:ln>
            <a:noFill/>
          </a:ln>
        </p:spPr>
        <p:txBody>
          <a:bodyPr spcFirstLastPara="1" wrap="square" lIns="0" tIns="0" rIns="0" bIns="0" anchor="t" anchorCtr="0">
            <a:spAutoFit/>
          </a:bodyPr>
          <a:lstStyle/>
          <a:p>
            <a:pPr marL="0" marR="0" lvl="0" indent="0" algn="ctr" rtl="0">
              <a:lnSpc>
                <a:spcPct val="103000"/>
              </a:lnSpc>
              <a:spcBef>
                <a:spcPts val="0"/>
              </a:spcBef>
              <a:spcAft>
                <a:spcPts val="0"/>
              </a:spcAft>
              <a:buNone/>
            </a:pPr>
            <a:r>
              <a:rPr lang="en-US" sz="2400" b="1" i="0" u="none" strike="noStrike" cap="none">
                <a:solidFill>
                  <a:srgbClr val="29455B"/>
                </a:solidFill>
                <a:latin typeface="Arial"/>
                <a:ea typeface="Arial"/>
                <a:cs typeface="Arial"/>
                <a:sym typeface="Arial"/>
              </a:rPr>
              <a:t>KETUA SUBDIVISI KADERISASI</a:t>
            </a:r>
            <a:endParaRPr/>
          </a:p>
        </p:txBody>
      </p:sp>
      <p:sp>
        <p:nvSpPr>
          <p:cNvPr id="140" name="Google Shape;140;p2"/>
          <p:cNvSpPr txBox="1"/>
          <p:nvPr/>
        </p:nvSpPr>
        <p:spPr>
          <a:xfrm>
            <a:off x="3632157" y="7691191"/>
            <a:ext cx="5257580" cy="306832"/>
          </a:xfrm>
          <a:prstGeom prst="rect">
            <a:avLst/>
          </a:prstGeom>
          <a:noFill/>
          <a:ln>
            <a:noFill/>
          </a:ln>
        </p:spPr>
        <p:txBody>
          <a:bodyPr spcFirstLastPara="1" wrap="square" lIns="0" tIns="0" rIns="0" bIns="0" anchor="t" anchorCtr="0">
            <a:spAutoFit/>
          </a:bodyPr>
          <a:lstStyle/>
          <a:p>
            <a:pPr marL="0" marR="0" lvl="0" indent="0" algn="ctr" rtl="0">
              <a:lnSpc>
                <a:spcPct val="103000"/>
              </a:lnSpc>
              <a:spcBef>
                <a:spcPts val="0"/>
              </a:spcBef>
              <a:spcAft>
                <a:spcPts val="0"/>
              </a:spcAft>
              <a:buNone/>
            </a:pPr>
            <a:r>
              <a:rPr lang="en-US" sz="2300" b="1" i="0" u="none" strike="noStrike" cap="none">
                <a:solidFill>
                  <a:srgbClr val="29455B"/>
                </a:solidFill>
                <a:latin typeface="Arial"/>
                <a:ea typeface="Arial"/>
                <a:cs typeface="Arial"/>
                <a:sym typeface="Arial"/>
              </a:rPr>
              <a:t>ANGGOTA SUBDIVISI KADERISASI</a:t>
            </a:r>
            <a:endParaRPr/>
          </a:p>
        </p:txBody>
      </p:sp>
      <p:sp>
        <p:nvSpPr>
          <p:cNvPr id="141" name="Google Shape;141;p2"/>
          <p:cNvSpPr txBox="1"/>
          <p:nvPr/>
        </p:nvSpPr>
        <p:spPr>
          <a:xfrm>
            <a:off x="11253418" y="8639226"/>
            <a:ext cx="4730253" cy="308991"/>
          </a:xfrm>
          <a:prstGeom prst="rect">
            <a:avLst/>
          </a:prstGeom>
          <a:noFill/>
          <a:ln>
            <a:noFill/>
          </a:ln>
        </p:spPr>
        <p:txBody>
          <a:bodyPr spcFirstLastPara="1" wrap="square" lIns="0" tIns="0" rIns="0" bIns="0" anchor="t" anchorCtr="0">
            <a:spAutoFit/>
          </a:bodyPr>
          <a:lstStyle/>
          <a:p>
            <a:pPr marL="0" marR="0" lvl="0" indent="0" algn="ctr" rtl="0">
              <a:lnSpc>
                <a:spcPct val="103000"/>
              </a:lnSpc>
              <a:spcBef>
                <a:spcPts val="0"/>
              </a:spcBef>
              <a:spcAft>
                <a:spcPts val="0"/>
              </a:spcAft>
              <a:buNone/>
            </a:pPr>
            <a:r>
              <a:rPr lang="en-US" sz="2400" b="1" i="0" u="none" strike="noStrike" cap="none">
                <a:solidFill>
                  <a:srgbClr val="29455B"/>
                </a:solidFill>
                <a:latin typeface="Arial"/>
                <a:ea typeface="Arial"/>
                <a:cs typeface="Arial"/>
                <a:sym typeface="Arial"/>
              </a:rPr>
              <a:t>ANGGOTA DIVISI PSDM</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3"/>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16609" b="-16608"/>
            </a:stretch>
          </a:blipFill>
          <a:ln>
            <a:noFill/>
          </a:ln>
        </p:spPr>
      </p:sp>
      <p:sp>
        <p:nvSpPr>
          <p:cNvPr id="147" name="Google Shape;147;p3"/>
          <p:cNvSpPr txBox="1"/>
          <p:nvPr/>
        </p:nvSpPr>
        <p:spPr>
          <a:xfrm>
            <a:off x="888841" y="248793"/>
            <a:ext cx="16230600" cy="1201802"/>
          </a:xfrm>
          <a:prstGeom prst="rect">
            <a:avLst/>
          </a:prstGeom>
          <a:noFill/>
          <a:ln>
            <a:noFill/>
          </a:ln>
        </p:spPr>
        <p:txBody>
          <a:bodyPr spcFirstLastPara="1" wrap="square" lIns="0" tIns="0" rIns="0" bIns="0" anchor="t" anchorCtr="0">
            <a:spAutoFit/>
          </a:bodyPr>
          <a:lstStyle/>
          <a:p>
            <a:pPr marL="0" marR="0" lvl="0" indent="0" algn="ctr" rtl="0">
              <a:lnSpc>
                <a:spcPct val="103000"/>
              </a:lnSpc>
              <a:spcBef>
                <a:spcPts val="0"/>
              </a:spcBef>
              <a:spcAft>
                <a:spcPts val="0"/>
              </a:spcAft>
              <a:buNone/>
            </a:pPr>
            <a:r>
              <a:rPr lang="en-US" sz="8900" b="1" i="0" u="none" strike="noStrike" cap="none">
                <a:solidFill>
                  <a:srgbClr val="29455B"/>
                </a:solidFill>
                <a:latin typeface="Arial"/>
                <a:ea typeface="Arial"/>
                <a:cs typeface="Arial"/>
                <a:sym typeface="Arial"/>
              </a:rPr>
              <a:t>PENDAHULUAN</a:t>
            </a:r>
            <a:endParaRPr/>
          </a:p>
        </p:txBody>
      </p:sp>
      <p:grpSp>
        <p:nvGrpSpPr>
          <p:cNvPr id="148" name="Google Shape;148;p3"/>
          <p:cNvGrpSpPr/>
          <p:nvPr/>
        </p:nvGrpSpPr>
        <p:grpSpPr>
          <a:xfrm>
            <a:off x="1945241" y="4726664"/>
            <a:ext cx="14479699" cy="4719150"/>
            <a:chOff x="0" y="-38100"/>
            <a:chExt cx="5563559" cy="1813247"/>
          </a:xfrm>
        </p:grpSpPr>
        <p:sp>
          <p:nvSpPr>
            <p:cNvPr id="149" name="Google Shape;149;p3"/>
            <p:cNvSpPr/>
            <p:nvPr/>
          </p:nvSpPr>
          <p:spPr>
            <a:xfrm>
              <a:off x="0" y="0"/>
              <a:ext cx="5563559" cy="1775147"/>
            </a:xfrm>
            <a:custGeom>
              <a:avLst/>
              <a:gdLst/>
              <a:ahLst/>
              <a:cxnLst/>
              <a:rect l="l" t="t" r="r" b="b"/>
              <a:pathLst>
                <a:path w="5563559" h="1775147" extrusionOk="0">
                  <a:moveTo>
                    <a:pt x="36358" y="0"/>
                  </a:moveTo>
                  <a:lnTo>
                    <a:pt x="5527201" y="0"/>
                  </a:lnTo>
                  <a:cubicBezTo>
                    <a:pt x="5536844" y="0"/>
                    <a:pt x="5546091" y="3831"/>
                    <a:pt x="5552910" y="10649"/>
                  </a:cubicBezTo>
                  <a:cubicBezTo>
                    <a:pt x="5559728" y="17467"/>
                    <a:pt x="5563559" y="26715"/>
                    <a:pt x="5563559" y="36358"/>
                  </a:cubicBezTo>
                  <a:lnTo>
                    <a:pt x="5563559" y="1738789"/>
                  </a:lnTo>
                  <a:cubicBezTo>
                    <a:pt x="5563559" y="1758869"/>
                    <a:pt x="5547281" y="1775147"/>
                    <a:pt x="5527201" y="1775147"/>
                  </a:cubicBezTo>
                  <a:lnTo>
                    <a:pt x="36358" y="1775147"/>
                  </a:lnTo>
                  <a:cubicBezTo>
                    <a:pt x="16278" y="1775147"/>
                    <a:pt x="0" y="1758869"/>
                    <a:pt x="0" y="1738789"/>
                  </a:cubicBezTo>
                  <a:lnTo>
                    <a:pt x="0" y="36358"/>
                  </a:lnTo>
                  <a:cubicBezTo>
                    <a:pt x="0" y="16278"/>
                    <a:pt x="16278" y="0"/>
                    <a:pt x="36358" y="0"/>
                  </a:cubicBezTo>
                  <a:close/>
                </a:path>
              </a:pathLst>
            </a:custGeom>
            <a:solidFill>
              <a:srgbClr val="FCB50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3"/>
            <p:cNvSpPr txBox="1"/>
            <p:nvPr/>
          </p:nvSpPr>
          <p:spPr>
            <a:xfrm>
              <a:off x="0" y="-38100"/>
              <a:ext cx="5563559" cy="1813247"/>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51" name="Google Shape;151;p3"/>
          <p:cNvGrpSpPr/>
          <p:nvPr/>
        </p:nvGrpSpPr>
        <p:grpSpPr>
          <a:xfrm>
            <a:off x="1636164" y="1465735"/>
            <a:ext cx="15057649" cy="7792565"/>
            <a:chOff x="0" y="-38100"/>
            <a:chExt cx="5785625" cy="2994150"/>
          </a:xfrm>
        </p:grpSpPr>
        <p:sp>
          <p:nvSpPr>
            <p:cNvPr id="152" name="Google Shape;152;p3"/>
            <p:cNvSpPr/>
            <p:nvPr/>
          </p:nvSpPr>
          <p:spPr>
            <a:xfrm>
              <a:off x="0" y="0"/>
              <a:ext cx="5785625" cy="2956050"/>
            </a:xfrm>
            <a:custGeom>
              <a:avLst/>
              <a:gdLst/>
              <a:ahLst/>
              <a:cxnLst/>
              <a:rect l="l" t="t" r="r" b="b"/>
              <a:pathLst>
                <a:path w="5785625" h="2956050" extrusionOk="0">
                  <a:moveTo>
                    <a:pt x="34962" y="0"/>
                  </a:moveTo>
                  <a:lnTo>
                    <a:pt x="5750663" y="0"/>
                  </a:lnTo>
                  <a:cubicBezTo>
                    <a:pt x="5759935" y="0"/>
                    <a:pt x="5768828" y="3684"/>
                    <a:pt x="5775385" y="10240"/>
                  </a:cubicBezTo>
                  <a:cubicBezTo>
                    <a:pt x="5781942" y="16797"/>
                    <a:pt x="5785625" y="25690"/>
                    <a:pt x="5785625" y="34962"/>
                  </a:cubicBezTo>
                  <a:lnTo>
                    <a:pt x="5785625" y="2921087"/>
                  </a:lnTo>
                  <a:cubicBezTo>
                    <a:pt x="5785625" y="2940397"/>
                    <a:pt x="5769972" y="2956050"/>
                    <a:pt x="5750663" y="2956050"/>
                  </a:cubicBezTo>
                  <a:lnTo>
                    <a:pt x="34962" y="2956050"/>
                  </a:lnTo>
                  <a:cubicBezTo>
                    <a:pt x="25690" y="2956050"/>
                    <a:pt x="16797" y="2952366"/>
                    <a:pt x="10240" y="2945810"/>
                  </a:cubicBezTo>
                  <a:cubicBezTo>
                    <a:pt x="3684" y="2939253"/>
                    <a:pt x="0" y="2930360"/>
                    <a:pt x="0" y="2921087"/>
                  </a:cubicBezTo>
                  <a:lnTo>
                    <a:pt x="0" y="34962"/>
                  </a:lnTo>
                  <a:cubicBezTo>
                    <a:pt x="0" y="25690"/>
                    <a:pt x="3684" y="16797"/>
                    <a:pt x="10240" y="10240"/>
                  </a:cubicBezTo>
                  <a:cubicBezTo>
                    <a:pt x="16797" y="3684"/>
                    <a:pt x="25690" y="0"/>
                    <a:pt x="34962" y="0"/>
                  </a:cubicBezTo>
                  <a:close/>
                </a:path>
              </a:pathLst>
            </a:custGeom>
            <a:solidFill>
              <a:srgbClr val="2945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3"/>
            <p:cNvSpPr txBox="1"/>
            <p:nvPr/>
          </p:nvSpPr>
          <p:spPr>
            <a:xfrm>
              <a:off x="0" y="-38100"/>
              <a:ext cx="5785625" cy="2994150"/>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54" name="Google Shape;154;p3"/>
          <p:cNvSpPr/>
          <p:nvPr/>
        </p:nvSpPr>
        <p:spPr>
          <a:xfrm rot="-5400000">
            <a:off x="15891424" y="7917325"/>
            <a:ext cx="1795277" cy="2605283"/>
          </a:xfrm>
          <a:custGeom>
            <a:avLst/>
            <a:gdLst/>
            <a:ahLst/>
            <a:cxnLst/>
            <a:rect l="l" t="t" r="r" b="b"/>
            <a:pathLst>
              <a:path w="1795277" h="2605283" extrusionOk="0">
                <a:moveTo>
                  <a:pt x="1795277" y="2605283"/>
                </a:moveTo>
                <a:lnTo>
                  <a:pt x="0" y="2605283"/>
                </a:lnTo>
                <a:lnTo>
                  <a:pt x="0" y="0"/>
                </a:lnTo>
                <a:lnTo>
                  <a:pt x="1795277" y="0"/>
                </a:lnTo>
                <a:lnTo>
                  <a:pt x="1795277" y="2605283"/>
                </a:lnTo>
                <a:close/>
              </a:path>
            </a:pathLst>
          </a:custGeom>
          <a:blipFill rotWithShape="1">
            <a:blip r:embed="rId4">
              <a:alphaModFix/>
            </a:blip>
            <a:stretch>
              <a:fillRect/>
            </a:stretch>
          </a:blipFill>
          <a:ln>
            <a:noFill/>
          </a:ln>
        </p:spPr>
      </p:sp>
      <p:sp>
        <p:nvSpPr>
          <p:cNvPr id="155" name="Google Shape;155;p3"/>
          <p:cNvSpPr/>
          <p:nvPr/>
        </p:nvSpPr>
        <p:spPr>
          <a:xfrm rot="5400000" flipH="1">
            <a:off x="620477" y="7917325"/>
            <a:ext cx="1795277" cy="2605283"/>
          </a:xfrm>
          <a:custGeom>
            <a:avLst/>
            <a:gdLst/>
            <a:ahLst/>
            <a:cxnLst/>
            <a:rect l="l" t="t" r="r" b="b"/>
            <a:pathLst>
              <a:path w="1795277" h="2605283" extrusionOk="0">
                <a:moveTo>
                  <a:pt x="1795277" y="0"/>
                </a:moveTo>
                <a:lnTo>
                  <a:pt x="0" y="0"/>
                </a:lnTo>
                <a:lnTo>
                  <a:pt x="0" y="2605283"/>
                </a:lnTo>
                <a:lnTo>
                  <a:pt x="1795277" y="2605283"/>
                </a:lnTo>
                <a:lnTo>
                  <a:pt x="1795277" y="0"/>
                </a:lnTo>
                <a:close/>
              </a:path>
            </a:pathLst>
          </a:custGeom>
          <a:blipFill rotWithShape="1">
            <a:blip r:embed="rId4">
              <a:alphaModFix/>
            </a:blip>
            <a:stretch>
              <a:fillRect/>
            </a:stretch>
          </a:blipFill>
          <a:ln>
            <a:noFill/>
          </a:ln>
        </p:spPr>
      </p:sp>
      <p:sp>
        <p:nvSpPr>
          <p:cNvPr id="156" name="Google Shape;156;p3"/>
          <p:cNvSpPr/>
          <p:nvPr/>
        </p:nvSpPr>
        <p:spPr>
          <a:xfrm rot="10800000">
            <a:off x="0" y="0"/>
            <a:ext cx="2337117" cy="2393695"/>
          </a:xfrm>
          <a:custGeom>
            <a:avLst/>
            <a:gdLst/>
            <a:ahLst/>
            <a:cxnLst/>
            <a:rect l="l" t="t" r="r" b="b"/>
            <a:pathLst>
              <a:path w="2337117" h="2393695" extrusionOk="0">
                <a:moveTo>
                  <a:pt x="2337117" y="2393695"/>
                </a:moveTo>
                <a:lnTo>
                  <a:pt x="0" y="2393695"/>
                </a:lnTo>
                <a:lnTo>
                  <a:pt x="0" y="0"/>
                </a:lnTo>
                <a:lnTo>
                  <a:pt x="2337117" y="0"/>
                </a:lnTo>
                <a:lnTo>
                  <a:pt x="2337117" y="2393695"/>
                </a:lnTo>
                <a:close/>
              </a:path>
            </a:pathLst>
          </a:custGeom>
          <a:blipFill rotWithShape="1">
            <a:blip r:embed="rId5">
              <a:alphaModFix/>
            </a:blip>
            <a:stretch>
              <a:fillRect/>
            </a:stretch>
          </a:blipFill>
          <a:ln>
            <a:noFill/>
          </a:ln>
        </p:spPr>
      </p:sp>
      <p:sp>
        <p:nvSpPr>
          <p:cNvPr id="157" name="Google Shape;157;p3"/>
          <p:cNvSpPr/>
          <p:nvPr/>
        </p:nvSpPr>
        <p:spPr>
          <a:xfrm rot="10800000" flipH="1">
            <a:off x="15950883" y="0"/>
            <a:ext cx="2337117" cy="2393695"/>
          </a:xfrm>
          <a:custGeom>
            <a:avLst/>
            <a:gdLst/>
            <a:ahLst/>
            <a:cxnLst/>
            <a:rect l="l" t="t" r="r" b="b"/>
            <a:pathLst>
              <a:path w="2337117" h="2393695" extrusionOk="0">
                <a:moveTo>
                  <a:pt x="0" y="2393695"/>
                </a:moveTo>
                <a:lnTo>
                  <a:pt x="2337117" y="2393695"/>
                </a:lnTo>
                <a:lnTo>
                  <a:pt x="2337117" y="0"/>
                </a:lnTo>
                <a:lnTo>
                  <a:pt x="0" y="0"/>
                </a:lnTo>
                <a:lnTo>
                  <a:pt x="0" y="2393695"/>
                </a:lnTo>
                <a:close/>
              </a:path>
            </a:pathLst>
          </a:custGeom>
          <a:blipFill rotWithShape="1">
            <a:blip r:embed="rId5">
              <a:alphaModFix/>
            </a:blip>
            <a:stretch>
              <a:fillRect/>
            </a:stretch>
          </a:blipFill>
          <a:ln>
            <a:noFill/>
          </a:ln>
        </p:spPr>
      </p:sp>
      <p:sp>
        <p:nvSpPr>
          <p:cNvPr id="158" name="Google Shape;158;p3"/>
          <p:cNvSpPr/>
          <p:nvPr/>
        </p:nvSpPr>
        <p:spPr>
          <a:xfrm>
            <a:off x="-1194358" y="1423307"/>
            <a:ext cx="3139599" cy="3116766"/>
          </a:xfrm>
          <a:custGeom>
            <a:avLst/>
            <a:gdLst/>
            <a:ahLst/>
            <a:cxnLst/>
            <a:rect l="l" t="t" r="r" b="b"/>
            <a:pathLst>
              <a:path w="3139599" h="3116766" extrusionOk="0">
                <a:moveTo>
                  <a:pt x="0" y="0"/>
                </a:moveTo>
                <a:lnTo>
                  <a:pt x="3139599" y="0"/>
                </a:lnTo>
                <a:lnTo>
                  <a:pt x="3139599" y="3116766"/>
                </a:lnTo>
                <a:lnTo>
                  <a:pt x="0" y="3116766"/>
                </a:lnTo>
                <a:lnTo>
                  <a:pt x="0" y="0"/>
                </a:lnTo>
                <a:close/>
              </a:path>
            </a:pathLst>
          </a:custGeom>
          <a:blipFill rotWithShape="1">
            <a:blip r:embed="rId6">
              <a:alphaModFix/>
            </a:blip>
            <a:stretch>
              <a:fillRect/>
            </a:stretch>
          </a:blipFill>
          <a:ln>
            <a:noFill/>
          </a:ln>
        </p:spPr>
      </p:sp>
      <p:sp>
        <p:nvSpPr>
          <p:cNvPr id="159" name="Google Shape;159;p3"/>
          <p:cNvSpPr/>
          <p:nvPr/>
        </p:nvSpPr>
        <p:spPr>
          <a:xfrm>
            <a:off x="16370677" y="1423307"/>
            <a:ext cx="3139599" cy="3116766"/>
          </a:xfrm>
          <a:custGeom>
            <a:avLst/>
            <a:gdLst/>
            <a:ahLst/>
            <a:cxnLst/>
            <a:rect l="l" t="t" r="r" b="b"/>
            <a:pathLst>
              <a:path w="3139599" h="3116766" extrusionOk="0">
                <a:moveTo>
                  <a:pt x="0" y="0"/>
                </a:moveTo>
                <a:lnTo>
                  <a:pt x="3139599" y="0"/>
                </a:lnTo>
                <a:lnTo>
                  <a:pt x="3139599" y="3116766"/>
                </a:lnTo>
                <a:lnTo>
                  <a:pt x="0" y="3116766"/>
                </a:lnTo>
                <a:lnTo>
                  <a:pt x="0" y="0"/>
                </a:lnTo>
                <a:close/>
              </a:path>
            </a:pathLst>
          </a:custGeom>
          <a:blipFill rotWithShape="1">
            <a:blip r:embed="rId6">
              <a:alphaModFix/>
            </a:blip>
            <a:stretch>
              <a:fillRect/>
            </a:stretch>
          </a:blipFill>
          <a:ln>
            <a:noFill/>
          </a:ln>
        </p:spPr>
      </p:sp>
      <p:sp>
        <p:nvSpPr>
          <p:cNvPr id="160" name="Google Shape;160;p3"/>
          <p:cNvSpPr/>
          <p:nvPr/>
        </p:nvSpPr>
        <p:spPr>
          <a:xfrm>
            <a:off x="1274400" y="-303224"/>
            <a:ext cx="1341682" cy="1331924"/>
          </a:xfrm>
          <a:custGeom>
            <a:avLst/>
            <a:gdLst/>
            <a:ahLst/>
            <a:cxnLst/>
            <a:rect l="l" t="t" r="r" b="b"/>
            <a:pathLst>
              <a:path w="1341682" h="1331924" extrusionOk="0">
                <a:moveTo>
                  <a:pt x="0" y="0"/>
                </a:moveTo>
                <a:lnTo>
                  <a:pt x="1341682" y="0"/>
                </a:lnTo>
                <a:lnTo>
                  <a:pt x="1341682" y="1331924"/>
                </a:lnTo>
                <a:lnTo>
                  <a:pt x="0" y="1331924"/>
                </a:lnTo>
                <a:lnTo>
                  <a:pt x="0" y="0"/>
                </a:lnTo>
                <a:close/>
              </a:path>
            </a:pathLst>
          </a:custGeom>
          <a:blipFill rotWithShape="1">
            <a:blip r:embed="rId6">
              <a:alphaModFix/>
            </a:blip>
            <a:stretch>
              <a:fillRect/>
            </a:stretch>
          </a:blipFill>
          <a:ln>
            <a:noFill/>
          </a:ln>
        </p:spPr>
      </p:sp>
      <p:sp>
        <p:nvSpPr>
          <p:cNvPr id="161" name="Google Shape;161;p3"/>
          <p:cNvSpPr/>
          <p:nvPr/>
        </p:nvSpPr>
        <p:spPr>
          <a:xfrm>
            <a:off x="15777760" y="-303224"/>
            <a:ext cx="1341682" cy="1331924"/>
          </a:xfrm>
          <a:custGeom>
            <a:avLst/>
            <a:gdLst/>
            <a:ahLst/>
            <a:cxnLst/>
            <a:rect l="l" t="t" r="r" b="b"/>
            <a:pathLst>
              <a:path w="1341682" h="1331924" extrusionOk="0">
                <a:moveTo>
                  <a:pt x="0" y="0"/>
                </a:moveTo>
                <a:lnTo>
                  <a:pt x="1341681" y="0"/>
                </a:lnTo>
                <a:lnTo>
                  <a:pt x="1341681" y="1331924"/>
                </a:lnTo>
                <a:lnTo>
                  <a:pt x="0" y="1331924"/>
                </a:lnTo>
                <a:lnTo>
                  <a:pt x="0" y="0"/>
                </a:lnTo>
                <a:close/>
              </a:path>
            </a:pathLst>
          </a:custGeom>
          <a:blipFill rotWithShape="1">
            <a:blip r:embed="rId6">
              <a:alphaModFix/>
            </a:blip>
            <a:stretch>
              <a:fillRect/>
            </a:stretch>
          </a:blipFill>
          <a:ln>
            <a:noFill/>
          </a:ln>
        </p:spPr>
      </p:sp>
      <p:sp>
        <p:nvSpPr>
          <p:cNvPr id="162" name="Google Shape;162;p3"/>
          <p:cNvSpPr txBox="1"/>
          <p:nvPr/>
        </p:nvSpPr>
        <p:spPr>
          <a:xfrm>
            <a:off x="10726092" y="5655662"/>
            <a:ext cx="4730253" cy="308991"/>
          </a:xfrm>
          <a:prstGeom prst="rect">
            <a:avLst/>
          </a:prstGeom>
          <a:noFill/>
          <a:ln>
            <a:noFill/>
          </a:ln>
        </p:spPr>
        <p:txBody>
          <a:bodyPr spcFirstLastPara="1" wrap="square" lIns="0" tIns="0" rIns="0" bIns="0" anchor="t" anchorCtr="0">
            <a:spAutoFit/>
          </a:bodyPr>
          <a:lstStyle/>
          <a:p>
            <a:pPr marL="0" marR="0" lvl="0" indent="0" algn="ctr" rtl="0">
              <a:lnSpc>
                <a:spcPct val="103000"/>
              </a:lnSpc>
              <a:spcBef>
                <a:spcPts val="0"/>
              </a:spcBef>
              <a:spcAft>
                <a:spcPts val="0"/>
              </a:spcAft>
              <a:buNone/>
            </a:pPr>
            <a:r>
              <a:rPr lang="en-US" sz="2400" b="1" i="0" u="none" strike="noStrike" cap="none">
                <a:solidFill>
                  <a:srgbClr val="29455B"/>
                </a:solidFill>
                <a:latin typeface="Arial"/>
                <a:ea typeface="Arial"/>
                <a:cs typeface="Arial"/>
                <a:sym typeface="Arial"/>
              </a:rPr>
              <a:t>SEKRETARIS DIVISI PSDM</a:t>
            </a:r>
            <a:endParaRPr/>
          </a:p>
        </p:txBody>
      </p:sp>
      <p:sp>
        <p:nvSpPr>
          <p:cNvPr id="163" name="Google Shape;163;p3"/>
          <p:cNvSpPr txBox="1"/>
          <p:nvPr/>
        </p:nvSpPr>
        <p:spPr>
          <a:xfrm>
            <a:off x="2411527" y="3201175"/>
            <a:ext cx="13464947" cy="3827500"/>
          </a:xfrm>
          <a:prstGeom prst="rect">
            <a:avLst/>
          </a:prstGeom>
          <a:noFill/>
          <a:ln>
            <a:noFill/>
          </a:ln>
        </p:spPr>
        <p:txBody>
          <a:bodyPr spcFirstLastPara="1" wrap="square" lIns="0" tIns="0" rIns="0" bIns="0" anchor="t" anchorCtr="0">
            <a:spAutoFit/>
          </a:bodyPr>
          <a:lstStyle/>
          <a:p>
            <a:pPr marL="0" marR="0" lvl="0" indent="0" algn="just" rtl="0">
              <a:lnSpc>
                <a:spcPct val="140013"/>
              </a:lnSpc>
              <a:spcBef>
                <a:spcPts val="0"/>
              </a:spcBef>
              <a:spcAft>
                <a:spcPts val="0"/>
              </a:spcAft>
              <a:buNone/>
            </a:pPr>
            <a:r>
              <a:rPr lang="en-US" sz="3044" b="0" i="0" u="none" strike="noStrike" cap="none">
                <a:solidFill>
                  <a:srgbClr val="F9EEE1"/>
                </a:solidFill>
                <a:latin typeface="Arial"/>
                <a:ea typeface="Arial"/>
                <a:cs typeface="Arial"/>
                <a:sym typeface="Arial"/>
              </a:rPr>
              <a:t>Assalamualaikum wr.wb</a:t>
            </a:r>
            <a:endParaRPr/>
          </a:p>
          <a:p>
            <a:pPr marL="0" marR="0" lvl="0" indent="0" algn="just" rtl="0">
              <a:lnSpc>
                <a:spcPct val="140013"/>
              </a:lnSpc>
              <a:spcBef>
                <a:spcPts val="0"/>
              </a:spcBef>
              <a:spcAft>
                <a:spcPts val="0"/>
              </a:spcAft>
              <a:buNone/>
            </a:pPr>
            <a:r>
              <a:rPr lang="en-US" sz="3044" b="0" i="0" u="none" strike="noStrike" cap="none">
                <a:solidFill>
                  <a:srgbClr val="F9EEE1"/>
                </a:solidFill>
                <a:latin typeface="Arial"/>
                <a:ea typeface="Arial"/>
                <a:cs typeface="Arial"/>
                <a:sym typeface="Arial"/>
              </a:rPr>
              <a:t>Puji syukur kita panjatkan kehadirat Tuhan Yang Maha Esa, karena atas rahmat dan karunia-Nya, kita dapat berkumpul di sini dalam keadaan sehat untuk melaksanakan Rapat Triwulan Himpunan Mahasiswa Teknik Informatika</a:t>
            </a:r>
            <a:endParaRPr/>
          </a:p>
          <a:p>
            <a:pPr marL="0" marR="0" lvl="0" indent="0" algn="just" rtl="0">
              <a:lnSpc>
                <a:spcPct val="140013"/>
              </a:lnSpc>
              <a:spcBef>
                <a:spcPts val="0"/>
              </a:spcBef>
              <a:spcAft>
                <a:spcPts val="0"/>
              </a:spcAft>
              <a:buNone/>
            </a:pPr>
            <a:r>
              <a:rPr lang="en-US" sz="3044" b="0" i="0" u="none" strike="noStrike" cap="none">
                <a:solidFill>
                  <a:srgbClr val="F9EEE1"/>
                </a:solidFill>
                <a:latin typeface="Arial"/>
                <a:ea typeface="Arial"/>
                <a:cs typeface="Arial"/>
                <a:sym typeface="Arial"/>
              </a:rPr>
              <a:t>Semoga rapat ini berjalan lancar dan membawa hasil yang bermanfaat untuk kemajuan himpunan </a:t>
            </a:r>
            <a:endParaRPr/>
          </a:p>
          <a:p>
            <a:pPr marL="33125" marR="0" lvl="1" indent="0" algn="just" rtl="0">
              <a:lnSpc>
                <a:spcPct val="7030"/>
              </a:lnSpc>
              <a:spcBef>
                <a:spcPts val="0"/>
              </a:spcBef>
              <a:spcAft>
                <a:spcPts val="0"/>
              </a:spcAft>
              <a:buClr>
                <a:schemeClr val="dk1"/>
              </a:buClr>
              <a:buSzPts val="3044"/>
              <a:buFont typeface="Arial"/>
              <a:buNone/>
            </a:pPr>
            <a:endParaRPr sz="3044" b="0" i="0" u="none" strike="noStrike" cap="none">
              <a:solidFill>
                <a:srgbClr val="F9EEE1"/>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p4"/>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16609" b="-16608"/>
            </a:stretch>
          </a:blipFill>
          <a:ln>
            <a:noFill/>
          </a:ln>
        </p:spPr>
      </p:sp>
      <p:sp>
        <p:nvSpPr>
          <p:cNvPr id="169" name="Google Shape;169;p4"/>
          <p:cNvSpPr/>
          <p:nvPr/>
        </p:nvSpPr>
        <p:spPr>
          <a:xfrm>
            <a:off x="16511283" y="8407075"/>
            <a:ext cx="1776717" cy="1819729"/>
          </a:xfrm>
          <a:custGeom>
            <a:avLst/>
            <a:gdLst/>
            <a:ahLst/>
            <a:cxnLst/>
            <a:rect l="l" t="t" r="r" b="b"/>
            <a:pathLst>
              <a:path w="1776717" h="1819729" extrusionOk="0">
                <a:moveTo>
                  <a:pt x="0" y="0"/>
                </a:moveTo>
                <a:lnTo>
                  <a:pt x="1776717" y="0"/>
                </a:lnTo>
                <a:lnTo>
                  <a:pt x="1776717" y="1819730"/>
                </a:lnTo>
                <a:lnTo>
                  <a:pt x="0" y="1819730"/>
                </a:lnTo>
                <a:lnTo>
                  <a:pt x="0" y="0"/>
                </a:lnTo>
                <a:close/>
              </a:path>
            </a:pathLst>
          </a:custGeom>
          <a:blipFill rotWithShape="1">
            <a:blip r:embed="rId4">
              <a:alphaModFix/>
            </a:blip>
            <a:stretch>
              <a:fillRect/>
            </a:stretch>
          </a:blipFill>
          <a:ln>
            <a:noFill/>
          </a:ln>
        </p:spPr>
      </p:sp>
      <p:sp>
        <p:nvSpPr>
          <p:cNvPr id="170" name="Google Shape;170;p4"/>
          <p:cNvSpPr/>
          <p:nvPr/>
        </p:nvSpPr>
        <p:spPr>
          <a:xfrm>
            <a:off x="14974605" y="-480817"/>
            <a:ext cx="3780600" cy="3753105"/>
          </a:xfrm>
          <a:custGeom>
            <a:avLst/>
            <a:gdLst/>
            <a:ahLst/>
            <a:cxnLst/>
            <a:rect l="l" t="t" r="r" b="b"/>
            <a:pathLst>
              <a:path w="3780600" h="3753105" extrusionOk="0">
                <a:moveTo>
                  <a:pt x="0" y="0"/>
                </a:moveTo>
                <a:lnTo>
                  <a:pt x="3780600" y="0"/>
                </a:lnTo>
                <a:lnTo>
                  <a:pt x="3780600" y="3753105"/>
                </a:lnTo>
                <a:lnTo>
                  <a:pt x="0" y="3753105"/>
                </a:lnTo>
                <a:lnTo>
                  <a:pt x="0" y="0"/>
                </a:lnTo>
                <a:close/>
              </a:path>
            </a:pathLst>
          </a:custGeom>
          <a:blipFill rotWithShape="1">
            <a:blip r:embed="rId5">
              <a:alphaModFix/>
            </a:blip>
            <a:stretch>
              <a:fillRect/>
            </a:stretch>
          </a:blipFill>
          <a:ln>
            <a:noFill/>
          </a:ln>
        </p:spPr>
      </p:sp>
      <p:sp>
        <p:nvSpPr>
          <p:cNvPr id="171" name="Google Shape;171;p4"/>
          <p:cNvSpPr/>
          <p:nvPr/>
        </p:nvSpPr>
        <p:spPr>
          <a:xfrm rot="10800000" flipH="1">
            <a:off x="16511283" y="0"/>
            <a:ext cx="1776717" cy="1819729"/>
          </a:xfrm>
          <a:custGeom>
            <a:avLst/>
            <a:gdLst/>
            <a:ahLst/>
            <a:cxnLst/>
            <a:rect l="l" t="t" r="r" b="b"/>
            <a:pathLst>
              <a:path w="1776717" h="1819729" extrusionOk="0">
                <a:moveTo>
                  <a:pt x="0" y="1819729"/>
                </a:moveTo>
                <a:lnTo>
                  <a:pt x="1776717" y="1819729"/>
                </a:lnTo>
                <a:lnTo>
                  <a:pt x="1776717" y="0"/>
                </a:lnTo>
                <a:lnTo>
                  <a:pt x="0" y="0"/>
                </a:lnTo>
                <a:lnTo>
                  <a:pt x="0" y="1819729"/>
                </a:lnTo>
                <a:close/>
              </a:path>
            </a:pathLst>
          </a:custGeom>
          <a:blipFill rotWithShape="1">
            <a:blip r:embed="rId4">
              <a:alphaModFix/>
            </a:blip>
            <a:stretch>
              <a:fillRect/>
            </a:stretch>
          </a:blipFill>
          <a:ln>
            <a:noFill/>
          </a:ln>
        </p:spPr>
      </p:sp>
      <p:sp>
        <p:nvSpPr>
          <p:cNvPr id="172" name="Google Shape;172;p4"/>
          <p:cNvSpPr/>
          <p:nvPr/>
        </p:nvSpPr>
        <p:spPr>
          <a:xfrm rot="10800000">
            <a:off x="0" y="0"/>
            <a:ext cx="1776717" cy="1819729"/>
          </a:xfrm>
          <a:custGeom>
            <a:avLst/>
            <a:gdLst/>
            <a:ahLst/>
            <a:cxnLst/>
            <a:rect l="l" t="t" r="r" b="b"/>
            <a:pathLst>
              <a:path w="1776717" h="1819729" extrusionOk="0">
                <a:moveTo>
                  <a:pt x="1776717" y="1819729"/>
                </a:moveTo>
                <a:lnTo>
                  <a:pt x="0" y="1819729"/>
                </a:lnTo>
                <a:lnTo>
                  <a:pt x="0" y="0"/>
                </a:lnTo>
                <a:lnTo>
                  <a:pt x="1776717" y="0"/>
                </a:lnTo>
                <a:lnTo>
                  <a:pt x="1776717" y="1819729"/>
                </a:lnTo>
                <a:close/>
              </a:path>
            </a:pathLst>
          </a:custGeom>
          <a:blipFill rotWithShape="1">
            <a:blip r:embed="rId4">
              <a:alphaModFix/>
            </a:blip>
            <a:stretch>
              <a:fillRect/>
            </a:stretch>
          </a:blipFill>
          <a:ln>
            <a:noFill/>
          </a:ln>
        </p:spPr>
      </p:sp>
      <p:sp>
        <p:nvSpPr>
          <p:cNvPr id="173" name="Google Shape;173;p4"/>
          <p:cNvSpPr/>
          <p:nvPr/>
        </p:nvSpPr>
        <p:spPr>
          <a:xfrm rot="10800000" flipH="1">
            <a:off x="-429105" y="6828898"/>
            <a:ext cx="3950064" cy="3921336"/>
          </a:xfrm>
          <a:custGeom>
            <a:avLst/>
            <a:gdLst/>
            <a:ahLst/>
            <a:cxnLst/>
            <a:rect l="l" t="t" r="r" b="b"/>
            <a:pathLst>
              <a:path w="3950064" h="3921336" extrusionOk="0">
                <a:moveTo>
                  <a:pt x="0" y="3921336"/>
                </a:moveTo>
                <a:lnTo>
                  <a:pt x="3950064" y="3921336"/>
                </a:lnTo>
                <a:lnTo>
                  <a:pt x="3950064" y="0"/>
                </a:lnTo>
                <a:lnTo>
                  <a:pt x="0" y="0"/>
                </a:lnTo>
                <a:lnTo>
                  <a:pt x="0" y="3921336"/>
                </a:lnTo>
                <a:close/>
              </a:path>
            </a:pathLst>
          </a:custGeom>
          <a:blipFill rotWithShape="1">
            <a:blip r:embed="rId5">
              <a:alphaModFix/>
            </a:blip>
            <a:stretch>
              <a:fillRect/>
            </a:stretch>
          </a:blipFill>
          <a:ln>
            <a:noFill/>
          </a:ln>
        </p:spPr>
      </p:sp>
      <p:sp>
        <p:nvSpPr>
          <p:cNvPr id="174" name="Google Shape;174;p4"/>
          <p:cNvSpPr/>
          <p:nvPr/>
        </p:nvSpPr>
        <p:spPr>
          <a:xfrm flipH="1">
            <a:off x="0" y="8467271"/>
            <a:ext cx="1776717" cy="1819729"/>
          </a:xfrm>
          <a:custGeom>
            <a:avLst/>
            <a:gdLst/>
            <a:ahLst/>
            <a:cxnLst/>
            <a:rect l="l" t="t" r="r" b="b"/>
            <a:pathLst>
              <a:path w="1776717" h="1819729" extrusionOk="0">
                <a:moveTo>
                  <a:pt x="1776717" y="0"/>
                </a:moveTo>
                <a:lnTo>
                  <a:pt x="0" y="0"/>
                </a:lnTo>
                <a:lnTo>
                  <a:pt x="0" y="1819729"/>
                </a:lnTo>
                <a:lnTo>
                  <a:pt x="1776717" y="1819729"/>
                </a:lnTo>
                <a:lnTo>
                  <a:pt x="1776717" y="0"/>
                </a:lnTo>
                <a:close/>
              </a:path>
            </a:pathLst>
          </a:custGeom>
          <a:blipFill rotWithShape="1">
            <a:blip r:embed="rId4">
              <a:alphaModFix/>
            </a:blip>
            <a:stretch>
              <a:fillRect/>
            </a:stretch>
          </a:blipFill>
          <a:ln>
            <a:noFill/>
          </a:ln>
        </p:spPr>
      </p:sp>
      <p:sp>
        <p:nvSpPr>
          <p:cNvPr id="175" name="Google Shape;175;p4"/>
          <p:cNvSpPr/>
          <p:nvPr/>
        </p:nvSpPr>
        <p:spPr>
          <a:xfrm>
            <a:off x="2535834" y="8778559"/>
            <a:ext cx="3484451" cy="2363091"/>
          </a:xfrm>
          <a:custGeom>
            <a:avLst/>
            <a:gdLst/>
            <a:ahLst/>
            <a:cxnLst/>
            <a:rect l="l" t="t" r="r" b="b"/>
            <a:pathLst>
              <a:path w="3484451" h="2363091" extrusionOk="0">
                <a:moveTo>
                  <a:pt x="0" y="0"/>
                </a:moveTo>
                <a:lnTo>
                  <a:pt x="3484451" y="0"/>
                </a:lnTo>
                <a:lnTo>
                  <a:pt x="3484451" y="2363091"/>
                </a:lnTo>
                <a:lnTo>
                  <a:pt x="0" y="2363091"/>
                </a:lnTo>
                <a:lnTo>
                  <a:pt x="0" y="0"/>
                </a:lnTo>
                <a:close/>
              </a:path>
            </a:pathLst>
          </a:custGeom>
          <a:blipFill rotWithShape="1">
            <a:blip r:embed="rId6">
              <a:alphaModFix amt="25000"/>
            </a:blip>
            <a:stretch>
              <a:fillRect/>
            </a:stretch>
          </a:blipFill>
          <a:ln>
            <a:noFill/>
          </a:ln>
        </p:spPr>
      </p:sp>
      <p:sp>
        <p:nvSpPr>
          <p:cNvPr id="176" name="Google Shape;176;p4"/>
          <p:cNvSpPr/>
          <p:nvPr/>
        </p:nvSpPr>
        <p:spPr>
          <a:xfrm rot="10800000" flipH="1">
            <a:off x="12420115" y="-843658"/>
            <a:ext cx="3484451" cy="2363091"/>
          </a:xfrm>
          <a:custGeom>
            <a:avLst/>
            <a:gdLst/>
            <a:ahLst/>
            <a:cxnLst/>
            <a:rect l="l" t="t" r="r" b="b"/>
            <a:pathLst>
              <a:path w="3484451" h="2363091" extrusionOk="0">
                <a:moveTo>
                  <a:pt x="0" y="2363091"/>
                </a:moveTo>
                <a:lnTo>
                  <a:pt x="3484451" y="2363091"/>
                </a:lnTo>
                <a:lnTo>
                  <a:pt x="3484451" y="0"/>
                </a:lnTo>
                <a:lnTo>
                  <a:pt x="0" y="0"/>
                </a:lnTo>
                <a:lnTo>
                  <a:pt x="0" y="2363091"/>
                </a:lnTo>
                <a:close/>
              </a:path>
            </a:pathLst>
          </a:custGeom>
          <a:blipFill rotWithShape="1">
            <a:blip r:embed="rId6">
              <a:alphaModFix amt="25000"/>
            </a:blip>
            <a:stretch>
              <a:fillRect/>
            </a:stretch>
          </a:blipFill>
          <a:ln>
            <a:noFill/>
          </a:ln>
        </p:spPr>
      </p:sp>
      <p:sp>
        <p:nvSpPr>
          <p:cNvPr id="177" name="Google Shape;177;p4"/>
          <p:cNvSpPr txBox="1"/>
          <p:nvPr/>
        </p:nvSpPr>
        <p:spPr>
          <a:xfrm>
            <a:off x="2554640" y="4544157"/>
            <a:ext cx="13644740" cy="974598"/>
          </a:xfrm>
          <a:prstGeom prst="rect">
            <a:avLst/>
          </a:prstGeom>
          <a:noFill/>
          <a:ln>
            <a:noFill/>
          </a:ln>
        </p:spPr>
        <p:txBody>
          <a:bodyPr spcFirstLastPara="1" wrap="square" lIns="0" tIns="0" rIns="0" bIns="0" anchor="t" anchorCtr="0">
            <a:spAutoFit/>
          </a:bodyPr>
          <a:lstStyle/>
          <a:p>
            <a:pPr marL="0" marR="0" lvl="0" indent="0" algn="ctr" rtl="0">
              <a:lnSpc>
                <a:spcPct val="103000"/>
              </a:lnSpc>
              <a:spcBef>
                <a:spcPts val="0"/>
              </a:spcBef>
              <a:spcAft>
                <a:spcPts val="0"/>
              </a:spcAft>
              <a:buNone/>
            </a:pPr>
            <a:r>
              <a:rPr lang="en-US" sz="7200" b="1" i="0" u="none" strike="noStrike" cap="none">
                <a:solidFill>
                  <a:srgbClr val="29455B"/>
                </a:solidFill>
                <a:latin typeface="Arial"/>
                <a:ea typeface="Arial"/>
                <a:cs typeface="Arial"/>
                <a:sym typeface="Arial"/>
              </a:rPr>
              <a:t>TUGAS POKOK DAN FUNGSI</a:t>
            </a:r>
            <a:endParaRPr/>
          </a:p>
        </p:txBody>
      </p:sp>
      <p:sp>
        <p:nvSpPr>
          <p:cNvPr id="178" name="Google Shape;178;p4"/>
          <p:cNvSpPr/>
          <p:nvPr/>
        </p:nvSpPr>
        <p:spPr>
          <a:xfrm>
            <a:off x="75888" y="1028700"/>
            <a:ext cx="1795277" cy="2605283"/>
          </a:xfrm>
          <a:custGeom>
            <a:avLst/>
            <a:gdLst/>
            <a:ahLst/>
            <a:cxnLst/>
            <a:rect l="l" t="t" r="r" b="b"/>
            <a:pathLst>
              <a:path w="1795277" h="2605283" extrusionOk="0">
                <a:moveTo>
                  <a:pt x="0" y="0"/>
                </a:moveTo>
                <a:lnTo>
                  <a:pt x="1795276" y="0"/>
                </a:lnTo>
                <a:lnTo>
                  <a:pt x="1795276" y="2605283"/>
                </a:lnTo>
                <a:lnTo>
                  <a:pt x="0" y="2605283"/>
                </a:lnTo>
                <a:lnTo>
                  <a:pt x="0" y="0"/>
                </a:lnTo>
                <a:close/>
              </a:path>
            </a:pathLst>
          </a:custGeom>
          <a:blipFill rotWithShape="1">
            <a:blip r:embed="rId7">
              <a:alphaModFix/>
            </a:blip>
            <a:stretch>
              <a:fillRect/>
            </a:stretch>
          </a:blipFill>
          <a:ln>
            <a:noFill/>
          </a:ln>
        </p:spPr>
      </p:sp>
      <p:sp>
        <p:nvSpPr>
          <p:cNvPr id="179" name="Google Shape;179;p4"/>
          <p:cNvSpPr txBox="1"/>
          <p:nvPr/>
        </p:nvSpPr>
        <p:spPr>
          <a:xfrm>
            <a:off x="1965010" y="5442555"/>
            <a:ext cx="14234370" cy="695959"/>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4100" b="0" i="0" u="none" strike="noStrike" cap="none">
                <a:solidFill>
                  <a:srgbClr val="29455B"/>
                </a:solidFill>
                <a:latin typeface="Open Sans"/>
                <a:ea typeface="Open Sans"/>
                <a:cs typeface="Open Sans"/>
                <a:sym typeface="Open Sans"/>
              </a:rPr>
              <a:t>KADERISASI</a:t>
            </a:r>
            <a:endParaRPr/>
          </a:p>
        </p:txBody>
      </p:sp>
      <p:sp>
        <p:nvSpPr>
          <p:cNvPr id="180" name="Google Shape;180;p4"/>
          <p:cNvSpPr txBox="1"/>
          <p:nvPr/>
        </p:nvSpPr>
        <p:spPr>
          <a:xfrm>
            <a:off x="5945475" y="8934767"/>
            <a:ext cx="6247430" cy="732316"/>
          </a:xfrm>
          <a:prstGeom prst="rect">
            <a:avLst/>
          </a:prstGeom>
          <a:noFill/>
          <a:ln>
            <a:noFill/>
          </a:ln>
        </p:spPr>
        <p:txBody>
          <a:bodyPr spcFirstLastPara="1" wrap="square" lIns="0" tIns="0" rIns="0" bIns="0" anchor="t" anchorCtr="0">
            <a:spAutoFit/>
          </a:bodyPr>
          <a:lstStyle/>
          <a:p>
            <a:pPr marL="0" marR="0" lvl="0" indent="0" algn="ctr" rtl="0">
              <a:lnSpc>
                <a:spcPct val="140011"/>
              </a:lnSpc>
              <a:spcBef>
                <a:spcPts val="0"/>
              </a:spcBef>
              <a:spcAft>
                <a:spcPts val="0"/>
              </a:spcAft>
              <a:buNone/>
            </a:pPr>
            <a:r>
              <a:rPr lang="en-US" sz="3399" b="0" i="0" u="none" strike="noStrike" cap="none" dirty="0">
                <a:solidFill>
                  <a:srgbClr val="29455B"/>
                </a:solidFill>
                <a:latin typeface="Open Sans"/>
                <a:ea typeface="Open Sans"/>
                <a:cs typeface="Open Sans"/>
                <a:sym typeface="Open Sans"/>
              </a:rPr>
              <a:t>TRIWULAN 1 HIMATIF 17</a:t>
            </a:r>
            <a:endParaRPr dirty="0"/>
          </a:p>
        </p:txBody>
      </p:sp>
      <p:sp>
        <p:nvSpPr>
          <p:cNvPr id="181" name="Google Shape;181;p4"/>
          <p:cNvSpPr/>
          <p:nvPr/>
        </p:nvSpPr>
        <p:spPr>
          <a:xfrm rot="10800000">
            <a:off x="16361662" y="6590719"/>
            <a:ext cx="1795277" cy="2605283"/>
          </a:xfrm>
          <a:custGeom>
            <a:avLst/>
            <a:gdLst/>
            <a:ahLst/>
            <a:cxnLst/>
            <a:rect l="l" t="t" r="r" b="b"/>
            <a:pathLst>
              <a:path w="1795277" h="2605283" extrusionOk="0">
                <a:moveTo>
                  <a:pt x="1795276" y="2605283"/>
                </a:moveTo>
                <a:lnTo>
                  <a:pt x="0" y="2605283"/>
                </a:lnTo>
                <a:lnTo>
                  <a:pt x="0" y="0"/>
                </a:lnTo>
                <a:lnTo>
                  <a:pt x="1795276" y="0"/>
                </a:lnTo>
                <a:lnTo>
                  <a:pt x="1795276" y="2605283"/>
                </a:lnTo>
                <a:close/>
              </a:path>
            </a:pathLst>
          </a:custGeom>
          <a:blipFill rotWithShape="1">
            <a:blip r:embed="rId7">
              <a:alphaModFix/>
            </a:blip>
            <a:stretch>
              <a:fillRect/>
            </a:stretch>
          </a:blipFill>
          <a:ln>
            <a:noFill/>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5"/>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16609" b="-16608"/>
            </a:stretch>
          </a:blipFill>
          <a:ln>
            <a:noFill/>
          </a:ln>
        </p:spPr>
      </p:sp>
      <p:sp>
        <p:nvSpPr>
          <p:cNvPr id="187" name="Google Shape;187;p5"/>
          <p:cNvSpPr/>
          <p:nvPr/>
        </p:nvSpPr>
        <p:spPr>
          <a:xfrm rot="5400000">
            <a:off x="-1287607" y="7363229"/>
            <a:ext cx="3484451" cy="2363091"/>
          </a:xfrm>
          <a:custGeom>
            <a:avLst/>
            <a:gdLst/>
            <a:ahLst/>
            <a:cxnLst/>
            <a:rect l="l" t="t" r="r" b="b"/>
            <a:pathLst>
              <a:path w="3484451" h="2363091" extrusionOk="0">
                <a:moveTo>
                  <a:pt x="0" y="0"/>
                </a:moveTo>
                <a:lnTo>
                  <a:pt x="3484451" y="0"/>
                </a:lnTo>
                <a:lnTo>
                  <a:pt x="3484451" y="2363091"/>
                </a:lnTo>
                <a:lnTo>
                  <a:pt x="0" y="2363091"/>
                </a:lnTo>
                <a:lnTo>
                  <a:pt x="0" y="0"/>
                </a:lnTo>
                <a:close/>
              </a:path>
            </a:pathLst>
          </a:custGeom>
          <a:blipFill rotWithShape="1">
            <a:blip r:embed="rId4">
              <a:alphaModFix amt="25000"/>
            </a:blip>
            <a:stretch>
              <a:fillRect/>
            </a:stretch>
          </a:blipFill>
          <a:ln>
            <a:noFill/>
          </a:ln>
        </p:spPr>
      </p:sp>
      <p:sp>
        <p:nvSpPr>
          <p:cNvPr id="188" name="Google Shape;188;p5"/>
          <p:cNvSpPr/>
          <p:nvPr/>
        </p:nvSpPr>
        <p:spPr>
          <a:xfrm rot="-5400000" flipH="1">
            <a:off x="16133133" y="560680"/>
            <a:ext cx="3484451" cy="2363091"/>
          </a:xfrm>
          <a:custGeom>
            <a:avLst/>
            <a:gdLst/>
            <a:ahLst/>
            <a:cxnLst/>
            <a:rect l="l" t="t" r="r" b="b"/>
            <a:pathLst>
              <a:path w="3484451" h="2363091" extrusionOk="0">
                <a:moveTo>
                  <a:pt x="0" y="2363091"/>
                </a:moveTo>
                <a:lnTo>
                  <a:pt x="3484450" y="2363091"/>
                </a:lnTo>
                <a:lnTo>
                  <a:pt x="3484450" y="0"/>
                </a:lnTo>
                <a:lnTo>
                  <a:pt x="0" y="0"/>
                </a:lnTo>
                <a:lnTo>
                  <a:pt x="0" y="2363091"/>
                </a:lnTo>
                <a:close/>
              </a:path>
            </a:pathLst>
          </a:custGeom>
          <a:blipFill rotWithShape="1">
            <a:blip r:embed="rId4">
              <a:alphaModFix amt="25000"/>
            </a:blip>
            <a:stretch>
              <a:fillRect/>
            </a:stretch>
          </a:blipFill>
          <a:ln>
            <a:noFill/>
          </a:ln>
        </p:spPr>
      </p:sp>
      <p:grpSp>
        <p:nvGrpSpPr>
          <p:cNvPr id="189" name="Google Shape;189;p5"/>
          <p:cNvGrpSpPr/>
          <p:nvPr/>
        </p:nvGrpSpPr>
        <p:grpSpPr>
          <a:xfrm>
            <a:off x="349721" y="2738336"/>
            <a:ext cx="8038043" cy="2355365"/>
            <a:chOff x="0" y="-38100"/>
            <a:chExt cx="3088470" cy="905006"/>
          </a:xfrm>
        </p:grpSpPr>
        <p:sp>
          <p:nvSpPr>
            <p:cNvPr id="190" name="Google Shape;190;p5"/>
            <p:cNvSpPr/>
            <p:nvPr/>
          </p:nvSpPr>
          <p:spPr>
            <a:xfrm>
              <a:off x="0" y="0"/>
              <a:ext cx="3088470" cy="866906"/>
            </a:xfrm>
            <a:custGeom>
              <a:avLst/>
              <a:gdLst/>
              <a:ahLst/>
              <a:cxnLst/>
              <a:rect l="l" t="t" r="r" b="b"/>
              <a:pathLst>
                <a:path w="3088470" h="866906" extrusionOk="0">
                  <a:moveTo>
                    <a:pt x="39490" y="0"/>
                  </a:moveTo>
                  <a:lnTo>
                    <a:pt x="3048981" y="0"/>
                  </a:lnTo>
                  <a:cubicBezTo>
                    <a:pt x="3059454" y="0"/>
                    <a:pt x="3069498" y="4160"/>
                    <a:pt x="3076904" y="11566"/>
                  </a:cubicBezTo>
                  <a:cubicBezTo>
                    <a:pt x="3084310" y="18972"/>
                    <a:pt x="3088470" y="29016"/>
                    <a:pt x="3088470" y="39490"/>
                  </a:cubicBezTo>
                  <a:lnTo>
                    <a:pt x="3088470" y="827416"/>
                  </a:lnTo>
                  <a:cubicBezTo>
                    <a:pt x="3088470" y="849226"/>
                    <a:pt x="3070790" y="866906"/>
                    <a:pt x="3048981" y="866906"/>
                  </a:cubicBezTo>
                  <a:lnTo>
                    <a:pt x="39490" y="866906"/>
                  </a:lnTo>
                  <a:cubicBezTo>
                    <a:pt x="29016" y="866906"/>
                    <a:pt x="18972" y="862745"/>
                    <a:pt x="11566" y="855339"/>
                  </a:cubicBezTo>
                  <a:cubicBezTo>
                    <a:pt x="4160" y="847934"/>
                    <a:pt x="0" y="837889"/>
                    <a:pt x="0" y="827416"/>
                  </a:cubicBezTo>
                  <a:lnTo>
                    <a:pt x="0" y="39490"/>
                  </a:lnTo>
                  <a:cubicBezTo>
                    <a:pt x="0" y="29016"/>
                    <a:pt x="4160" y="18972"/>
                    <a:pt x="11566" y="11566"/>
                  </a:cubicBezTo>
                  <a:cubicBezTo>
                    <a:pt x="18972" y="4160"/>
                    <a:pt x="29016" y="0"/>
                    <a:pt x="39490" y="0"/>
                  </a:cubicBezTo>
                  <a:close/>
                </a:path>
              </a:pathLst>
            </a:custGeom>
            <a:solidFill>
              <a:srgbClr val="FCB50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5"/>
            <p:cNvSpPr txBox="1"/>
            <p:nvPr/>
          </p:nvSpPr>
          <p:spPr>
            <a:xfrm>
              <a:off x="0" y="-38100"/>
              <a:ext cx="3088470" cy="905006"/>
            </a:xfrm>
            <a:prstGeom prst="rect">
              <a:avLst/>
            </a:prstGeom>
            <a:noFill/>
            <a:ln>
              <a:noFill/>
            </a:ln>
          </p:spPr>
          <p:txBody>
            <a:bodyPr spcFirstLastPara="1" wrap="square" lIns="50800" tIns="50800" rIns="50800" bIns="50800" anchor="ctr" anchorCtr="0">
              <a:noAutofit/>
            </a:bodyPr>
            <a:lstStyle/>
            <a:p>
              <a:pPr marL="0" marR="0" lvl="0" indent="0" algn="ctr" rtl="0">
                <a:lnSpc>
                  <a:spcPct val="1011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92" name="Google Shape;192;p5"/>
          <p:cNvSpPr txBox="1"/>
          <p:nvPr/>
        </p:nvSpPr>
        <p:spPr>
          <a:xfrm>
            <a:off x="913356" y="1134655"/>
            <a:ext cx="16345944" cy="997966"/>
          </a:xfrm>
          <a:prstGeom prst="rect">
            <a:avLst/>
          </a:prstGeom>
          <a:noFill/>
          <a:ln>
            <a:noFill/>
          </a:ln>
        </p:spPr>
        <p:txBody>
          <a:bodyPr spcFirstLastPara="1" wrap="square" lIns="0" tIns="0" rIns="0" bIns="0" anchor="t" anchorCtr="0">
            <a:spAutoFit/>
          </a:bodyPr>
          <a:lstStyle/>
          <a:p>
            <a:pPr marL="0" marR="0" lvl="0" indent="0" algn="ctr" rtl="0">
              <a:lnSpc>
                <a:spcPct val="103000"/>
              </a:lnSpc>
              <a:spcBef>
                <a:spcPts val="0"/>
              </a:spcBef>
              <a:spcAft>
                <a:spcPts val="0"/>
              </a:spcAft>
              <a:buNone/>
            </a:pPr>
            <a:r>
              <a:rPr lang="en-US" sz="7400" b="1" i="0" u="none" strike="noStrike" cap="none">
                <a:solidFill>
                  <a:srgbClr val="29455B"/>
                </a:solidFill>
                <a:latin typeface="Arial"/>
                <a:ea typeface="Arial"/>
                <a:cs typeface="Arial"/>
                <a:sym typeface="Arial"/>
              </a:rPr>
              <a:t>TUGAS POKOK DAN FUNGSI</a:t>
            </a:r>
            <a:endParaRPr/>
          </a:p>
        </p:txBody>
      </p:sp>
      <p:sp>
        <p:nvSpPr>
          <p:cNvPr id="193" name="Google Shape;193;p5"/>
          <p:cNvSpPr txBox="1"/>
          <p:nvPr/>
        </p:nvSpPr>
        <p:spPr>
          <a:xfrm>
            <a:off x="577561" y="3004867"/>
            <a:ext cx="8095272" cy="288329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50" b="1" i="0" u="none" strike="noStrike" cap="none" dirty="0" err="1">
                <a:solidFill>
                  <a:srgbClr val="29455B"/>
                </a:solidFill>
                <a:latin typeface="Open Sans"/>
                <a:ea typeface="Open Sans"/>
                <a:cs typeface="Open Sans"/>
                <a:sym typeface="Open Sans"/>
              </a:rPr>
              <a:t>Bertanggung</a:t>
            </a:r>
            <a:r>
              <a:rPr lang="en-US" sz="2750" b="1" i="0" u="none" strike="noStrike" cap="none" dirty="0">
                <a:solidFill>
                  <a:srgbClr val="29455B"/>
                </a:solidFill>
                <a:latin typeface="Open Sans"/>
                <a:ea typeface="Open Sans"/>
                <a:cs typeface="Open Sans"/>
                <a:sym typeface="Open Sans"/>
              </a:rPr>
              <a:t> </a:t>
            </a:r>
            <a:r>
              <a:rPr lang="en-US" sz="2750" b="1" i="0" u="none" strike="noStrike" cap="none" dirty="0" err="1">
                <a:solidFill>
                  <a:srgbClr val="29455B"/>
                </a:solidFill>
                <a:latin typeface="Open Sans"/>
                <a:ea typeface="Open Sans"/>
                <a:cs typeface="Open Sans"/>
                <a:sym typeface="Open Sans"/>
              </a:rPr>
              <a:t>jawab</a:t>
            </a:r>
            <a:r>
              <a:rPr lang="en-US" sz="2750" b="1" i="0" u="none" strike="noStrike" cap="none" dirty="0">
                <a:solidFill>
                  <a:srgbClr val="29455B"/>
                </a:solidFill>
                <a:latin typeface="Open Sans"/>
                <a:ea typeface="Open Sans"/>
                <a:cs typeface="Open Sans"/>
                <a:sym typeface="Open Sans"/>
              </a:rPr>
              <a:t> </a:t>
            </a:r>
            <a:r>
              <a:rPr lang="en-US" sz="2750" b="1" i="0" u="none" strike="noStrike" cap="none" dirty="0" err="1">
                <a:solidFill>
                  <a:srgbClr val="29455B"/>
                </a:solidFill>
                <a:latin typeface="Open Sans"/>
                <a:ea typeface="Open Sans"/>
                <a:cs typeface="Open Sans"/>
                <a:sym typeface="Open Sans"/>
              </a:rPr>
              <a:t>secara</a:t>
            </a:r>
            <a:r>
              <a:rPr lang="en-US" sz="2750" b="1" i="0" u="none" strike="noStrike" cap="none" dirty="0">
                <a:solidFill>
                  <a:srgbClr val="29455B"/>
                </a:solidFill>
                <a:latin typeface="Open Sans"/>
                <a:ea typeface="Open Sans"/>
                <a:cs typeface="Open Sans"/>
                <a:sym typeface="Open Sans"/>
              </a:rPr>
              <a:t> </a:t>
            </a:r>
            <a:r>
              <a:rPr lang="en-US" sz="2750" b="1" i="0" u="none" strike="noStrike" cap="none" dirty="0" err="1">
                <a:solidFill>
                  <a:srgbClr val="29455B"/>
                </a:solidFill>
                <a:latin typeface="Open Sans"/>
                <a:ea typeface="Open Sans"/>
                <a:cs typeface="Open Sans"/>
                <a:sym typeface="Open Sans"/>
              </a:rPr>
              <a:t>teknis</a:t>
            </a:r>
            <a:r>
              <a:rPr lang="en-US" sz="2750" b="1" i="0" u="none" strike="noStrike" cap="none" dirty="0">
                <a:solidFill>
                  <a:srgbClr val="29455B"/>
                </a:solidFill>
                <a:latin typeface="Open Sans"/>
                <a:ea typeface="Open Sans"/>
                <a:cs typeface="Open Sans"/>
                <a:sym typeface="Open Sans"/>
              </a:rPr>
              <a:t> </a:t>
            </a:r>
            <a:r>
              <a:rPr lang="en-US" sz="2750" b="1" i="0" u="none" strike="noStrike" cap="none" dirty="0" err="1">
                <a:solidFill>
                  <a:srgbClr val="29455B"/>
                </a:solidFill>
                <a:latin typeface="Open Sans"/>
                <a:ea typeface="Open Sans"/>
                <a:cs typeface="Open Sans"/>
                <a:sym typeface="Open Sans"/>
              </a:rPr>
              <a:t>dalam</a:t>
            </a:r>
            <a:r>
              <a:rPr lang="en-US" sz="2750" b="1" i="0" u="none" strike="noStrike" cap="none" dirty="0">
                <a:solidFill>
                  <a:srgbClr val="29455B"/>
                </a:solidFill>
                <a:latin typeface="Open Sans"/>
                <a:ea typeface="Open Sans"/>
                <a:cs typeface="Open Sans"/>
                <a:sym typeface="Open Sans"/>
              </a:rPr>
              <a:t> </a:t>
            </a:r>
            <a:r>
              <a:rPr lang="en-US" sz="2750" b="1" i="0" u="none" strike="noStrike" cap="none" dirty="0" err="1">
                <a:solidFill>
                  <a:srgbClr val="29455B"/>
                </a:solidFill>
                <a:latin typeface="Open Sans"/>
                <a:ea typeface="Open Sans"/>
                <a:cs typeface="Open Sans"/>
                <a:sym typeface="Open Sans"/>
              </a:rPr>
              <a:t>merencanakan</a:t>
            </a:r>
            <a:r>
              <a:rPr lang="en-US" sz="2750" b="1" i="0" u="none" strike="noStrike" cap="none" dirty="0">
                <a:solidFill>
                  <a:srgbClr val="29455B"/>
                </a:solidFill>
                <a:latin typeface="Open Sans"/>
                <a:ea typeface="Open Sans"/>
                <a:cs typeface="Open Sans"/>
                <a:sym typeface="Open Sans"/>
              </a:rPr>
              <a:t> </a:t>
            </a:r>
            <a:r>
              <a:rPr lang="en-US" sz="2750" b="1" i="0" u="none" strike="noStrike" cap="none" dirty="0" err="1">
                <a:solidFill>
                  <a:srgbClr val="29455B"/>
                </a:solidFill>
                <a:latin typeface="Open Sans"/>
                <a:ea typeface="Open Sans"/>
                <a:cs typeface="Open Sans"/>
                <a:sym typeface="Open Sans"/>
              </a:rPr>
              <a:t>pengkaderan</a:t>
            </a:r>
            <a:endParaRPr dirty="0"/>
          </a:p>
          <a:p>
            <a:pPr marL="0" marR="0" lvl="0" indent="0" algn="l" rtl="0">
              <a:lnSpc>
                <a:spcPct val="140000"/>
              </a:lnSpc>
              <a:spcBef>
                <a:spcPts val="0"/>
              </a:spcBef>
              <a:spcAft>
                <a:spcPts val="0"/>
              </a:spcAft>
              <a:buNone/>
            </a:pPr>
            <a:r>
              <a:rPr lang="en-US" sz="2750" b="1" i="0" u="none" strike="noStrike" cap="none" dirty="0" err="1">
                <a:solidFill>
                  <a:srgbClr val="29455B"/>
                </a:solidFill>
                <a:latin typeface="Open Sans"/>
                <a:ea typeface="Open Sans"/>
                <a:cs typeface="Open Sans"/>
                <a:sym typeface="Open Sans"/>
              </a:rPr>
              <a:t>melalui</a:t>
            </a:r>
            <a:r>
              <a:rPr lang="en-US" sz="2750" b="1" i="0" u="none" strike="noStrike" cap="none" dirty="0">
                <a:solidFill>
                  <a:srgbClr val="29455B"/>
                </a:solidFill>
                <a:latin typeface="Open Sans"/>
                <a:ea typeface="Open Sans"/>
                <a:cs typeface="Open Sans"/>
                <a:sym typeface="Open Sans"/>
              </a:rPr>
              <a:t> </a:t>
            </a:r>
            <a:r>
              <a:rPr lang="en-US" sz="2750" b="1" i="0" u="none" strike="noStrike" cap="none" dirty="0" err="1">
                <a:solidFill>
                  <a:srgbClr val="29455B"/>
                </a:solidFill>
                <a:latin typeface="Open Sans"/>
                <a:ea typeface="Open Sans"/>
                <a:cs typeface="Open Sans"/>
                <a:sym typeface="Open Sans"/>
              </a:rPr>
              <a:t>sistem</a:t>
            </a:r>
            <a:r>
              <a:rPr lang="en-US" sz="2750" b="1" i="0" u="none" strike="noStrike" cap="none" dirty="0">
                <a:solidFill>
                  <a:srgbClr val="29455B"/>
                </a:solidFill>
                <a:latin typeface="Open Sans"/>
                <a:ea typeface="Open Sans"/>
                <a:cs typeface="Open Sans"/>
                <a:sym typeface="Open Sans"/>
              </a:rPr>
              <a:t> dan </a:t>
            </a:r>
            <a:r>
              <a:rPr lang="en-US" sz="2750" b="1" i="0" u="none" strike="noStrike" cap="none" dirty="0" err="1">
                <a:solidFill>
                  <a:srgbClr val="29455B"/>
                </a:solidFill>
                <a:latin typeface="Open Sans"/>
                <a:ea typeface="Open Sans"/>
                <a:cs typeface="Open Sans"/>
                <a:sym typeface="Open Sans"/>
              </a:rPr>
              <a:t>mekanisme</a:t>
            </a:r>
            <a:r>
              <a:rPr lang="en-US" sz="2750" b="1" i="0" u="none" strike="noStrike" cap="none" dirty="0">
                <a:solidFill>
                  <a:srgbClr val="29455B"/>
                </a:solidFill>
                <a:latin typeface="Open Sans"/>
                <a:ea typeface="Open Sans"/>
                <a:cs typeface="Open Sans"/>
                <a:sym typeface="Open Sans"/>
              </a:rPr>
              <a:t> </a:t>
            </a:r>
            <a:r>
              <a:rPr lang="en-US" sz="2750" b="1" i="0" u="none" strike="noStrike" cap="none" dirty="0" err="1">
                <a:solidFill>
                  <a:srgbClr val="29455B"/>
                </a:solidFill>
                <a:latin typeface="Open Sans"/>
                <a:ea typeface="Open Sans"/>
                <a:cs typeface="Open Sans"/>
                <a:sym typeface="Open Sans"/>
              </a:rPr>
              <a:t>kaderisasi</a:t>
            </a:r>
            <a:r>
              <a:rPr lang="en-US" sz="2750" b="1" i="0" u="none" strike="noStrike" cap="none" dirty="0">
                <a:solidFill>
                  <a:srgbClr val="29455B"/>
                </a:solidFill>
                <a:latin typeface="Open Sans"/>
                <a:ea typeface="Open Sans"/>
                <a:cs typeface="Open Sans"/>
                <a:sym typeface="Open Sans"/>
              </a:rPr>
              <a:t> yang </a:t>
            </a:r>
            <a:r>
              <a:rPr lang="en-US" sz="2750" b="1" i="0" u="none" strike="noStrike" cap="none" dirty="0" err="1">
                <a:solidFill>
                  <a:srgbClr val="29455B"/>
                </a:solidFill>
                <a:latin typeface="Open Sans"/>
                <a:ea typeface="Open Sans"/>
                <a:cs typeface="Open Sans"/>
                <a:sym typeface="Open Sans"/>
              </a:rPr>
              <a:t>profesional</a:t>
            </a:r>
            <a:r>
              <a:rPr lang="en-US" sz="2750" b="1" i="0" u="none" strike="noStrike" cap="none" dirty="0">
                <a:solidFill>
                  <a:srgbClr val="29455B"/>
                </a:solidFill>
                <a:latin typeface="Open Sans"/>
                <a:ea typeface="Open Sans"/>
                <a:cs typeface="Open Sans"/>
                <a:sym typeface="Open Sans"/>
              </a:rPr>
              <a:t>.</a:t>
            </a:r>
            <a:endParaRPr dirty="0"/>
          </a:p>
          <a:p>
            <a:pPr marL="0" marR="0" lvl="0" indent="0" algn="l" rtl="0">
              <a:lnSpc>
                <a:spcPct val="140000"/>
              </a:lnSpc>
              <a:spcBef>
                <a:spcPts val="0"/>
              </a:spcBef>
              <a:spcAft>
                <a:spcPts val="0"/>
              </a:spcAft>
              <a:buNone/>
            </a:pPr>
            <a:endParaRPr sz="2750" b="1" i="0" u="none" strike="noStrike" cap="none" dirty="0">
              <a:solidFill>
                <a:srgbClr val="29455B"/>
              </a:solidFill>
              <a:latin typeface="Open Sans"/>
              <a:ea typeface="Open Sans"/>
              <a:cs typeface="Open Sans"/>
              <a:sym typeface="Open Sans"/>
            </a:endParaRPr>
          </a:p>
          <a:p>
            <a:pPr marL="0" marR="0" lvl="0" indent="0" algn="l" rtl="0">
              <a:lnSpc>
                <a:spcPct val="140000"/>
              </a:lnSpc>
              <a:spcBef>
                <a:spcPts val="0"/>
              </a:spcBef>
              <a:spcAft>
                <a:spcPts val="0"/>
              </a:spcAft>
              <a:buNone/>
            </a:pPr>
            <a:endParaRPr sz="2750" b="1" i="0" u="none" strike="noStrike" cap="none" dirty="0">
              <a:solidFill>
                <a:srgbClr val="29455B"/>
              </a:solidFill>
              <a:latin typeface="Open Sans"/>
              <a:ea typeface="Open Sans"/>
              <a:cs typeface="Open Sans"/>
              <a:sym typeface="Open Sans"/>
            </a:endParaRPr>
          </a:p>
        </p:txBody>
      </p:sp>
      <p:sp>
        <p:nvSpPr>
          <p:cNvPr id="194" name="Google Shape;194;p5"/>
          <p:cNvSpPr/>
          <p:nvPr/>
        </p:nvSpPr>
        <p:spPr>
          <a:xfrm rot="5400000">
            <a:off x="557551" y="-234573"/>
            <a:ext cx="1795277" cy="2605283"/>
          </a:xfrm>
          <a:custGeom>
            <a:avLst/>
            <a:gdLst/>
            <a:ahLst/>
            <a:cxnLst/>
            <a:rect l="l" t="t" r="r" b="b"/>
            <a:pathLst>
              <a:path w="1795277" h="2605283" extrusionOk="0">
                <a:moveTo>
                  <a:pt x="0" y="0"/>
                </a:moveTo>
                <a:lnTo>
                  <a:pt x="1795276" y="0"/>
                </a:lnTo>
                <a:lnTo>
                  <a:pt x="1795276" y="2605283"/>
                </a:lnTo>
                <a:lnTo>
                  <a:pt x="0" y="2605283"/>
                </a:lnTo>
                <a:lnTo>
                  <a:pt x="0" y="0"/>
                </a:lnTo>
                <a:close/>
              </a:path>
            </a:pathLst>
          </a:custGeom>
          <a:blipFill rotWithShape="1">
            <a:blip r:embed="rId5">
              <a:alphaModFix/>
            </a:blip>
            <a:stretch>
              <a:fillRect/>
            </a:stretch>
          </a:blipFill>
          <a:ln>
            <a:noFill/>
          </a:ln>
        </p:spPr>
      </p:sp>
      <p:sp>
        <p:nvSpPr>
          <p:cNvPr id="195" name="Google Shape;195;p5"/>
          <p:cNvSpPr/>
          <p:nvPr/>
        </p:nvSpPr>
        <p:spPr>
          <a:xfrm rot="-5400000">
            <a:off x="15891424" y="7917325"/>
            <a:ext cx="1795277" cy="2605283"/>
          </a:xfrm>
          <a:custGeom>
            <a:avLst/>
            <a:gdLst/>
            <a:ahLst/>
            <a:cxnLst/>
            <a:rect l="l" t="t" r="r" b="b"/>
            <a:pathLst>
              <a:path w="1795277" h="2605283" extrusionOk="0">
                <a:moveTo>
                  <a:pt x="1795277" y="2605283"/>
                </a:moveTo>
                <a:lnTo>
                  <a:pt x="0" y="2605283"/>
                </a:lnTo>
                <a:lnTo>
                  <a:pt x="0" y="0"/>
                </a:lnTo>
                <a:lnTo>
                  <a:pt x="1795277" y="0"/>
                </a:lnTo>
                <a:lnTo>
                  <a:pt x="1795277" y="2605283"/>
                </a:lnTo>
                <a:close/>
              </a:path>
            </a:pathLst>
          </a:custGeom>
          <a:blipFill rotWithShape="1">
            <a:blip r:embed="rId5">
              <a:alphaModFix/>
            </a:blip>
            <a:stretch>
              <a:fillRect/>
            </a:stretch>
          </a:blipFill>
          <a:ln>
            <a:noFill/>
          </a:ln>
        </p:spPr>
      </p:sp>
      <p:grpSp>
        <p:nvGrpSpPr>
          <p:cNvPr id="196" name="Google Shape;196;p5"/>
          <p:cNvGrpSpPr/>
          <p:nvPr/>
        </p:nvGrpSpPr>
        <p:grpSpPr>
          <a:xfrm>
            <a:off x="9144000" y="2738336"/>
            <a:ext cx="8038043" cy="2355365"/>
            <a:chOff x="0" y="-38100"/>
            <a:chExt cx="3088470" cy="905006"/>
          </a:xfrm>
        </p:grpSpPr>
        <p:sp>
          <p:nvSpPr>
            <p:cNvPr id="197" name="Google Shape;197;p5"/>
            <p:cNvSpPr/>
            <p:nvPr/>
          </p:nvSpPr>
          <p:spPr>
            <a:xfrm>
              <a:off x="0" y="0"/>
              <a:ext cx="3088470" cy="866906"/>
            </a:xfrm>
            <a:custGeom>
              <a:avLst/>
              <a:gdLst/>
              <a:ahLst/>
              <a:cxnLst/>
              <a:rect l="l" t="t" r="r" b="b"/>
              <a:pathLst>
                <a:path w="3088470" h="866906" extrusionOk="0">
                  <a:moveTo>
                    <a:pt x="39490" y="0"/>
                  </a:moveTo>
                  <a:lnTo>
                    <a:pt x="3048981" y="0"/>
                  </a:lnTo>
                  <a:cubicBezTo>
                    <a:pt x="3059454" y="0"/>
                    <a:pt x="3069498" y="4160"/>
                    <a:pt x="3076904" y="11566"/>
                  </a:cubicBezTo>
                  <a:cubicBezTo>
                    <a:pt x="3084310" y="18972"/>
                    <a:pt x="3088470" y="29016"/>
                    <a:pt x="3088470" y="39490"/>
                  </a:cubicBezTo>
                  <a:lnTo>
                    <a:pt x="3088470" y="827416"/>
                  </a:lnTo>
                  <a:cubicBezTo>
                    <a:pt x="3088470" y="849226"/>
                    <a:pt x="3070790" y="866906"/>
                    <a:pt x="3048981" y="866906"/>
                  </a:cubicBezTo>
                  <a:lnTo>
                    <a:pt x="39490" y="866906"/>
                  </a:lnTo>
                  <a:cubicBezTo>
                    <a:pt x="29016" y="866906"/>
                    <a:pt x="18972" y="862745"/>
                    <a:pt x="11566" y="855339"/>
                  </a:cubicBezTo>
                  <a:cubicBezTo>
                    <a:pt x="4160" y="847934"/>
                    <a:pt x="0" y="837889"/>
                    <a:pt x="0" y="827416"/>
                  </a:cubicBezTo>
                  <a:lnTo>
                    <a:pt x="0" y="39490"/>
                  </a:lnTo>
                  <a:cubicBezTo>
                    <a:pt x="0" y="29016"/>
                    <a:pt x="4160" y="18972"/>
                    <a:pt x="11566" y="11566"/>
                  </a:cubicBezTo>
                  <a:cubicBezTo>
                    <a:pt x="18972" y="4160"/>
                    <a:pt x="29016" y="0"/>
                    <a:pt x="39490" y="0"/>
                  </a:cubicBezTo>
                  <a:close/>
                </a:path>
              </a:pathLst>
            </a:custGeom>
            <a:solidFill>
              <a:srgbClr val="FCB50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5"/>
            <p:cNvSpPr txBox="1"/>
            <p:nvPr/>
          </p:nvSpPr>
          <p:spPr>
            <a:xfrm>
              <a:off x="0" y="-38100"/>
              <a:ext cx="3088470" cy="905006"/>
            </a:xfrm>
            <a:prstGeom prst="rect">
              <a:avLst/>
            </a:prstGeom>
            <a:noFill/>
            <a:ln>
              <a:noFill/>
            </a:ln>
          </p:spPr>
          <p:txBody>
            <a:bodyPr spcFirstLastPara="1" wrap="square" lIns="50800" tIns="50800" rIns="50800" bIns="50800" anchor="ctr" anchorCtr="0">
              <a:noAutofit/>
            </a:bodyPr>
            <a:lstStyle/>
            <a:p>
              <a:pPr marL="0" marR="0" lvl="0" indent="0" algn="ctr" rtl="0">
                <a:lnSpc>
                  <a:spcPct val="1011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99" name="Google Shape;199;p5"/>
          <p:cNvSpPr txBox="1"/>
          <p:nvPr/>
        </p:nvSpPr>
        <p:spPr>
          <a:xfrm>
            <a:off x="9379119" y="2985817"/>
            <a:ext cx="7802924" cy="2179999"/>
          </a:xfrm>
          <a:prstGeom prst="rect">
            <a:avLst/>
          </a:prstGeom>
          <a:noFill/>
          <a:ln>
            <a:noFill/>
          </a:ln>
        </p:spPr>
        <p:txBody>
          <a:bodyPr spcFirstLastPara="1" wrap="square" lIns="0" tIns="0" rIns="0" bIns="0" anchor="t" anchorCtr="0">
            <a:spAutoFit/>
          </a:bodyPr>
          <a:lstStyle/>
          <a:p>
            <a:pPr marL="0" marR="0" lvl="0" indent="0" algn="l" rtl="0">
              <a:lnSpc>
                <a:spcPct val="139993"/>
              </a:lnSpc>
              <a:spcBef>
                <a:spcPts val="0"/>
              </a:spcBef>
              <a:spcAft>
                <a:spcPts val="0"/>
              </a:spcAft>
              <a:buNone/>
            </a:pPr>
            <a:r>
              <a:rPr lang="en-US" sz="3143" b="1" i="0" u="none" strike="noStrike" cap="none">
                <a:solidFill>
                  <a:srgbClr val="29455B"/>
                </a:solidFill>
                <a:latin typeface="Open Sans"/>
                <a:ea typeface="Open Sans"/>
                <a:cs typeface="Open Sans"/>
                <a:sym typeface="Open Sans"/>
              </a:rPr>
              <a:t>Bertanggung jawab secara teknis untuk mengadakan evaluasi tahapan</a:t>
            </a:r>
            <a:endParaRPr/>
          </a:p>
          <a:p>
            <a:pPr marL="0" marR="0" lvl="0" indent="0" algn="l" rtl="0">
              <a:lnSpc>
                <a:spcPct val="139993"/>
              </a:lnSpc>
              <a:spcBef>
                <a:spcPts val="0"/>
              </a:spcBef>
              <a:spcAft>
                <a:spcPts val="0"/>
              </a:spcAft>
              <a:buNone/>
            </a:pPr>
            <a:r>
              <a:rPr lang="en-US" sz="3143" b="1" i="0" u="none" strike="noStrike" cap="none">
                <a:solidFill>
                  <a:srgbClr val="29455B"/>
                </a:solidFill>
                <a:latin typeface="Open Sans"/>
                <a:ea typeface="Open Sans"/>
                <a:cs typeface="Open Sans"/>
                <a:sym typeface="Open Sans"/>
              </a:rPr>
              <a:t>tahapan kaderisasi.</a:t>
            </a:r>
            <a:endParaRPr/>
          </a:p>
          <a:p>
            <a:pPr marL="0" marR="0" lvl="0" indent="0" algn="l" rtl="0">
              <a:lnSpc>
                <a:spcPct val="139993"/>
              </a:lnSpc>
              <a:spcBef>
                <a:spcPts val="0"/>
              </a:spcBef>
              <a:spcAft>
                <a:spcPts val="0"/>
              </a:spcAft>
              <a:buNone/>
            </a:pPr>
            <a:endParaRPr sz="3143" b="1" i="0" u="none" strike="noStrike" cap="none">
              <a:solidFill>
                <a:srgbClr val="29455B"/>
              </a:solidFill>
              <a:latin typeface="Open Sans"/>
              <a:ea typeface="Open Sans"/>
              <a:cs typeface="Open Sans"/>
              <a:sym typeface="Open Sans"/>
            </a:endParaRPr>
          </a:p>
        </p:txBody>
      </p:sp>
      <p:grpSp>
        <p:nvGrpSpPr>
          <p:cNvPr id="200" name="Google Shape;200;p5"/>
          <p:cNvGrpSpPr/>
          <p:nvPr/>
        </p:nvGrpSpPr>
        <p:grpSpPr>
          <a:xfrm>
            <a:off x="349721" y="5330785"/>
            <a:ext cx="8038043" cy="2355365"/>
            <a:chOff x="0" y="-38100"/>
            <a:chExt cx="3088470" cy="905006"/>
          </a:xfrm>
        </p:grpSpPr>
        <p:sp>
          <p:nvSpPr>
            <p:cNvPr id="201" name="Google Shape;201;p5"/>
            <p:cNvSpPr/>
            <p:nvPr/>
          </p:nvSpPr>
          <p:spPr>
            <a:xfrm>
              <a:off x="0" y="0"/>
              <a:ext cx="3088470" cy="866906"/>
            </a:xfrm>
            <a:custGeom>
              <a:avLst/>
              <a:gdLst/>
              <a:ahLst/>
              <a:cxnLst/>
              <a:rect l="l" t="t" r="r" b="b"/>
              <a:pathLst>
                <a:path w="3088470" h="866906" extrusionOk="0">
                  <a:moveTo>
                    <a:pt x="39490" y="0"/>
                  </a:moveTo>
                  <a:lnTo>
                    <a:pt x="3048981" y="0"/>
                  </a:lnTo>
                  <a:cubicBezTo>
                    <a:pt x="3059454" y="0"/>
                    <a:pt x="3069498" y="4160"/>
                    <a:pt x="3076904" y="11566"/>
                  </a:cubicBezTo>
                  <a:cubicBezTo>
                    <a:pt x="3084310" y="18972"/>
                    <a:pt x="3088470" y="29016"/>
                    <a:pt x="3088470" y="39490"/>
                  </a:cubicBezTo>
                  <a:lnTo>
                    <a:pt x="3088470" y="827416"/>
                  </a:lnTo>
                  <a:cubicBezTo>
                    <a:pt x="3088470" y="849226"/>
                    <a:pt x="3070790" y="866906"/>
                    <a:pt x="3048981" y="866906"/>
                  </a:cubicBezTo>
                  <a:lnTo>
                    <a:pt x="39490" y="866906"/>
                  </a:lnTo>
                  <a:cubicBezTo>
                    <a:pt x="29016" y="866906"/>
                    <a:pt x="18972" y="862745"/>
                    <a:pt x="11566" y="855339"/>
                  </a:cubicBezTo>
                  <a:cubicBezTo>
                    <a:pt x="4160" y="847934"/>
                    <a:pt x="0" y="837889"/>
                    <a:pt x="0" y="827416"/>
                  </a:cubicBezTo>
                  <a:lnTo>
                    <a:pt x="0" y="39490"/>
                  </a:lnTo>
                  <a:cubicBezTo>
                    <a:pt x="0" y="29016"/>
                    <a:pt x="4160" y="18972"/>
                    <a:pt x="11566" y="11566"/>
                  </a:cubicBezTo>
                  <a:cubicBezTo>
                    <a:pt x="18972" y="4160"/>
                    <a:pt x="29016" y="0"/>
                    <a:pt x="39490" y="0"/>
                  </a:cubicBezTo>
                  <a:close/>
                </a:path>
              </a:pathLst>
            </a:custGeom>
            <a:solidFill>
              <a:srgbClr val="FCB50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5"/>
            <p:cNvSpPr txBox="1"/>
            <p:nvPr/>
          </p:nvSpPr>
          <p:spPr>
            <a:xfrm>
              <a:off x="0" y="-38100"/>
              <a:ext cx="3088470" cy="905006"/>
            </a:xfrm>
            <a:prstGeom prst="rect">
              <a:avLst/>
            </a:prstGeom>
            <a:noFill/>
            <a:ln>
              <a:noFill/>
            </a:ln>
          </p:spPr>
          <p:txBody>
            <a:bodyPr spcFirstLastPara="1" wrap="square" lIns="50800" tIns="50800" rIns="50800" bIns="50800" anchor="ctr" anchorCtr="0">
              <a:noAutofit/>
            </a:bodyPr>
            <a:lstStyle/>
            <a:p>
              <a:pPr marL="0" marR="0" lvl="0" indent="0" algn="ctr" rtl="0">
                <a:lnSpc>
                  <a:spcPct val="1011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03" name="Google Shape;203;p5"/>
          <p:cNvSpPr txBox="1"/>
          <p:nvPr/>
        </p:nvSpPr>
        <p:spPr>
          <a:xfrm>
            <a:off x="577561" y="5721073"/>
            <a:ext cx="7867432" cy="2601256"/>
          </a:xfrm>
          <a:prstGeom prst="rect">
            <a:avLst/>
          </a:prstGeom>
          <a:noFill/>
          <a:ln>
            <a:noFill/>
          </a:ln>
        </p:spPr>
        <p:txBody>
          <a:bodyPr spcFirstLastPara="1" wrap="square" lIns="0" tIns="0" rIns="0" bIns="0" anchor="t" anchorCtr="0">
            <a:spAutoFit/>
          </a:bodyPr>
          <a:lstStyle/>
          <a:p>
            <a:pPr marL="0" marR="0" lvl="0" indent="0" algn="l" rtl="0">
              <a:lnSpc>
                <a:spcPct val="140013"/>
              </a:lnSpc>
              <a:spcBef>
                <a:spcPts val="0"/>
              </a:spcBef>
              <a:spcAft>
                <a:spcPts val="0"/>
              </a:spcAft>
              <a:buNone/>
            </a:pPr>
            <a:r>
              <a:rPr lang="en-US" sz="2949" b="1" i="0" u="none" strike="noStrike" cap="none">
                <a:solidFill>
                  <a:srgbClr val="29455B"/>
                </a:solidFill>
                <a:latin typeface="Open Sans"/>
                <a:ea typeface="Open Sans"/>
                <a:cs typeface="Open Sans"/>
                <a:sym typeface="Open Sans"/>
              </a:rPr>
              <a:t>Bertanggung jawab secara teknis untuk mengawasi dan mengendalikan</a:t>
            </a:r>
            <a:endParaRPr/>
          </a:p>
          <a:p>
            <a:pPr marL="0" marR="0" lvl="0" indent="0" algn="l" rtl="0">
              <a:lnSpc>
                <a:spcPct val="140013"/>
              </a:lnSpc>
              <a:spcBef>
                <a:spcPts val="0"/>
              </a:spcBef>
              <a:spcAft>
                <a:spcPts val="0"/>
              </a:spcAft>
              <a:buNone/>
            </a:pPr>
            <a:r>
              <a:rPr lang="en-US" sz="2949" b="1" i="0" u="none" strike="noStrike" cap="none">
                <a:solidFill>
                  <a:srgbClr val="29455B"/>
                </a:solidFill>
                <a:latin typeface="Open Sans"/>
                <a:ea typeface="Open Sans"/>
                <a:cs typeface="Open Sans"/>
                <a:sym typeface="Open Sans"/>
              </a:rPr>
              <a:t>perkembangan kader.</a:t>
            </a:r>
            <a:endParaRPr/>
          </a:p>
          <a:p>
            <a:pPr marL="0" marR="0" lvl="0" indent="0" algn="just" rtl="0">
              <a:lnSpc>
                <a:spcPct val="140013"/>
              </a:lnSpc>
              <a:spcBef>
                <a:spcPts val="0"/>
              </a:spcBef>
              <a:spcAft>
                <a:spcPts val="0"/>
              </a:spcAft>
              <a:buNone/>
            </a:pPr>
            <a:endParaRPr sz="2949" b="1" i="0" u="none" strike="noStrike" cap="none">
              <a:solidFill>
                <a:srgbClr val="29455B"/>
              </a:solidFill>
              <a:latin typeface="Open Sans"/>
              <a:ea typeface="Open Sans"/>
              <a:cs typeface="Open Sans"/>
              <a:sym typeface="Open Sans"/>
            </a:endParaRPr>
          </a:p>
          <a:p>
            <a:pPr marL="0" marR="0" lvl="0" indent="0" algn="just" rtl="0">
              <a:lnSpc>
                <a:spcPct val="140013"/>
              </a:lnSpc>
              <a:spcBef>
                <a:spcPts val="0"/>
              </a:spcBef>
              <a:spcAft>
                <a:spcPts val="0"/>
              </a:spcAft>
              <a:buNone/>
            </a:pPr>
            <a:endParaRPr sz="2949" b="1" i="0" u="none" strike="noStrike" cap="none">
              <a:solidFill>
                <a:srgbClr val="29455B"/>
              </a:solidFill>
              <a:latin typeface="Open Sans"/>
              <a:ea typeface="Open Sans"/>
              <a:cs typeface="Open Sans"/>
              <a:sym typeface="Open Sans"/>
            </a:endParaRPr>
          </a:p>
        </p:txBody>
      </p:sp>
      <p:grpSp>
        <p:nvGrpSpPr>
          <p:cNvPr id="204" name="Google Shape;204;p5"/>
          <p:cNvGrpSpPr/>
          <p:nvPr/>
        </p:nvGrpSpPr>
        <p:grpSpPr>
          <a:xfrm>
            <a:off x="9144000" y="5330785"/>
            <a:ext cx="8038043" cy="2355365"/>
            <a:chOff x="0" y="-38100"/>
            <a:chExt cx="3088470" cy="905006"/>
          </a:xfrm>
        </p:grpSpPr>
        <p:sp>
          <p:nvSpPr>
            <p:cNvPr id="205" name="Google Shape;205;p5"/>
            <p:cNvSpPr/>
            <p:nvPr/>
          </p:nvSpPr>
          <p:spPr>
            <a:xfrm>
              <a:off x="0" y="0"/>
              <a:ext cx="3088470" cy="866906"/>
            </a:xfrm>
            <a:custGeom>
              <a:avLst/>
              <a:gdLst/>
              <a:ahLst/>
              <a:cxnLst/>
              <a:rect l="l" t="t" r="r" b="b"/>
              <a:pathLst>
                <a:path w="3088470" h="866906" extrusionOk="0">
                  <a:moveTo>
                    <a:pt x="39490" y="0"/>
                  </a:moveTo>
                  <a:lnTo>
                    <a:pt x="3048981" y="0"/>
                  </a:lnTo>
                  <a:cubicBezTo>
                    <a:pt x="3059454" y="0"/>
                    <a:pt x="3069498" y="4160"/>
                    <a:pt x="3076904" y="11566"/>
                  </a:cubicBezTo>
                  <a:cubicBezTo>
                    <a:pt x="3084310" y="18972"/>
                    <a:pt x="3088470" y="29016"/>
                    <a:pt x="3088470" y="39490"/>
                  </a:cubicBezTo>
                  <a:lnTo>
                    <a:pt x="3088470" y="827416"/>
                  </a:lnTo>
                  <a:cubicBezTo>
                    <a:pt x="3088470" y="849226"/>
                    <a:pt x="3070790" y="866906"/>
                    <a:pt x="3048981" y="866906"/>
                  </a:cubicBezTo>
                  <a:lnTo>
                    <a:pt x="39490" y="866906"/>
                  </a:lnTo>
                  <a:cubicBezTo>
                    <a:pt x="29016" y="866906"/>
                    <a:pt x="18972" y="862745"/>
                    <a:pt x="11566" y="855339"/>
                  </a:cubicBezTo>
                  <a:cubicBezTo>
                    <a:pt x="4160" y="847934"/>
                    <a:pt x="0" y="837889"/>
                    <a:pt x="0" y="827416"/>
                  </a:cubicBezTo>
                  <a:lnTo>
                    <a:pt x="0" y="39490"/>
                  </a:lnTo>
                  <a:cubicBezTo>
                    <a:pt x="0" y="29016"/>
                    <a:pt x="4160" y="18972"/>
                    <a:pt x="11566" y="11566"/>
                  </a:cubicBezTo>
                  <a:cubicBezTo>
                    <a:pt x="18972" y="4160"/>
                    <a:pt x="29016" y="0"/>
                    <a:pt x="39490" y="0"/>
                  </a:cubicBezTo>
                  <a:close/>
                </a:path>
              </a:pathLst>
            </a:custGeom>
            <a:solidFill>
              <a:srgbClr val="FCB50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5"/>
            <p:cNvSpPr txBox="1"/>
            <p:nvPr/>
          </p:nvSpPr>
          <p:spPr>
            <a:xfrm>
              <a:off x="0" y="-38100"/>
              <a:ext cx="3088470" cy="905006"/>
            </a:xfrm>
            <a:prstGeom prst="rect">
              <a:avLst/>
            </a:prstGeom>
            <a:noFill/>
            <a:ln>
              <a:noFill/>
            </a:ln>
          </p:spPr>
          <p:txBody>
            <a:bodyPr spcFirstLastPara="1" wrap="square" lIns="50800" tIns="50800" rIns="50800" bIns="50800" anchor="ctr" anchorCtr="0">
              <a:noAutofit/>
            </a:bodyPr>
            <a:lstStyle/>
            <a:p>
              <a:pPr marL="0" marR="0" lvl="0" indent="0" algn="ctr" rtl="0">
                <a:lnSpc>
                  <a:spcPct val="1011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07" name="Google Shape;207;p5"/>
          <p:cNvSpPr txBox="1"/>
          <p:nvPr/>
        </p:nvSpPr>
        <p:spPr>
          <a:xfrm>
            <a:off x="9455773" y="5281122"/>
            <a:ext cx="7414500" cy="29259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880" b="1" i="0" u="none" strike="noStrike" cap="none">
                <a:solidFill>
                  <a:srgbClr val="29455B"/>
                </a:solidFill>
                <a:latin typeface="Open Sans"/>
                <a:ea typeface="Open Sans"/>
                <a:cs typeface="Open Sans"/>
                <a:sym typeface="Open Sans"/>
              </a:rPr>
              <a:t>Bertanggungjawab secara teknis untuk mengadakan kegiatan yang</a:t>
            </a:r>
            <a:endParaRPr/>
          </a:p>
          <a:p>
            <a:pPr marL="0" marR="0" lvl="0" indent="0" algn="l" rtl="0">
              <a:lnSpc>
                <a:spcPct val="140000"/>
              </a:lnSpc>
              <a:spcBef>
                <a:spcPts val="0"/>
              </a:spcBef>
              <a:spcAft>
                <a:spcPts val="0"/>
              </a:spcAft>
              <a:buNone/>
            </a:pPr>
            <a:r>
              <a:rPr lang="en-US" sz="2880" b="1" i="0" u="none" strike="noStrike" cap="none">
                <a:solidFill>
                  <a:srgbClr val="29455B"/>
                </a:solidFill>
                <a:latin typeface="Open Sans"/>
                <a:ea typeface="Open Sans"/>
                <a:cs typeface="Open Sans"/>
                <a:sym typeface="Open Sans"/>
              </a:rPr>
              <a:t>bertujuan untuk meningkatkan kinerja organisasi.</a:t>
            </a:r>
            <a:endParaRPr/>
          </a:p>
          <a:p>
            <a:pPr marL="0" marR="0" lvl="0" indent="0" algn="l" rtl="0">
              <a:lnSpc>
                <a:spcPct val="140000"/>
              </a:lnSpc>
              <a:spcBef>
                <a:spcPts val="0"/>
              </a:spcBef>
              <a:spcAft>
                <a:spcPts val="0"/>
              </a:spcAft>
              <a:buNone/>
            </a:pPr>
            <a:endParaRPr sz="2880" b="1" i="0" u="none" strike="noStrike" cap="none">
              <a:solidFill>
                <a:srgbClr val="29455B"/>
              </a:solidFill>
              <a:latin typeface="Open Sans"/>
              <a:ea typeface="Open Sans"/>
              <a:cs typeface="Open Sans"/>
              <a:sym typeface="Open Sans"/>
            </a:endParaRPr>
          </a:p>
        </p:txBody>
      </p:sp>
      <p:grpSp>
        <p:nvGrpSpPr>
          <p:cNvPr id="208" name="Google Shape;208;p5"/>
          <p:cNvGrpSpPr/>
          <p:nvPr/>
        </p:nvGrpSpPr>
        <p:grpSpPr>
          <a:xfrm>
            <a:off x="4725078" y="7762240"/>
            <a:ext cx="7895509" cy="2355365"/>
            <a:chOff x="0" y="-38100"/>
            <a:chExt cx="3033704" cy="905006"/>
          </a:xfrm>
        </p:grpSpPr>
        <p:sp>
          <p:nvSpPr>
            <p:cNvPr id="209" name="Google Shape;209;p5"/>
            <p:cNvSpPr/>
            <p:nvPr/>
          </p:nvSpPr>
          <p:spPr>
            <a:xfrm>
              <a:off x="0" y="0"/>
              <a:ext cx="3033704" cy="866906"/>
            </a:xfrm>
            <a:custGeom>
              <a:avLst/>
              <a:gdLst/>
              <a:ahLst/>
              <a:cxnLst/>
              <a:rect l="l" t="t" r="r" b="b"/>
              <a:pathLst>
                <a:path w="3033704" h="866906" extrusionOk="0">
                  <a:moveTo>
                    <a:pt x="40202" y="0"/>
                  </a:moveTo>
                  <a:lnTo>
                    <a:pt x="2993502" y="0"/>
                  </a:lnTo>
                  <a:cubicBezTo>
                    <a:pt x="3015705" y="0"/>
                    <a:pt x="3033704" y="17999"/>
                    <a:pt x="3033704" y="40202"/>
                  </a:cubicBezTo>
                  <a:lnTo>
                    <a:pt x="3033704" y="826703"/>
                  </a:lnTo>
                  <a:cubicBezTo>
                    <a:pt x="3033704" y="848906"/>
                    <a:pt x="3015705" y="866906"/>
                    <a:pt x="2993502" y="866906"/>
                  </a:cubicBezTo>
                  <a:lnTo>
                    <a:pt x="40202" y="866906"/>
                  </a:lnTo>
                  <a:cubicBezTo>
                    <a:pt x="17999" y="866906"/>
                    <a:pt x="0" y="848906"/>
                    <a:pt x="0" y="826703"/>
                  </a:cubicBezTo>
                  <a:lnTo>
                    <a:pt x="0" y="40202"/>
                  </a:lnTo>
                  <a:cubicBezTo>
                    <a:pt x="0" y="17999"/>
                    <a:pt x="17999" y="0"/>
                    <a:pt x="40202" y="0"/>
                  </a:cubicBezTo>
                  <a:close/>
                </a:path>
              </a:pathLst>
            </a:custGeom>
            <a:solidFill>
              <a:srgbClr val="FCB50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5"/>
            <p:cNvSpPr txBox="1"/>
            <p:nvPr/>
          </p:nvSpPr>
          <p:spPr>
            <a:xfrm>
              <a:off x="0" y="-38100"/>
              <a:ext cx="3033704" cy="905006"/>
            </a:xfrm>
            <a:prstGeom prst="rect">
              <a:avLst/>
            </a:prstGeom>
            <a:noFill/>
            <a:ln>
              <a:noFill/>
            </a:ln>
          </p:spPr>
          <p:txBody>
            <a:bodyPr spcFirstLastPara="1" wrap="square" lIns="50800" tIns="50800" rIns="50800" bIns="50800" anchor="ctr" anchorCtr="0">
              <a:noAutofit/>
            </a:bodyPr>
            <a:lstStyle/>
            <a:p>
              <a:pPr marL="0" marR="0" lvl="0" indent="0" algn="ctr" rtl="0">
                <a:lnSpc>
                  <a:spcPct val="1011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1" name="Google Shape;211;p5"/>
          <p:cNvSpPr txBox="1"/>
          <p:nvPr/>
        </p:nvSpPr>
        <p:spPr>
          <a:xfrm>
            <a:off x="5021273" y="8050514"/>
            <a:ext cx="8130110" cy="1830350"/>
          </a:xfrm>
          <a:prstGeom prst="rect">
            <a:avLst/>
          </a:prstGeom>
          <a:noFill/>
          <a:ln>
            <a:noFill/>
          </a:ln>
        </p:spPr>
        <p:txBody>
          <a:bodyPr spcFirstLastPara="1" wrap="square" lIns="0" tIns="0" rIns="0" bIns="0" anchor="t" anchorCtr="0">
            <a:spAutoFit/>
          </a:bodyPr>
          <a:lstStyle/>
          <a:p>
            <a:pPr marL="0" marR="0" lvl="0" indent="0" algn="l" rtl="0">
              <a:lnSpc>
                <a:spcPct val="139992"/>
              </a:lnSpc>
              <a:spcBef>
                <a:spcPts val="0"/>
              </a:spcBef>
              <a:spcAft>
                <a:spcPts val="0"/>
              </a:spcAft>
              <a:buNone/>
            </a:pPr>
            <a:r>
              <a:rPr lang="en-US" sz="2623" b="1" i="0" u="none" strike="noStrike" cap="none">
                <a:solidFill>
                  <a:srgbClr val="29455B"/>
                </a:solidFill>
                <a:latin typeface="Open Sans"/>
                <a:ea typeface="Open Sans"/>
                <a:cs typeface="Open Sans"/>
                <a:sym typeface="Open Sans"/>
              </a:rPr>
              <a:t>Melakukan pengamatan, penilaian dan pengembangan terhadap kader</a:t>
            </a:r>
            <a:endParaRPr/>
          </a:p>
          <a:p>
            <a:pPr marL="0" marR="0" lvl="0" indent="0" algn="l" rtl="0">
              <a:lnSpc>
                <a:spcPct val="139992"/>
              </a:lnSpc>
              <a:spcBef>
                <a:spcPts val="0"/>
              </a:spcBef>
              <a:spcAft>
                <a:spcPts val="0"/>
              </a:spcAft>
              <a:buNone/>
            </a:pPr>
            <a:r>
              <a:rPr lang="en-US" sz="2623" b="1" i="0" u="none" strike="noStrike" cap="none">
                <a:solidFill>
                  <a:srgbClr val="29455B"/>
                </a:solidFill>
                <a:latin typeface="Open Sans"/>
                <a:ea typeface="Open Sans"/>
                <a:cs typeface="Open Sans"/>
                <a:sym typeface="Open Sans"/>
              </a:rPr>
              <a:t>secara menyeluruh dan berkesinambungan.</a:t>
            </a:r>
            <a:endParaRPr/>
          </a:p>
          <a:p>
            <a:pPr marL="0" marR="0" lvl="0" indent="0" algn="l" rtl="0">
              <a:lnSpc>
                <a:spcPct val="139992"/>
              </a:lnSpc>
              <a:spcBef>
                <a:spcPts val="0"/>
              </a:spcBef>
              <a:spcAft>
                <a:spcPts val="0"/>
              </a:spcAft>
              <a:buNone/>
            </a:pPr>
            <a:endParaRPr sz="2623" b="1" i="0" u="none" strike="noStrike" cap="none">
              <a:solidFill>
                <a:srgbClr val="29455B"/>
              </a:solidFill>
              <a:latin typeface="Open Sans"/>
              <a:ea typeface="Open Sans"/>
              <a:cs typeface="Open Sans"/>
              <a:sym typeface="Open San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6"/>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16609" b="-16608"/>
            </a:stretch>
          </a:blipFill>
          <a:ln>
            <a:noFill/>
          </a:ln>
        </p:spPr>
      </p:sp>
      <p:sp>
        <p:nvSpPr>
          <p:cNvPr id="217" name="Google Shape;217;p6"/>
          <p:cNvSpPr/>
          <p:nvPr/>
        </p:nvSpPr>
        <p:spPr>
          <a:xfrm rot="5400000">
            <a:off x="-1287607" y="7363229"/>
            <a:ext cx="3484451" cy="2363091"/>
          </a:xfrm>
          <a:custGeom>
            <a:avLst/>
            <a:gdLst/>
            <a:ahLst/>
            <a:cxnLst/>
            <a:rect l="l" t="t" r="r" b="b"/>
            <a:pathLst>
              <a:path w="3484451" h="2363091" extrusionOk="0">
                <a:moveTo>
                  <a:pt x="0" y="0"/>
                </a:moveTo>
                <a:lnTo>
                  <a:pt x="3484451" y="0"/>
                </a:lnTo>
                <a:lnTo>
                  <a:pt x="3484451" y="2363091"/>
                </a:lnTo>
                <a:lnTo>
                  <a:pt x="0" y="2363091"/>
                </a:lnTo>
                <a:lnTo>
                  <a:pt x="0" y="0"/>
                </a:lnTo>
                <a:close/>
              </a:path>
            </a:pathLst>
          </a:custGeom>
          <a:blipFill rotWithShape="1">
            <a:blip r:embed="rId4">
              <a:alphaModFix amt="25000"/>
            </a:blip>
            <a:stretch>
              <a:fillRect/>
            </a:stretch>
          </a:blipFill>
          <a:ln>
            <a:noFill/>
          </a:ln>
        </p:spPr>
      </p:sp>
      <p:sp>
        <p:nvSpPr>
          <p:cNvPr id="218" name="Google Shape;218;p6"/>
          <p:cNvSpPr/>
          <p:nvPr/>
        </p:nvSpPr>
        <p:spPr>
          <a:xfrm rot="-5400000" flipH="1">
            <a:off x="16133133" y="560680"/>
            <a:ext cx="3484451" cy="2363091"/>
          </a:xfrm>
          <a:custGeom>
            <a:avLst/>
            <a:gdLst/>
            <a:ahLst/>
            <a:cxnLst/>
            <a:rect l="l" t="t" r="r" b="b"/>
            <a:pathLst>
              <a:path w="3484451" h="2363091" extrusionOk="0">
                <a:moveTo>
                  <a:pt x="0" y="2363091"/>
                </a:moveTo>
                <a:lnTo>
                  <a:pt x="3484450" y="2363091"/>
                </a:lnTo>
                <a:lnTo>
                  <a:pt x="3484450" y="0"/>
                </a:lnTo>
                <a:lnTo>
                  <a:pt x="0" y="0"/>
                </a:lnTo>
                <a:lnTo>
                  <a:pt x="0" y="2363091"/>
                </a:lnTo>
                <a:close/>
              </a:path>
            </a:pathLst>
          </a:custGeom>
          <a:blipFill rotWithShape="1">
            <a:blip r:embed="rId4">
              <a:alphaModFix amt="25000"/>
            </a:blip>
            <a:stretch>
              <a:fillRect/>
            </a:stretch>
          </a:blipFill>
          <a:ln>
            <a:noFill/>
          </a:ln>
        </p:spPr>
      </p:sp>
      <p:grpSp>
        <p:nvGrpSpPr>
          <p:cNvPr id="219" name="Google Shape;219;p6"/>
          <p:cNvGrpSpPr/>
          <p:nvPr/>
        </p:nvGrpSpPr>
        <p:grpSpPr>
          <a:xfrm>
            <a:off x="2083247" y="1193063"/>
            <a:ext cx="14006162" cy="8026904"/>
            <a:chOff x="0" y="-38100"/>
            <a:chExt cx="5381611" cy="3084190"/>
          </a:xfrm>
        </p:grpSpPr>
        <p:sp>
          <p:nvSpPr>
            <p:cNvPr id="220" name="Google Shape;220;p6"/>
            <p:cNvSpPr/>
            <p:nvPr/>
          </p:nvSpPr>
          <p:spPr>
            <a:xfrm>
              <a:off x="0" y="0"/>
              <a:ext cx="5381611" cy="3046090"/>
            </a:xfrm>
            <a:custGeom>
              <a:avLst/>
              <a:gdLst/>
              <a:ahLst/>
              <a:cxnLst/>
              <a:rect l="l" t="t" r="r" b="b"/>
              <a:pathLst>
                <a:path w="5381611" h="3046090" extrusionOk="0">
                  <a:moveTo>
                    <a:pt x="22663" y="0"/>
                  </a:moveTo>
                  <a:lnTo>
                    <a:pt x="5358948" y="0"/>
                  </a:lnTo>
                  <a:cubicBezTo>
                    <a:pt x="5371464" y="0"/>
                    <a:pt x="5381611" y="10146"/>
                    <a:pt x="5381611" y="22663"/>
                  </a:cubicBezTo>
                  <a:lnTo>
                    <a:pt x="5381611" y="3023428"/>
                  </a:lnTo>
                  <a:cubicBezTo>
                    <a:pt x="5381611" y="3035944"/>
                    <a:pt x="5371464" y="3046090"/>
                    <a:pt x="5358948" y="3046090"/>
                  </a:cubicBezTo>
                  <a:lnTo>
                    <a:pt x="22663" y="3046090"/>
                  </a:lnTo>
                  <a:cubicBezTo>
                    <a:pt x="16652" y="3046090"/>
                    <a:pt x="10888" y="3043703"/>
                    <a:pt x="6638" y="3039453"/>
                  </a:cubicBezTo>
                  <a:cubicBezTo>
                    <a:pt x="2388" y="3035203"/>
                    <a:pt x="0" y="3029438"/>
                    <a:pt x="0" y="3023428"/>
                  </a:cubicBezTo>
                  <a:lnTo>
                    <a:pt x="0" y="22663"/>
                  </a:lnTo>
                  <a:cubicBezTo>
                    <a:pt x="0" y="10146"/>
                    <a:pt x="10146" y="0"/>
                    <a:pt x="22663" y="0"/>
                  </a:cubicBezTo>
                  <a:close/>
                </a:path>
              </a:pathLst>
            </a:custGeom>
            <a:solidFill>
              <a:srgbClr val="FCB50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6"/>
            <p:cNvSpPr txBox="1"/>
            <p:nvPr/>
          </p:nvSpPr>
          <p:spPr>
            <a:xfrm>
              <a:off x="0" y="-38100"/>
              <a:ext cx="5381611" cy="3084190"/>
            </a:xfrm>
            <a:prstGeom prst="rect">
              <a:avLst/>
            </a:prstGeom>
            <a:noFill/>
            <a:ln>
              <a:noFill/>
            </a:ln>
          </p:spPr>
          <p:txBody>
            <a:bodyPr spcFirstLastPara="1" wrap="square" lIns="50800" tIns="50800" rIns="50800" bIns="50800" anchor="ctr" anchorCtr="0">
              <a:noAutofit/>
            </a:bodyPr>
            <a:lstStyle/>
            <a:p>
              <a:pPr marL="0" marR="0" lvl="0" indent="0" algn="ctr" rtl="0">
                <a:lnSpc>
                  <a:spcPct val="1011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2" name="Google Shape;222;p6"/>
          <p:cNvSpPr txBox="1"/>
          <p:nvPr/>
        </p:nvSpPr>
        <p:spPr>
          <a:xfrm>
            <a:off x="913356" y="294256"/>
            <a:ext cx="16345944" cy="997966"/>
          </a:xfrm>
          <a:prstGeom prst="rect">
            <a:avLst/>
          </a:prstGeom>
          <a:noFill/>
          <a:ln>
            <a:noFill/>
          </a:ln>
        </p:spPr>
        <p:txBody>
          <a:bodyPr spcFirstLastPara="1" wrap="square" lIns="0" tIns="0" rIns="0" bIns="0" anchor="t" anchorCtr="0">
            <a:spAutoFit/>
          </a:bodyPr>
          <a:lstStyle/>
          <a:p>
            <a:pPr marL="0" marR="0" lvl="0" indent="0" algn="ctr" rtl="0">
              <a:lnSpc>
                <a:spcPct val="103000"/>
              </a:lnSpc>
              <a:spcBef>
                <a:spcPts val="0"/>
              </a:spcBef>
              <a:spcAft>
                <a:spcPts val="0"/>
              </a:spcAft>
              <a:buNone/>
            </a:pPr>
            <a:r>
              <a:rPr lang="en-US" sz="7400" b="1" i="0" u="none" strike="noStrike" cap="none">
                <a:solidFill>
                  <a:srgbClr val="29455B"/>
                </a:solidFill>
                <a:latin typeface="Arial"/>
                <a:ea typeface="Arial"/>
                <a:cs typeface="Arial"/>
                <a:sym typeface="Arial"/>
              </a:rPr>
              <a:t>EVALUASI SUBDIVISI</a:t>
            </a:r>
            <a:endParaRPr/>
          </a:p>
        </p:txBody>
      </p:sp>
      <p:sp>
        <p:nvSpPr>
          <p:cNvPr id="223" name="Google Shape;223;p6"/>
          <p:cNvSpPr txBox="1"/>
          <p:nvPr/>
        </p:nvSpPr>
        <p:spPr>
          <a:xfrm>
            <a:off x="2757830" y="1584533"/>
            <a:ext cx="12728591" cy="7046689"/>
          </a:xfrm>
          <a:prstGeom prst="rect">
            <a:avLst/>
          </a:prstGeom>
          <a:noFill/>
          <a:ln>
            <a:noFill/>
          </a:ln>
        </p:spPr>
        <p:txBody>
          <a:bodyPr spcFirstLastPara="1" wrap="square" lIns="0" tIns="0" rIns="0" bIns="0" anchor="t" anchorCtr="0">
            <a:spAutoFit/>
          </a:bodyPr>
          <a:lstStyle/>
          <a:p>
            <a:pPr marL="0" marR="0" lvl="0" indent="0" algn="l" rtl="0">
              <a:lnSpc>
                <a:spcPct val="140023"/>
              </a:lnSpc>
              <a:spcBef>
                <a:spcPts val="0"/>
              </a:spcBef>
              <a:spcAft>
                <a:spcPts val="0"/>
              </a:spcAft>
              <a:buNone/>
            </a:pPr>
            <a:r>
              <a:rPr lang="en-US" sz="3343" b="1" i="0" u="none" strike="noStrike" cap="none">
                <a:solidFill>
                  <a:srgbClr val="29455B"/>
                </a:solidFill>
                <a:latin typeface="Open Sans"/>
                <a:ea typeface="Open Sans"/>
                <a:cs typeface="Open Sans"/>
                <a:sym typeface="Open Sans"/>
              </a:rPr>
              <a:t>Evaluasi : </a:t>
            </a:r>
            <a:endParaRPr/>
          </a:p>
          <a:p>
            <a:pPr marL="721892" marR="0" lvl="1" indent="-360946" algn="l" rtl="0">
              <a:lnSpc>
                <a:spcPct val="140023"/>
              </a:lnSpc>
              <a:spcBef>
                <a:spcPts val="0"/>
              </a:spcBef>
              <a:spcAft>
                <a:spcPts val="0"/>
              </a:spcAft>
              <a:buClr>
                <a:srgbClr val="29455B"/>
              </a:buClr>
              <a:buSzPts val="3343"/>
              <a:buFont typeface="Open Sans"/>
              <a:buAutoNum type="arabicPeriod"/>
            </a:pPr>
            <a:r>
              <a:rPr lang="en-US" sz="3343" b="1" i="0" u="none" strike="noStrike" cap="none">
                <a:solidFill>
                  <a:srgbClr val="29455B"/>
                </a:solidFill>
                <a:latin typeface="Open Sans"/>
                <a:ea typeface="Open Sans"/>
                <a:cs typeface="Open Sans"/>
                <a:sym typeface="Open Sans"/>
              </a:rPr>
              <a:t>Kurang nya pengawasan dan mengendalikan perkembangan terhadap kader</a:t>
            </a:r>
            <a:endParaRPr/>
          </a:p>
          <a:p>
            <a:pPr marL="721892" marR="0" lvl="1" indent="-360946" algn="l" rtl="0">
              <a:lnSpc>
                <a:spcPct val="140023"/>
              </a:lnSpc>
              <a:spcBef>
                <a:spcPts val="0"/>
              </a:spcBef>
              <a:spcAft>
                <a:spcPts val="0"/>
              </a:spcAft>
              <a:buClr>
                <a:srgbClr val="29455B"/>
              </a:buClr>
              <a:buSzPts val="3343"/>
              <a:buFont typeface="Open Sans"/>
              <a:buAutoNum type="arabicPeriod"/>
            </a:pPr>
            <a:r>
              <a:rPr lang="en-US" sz="3343" b="1" i="0" u="none" strike="noStrike" cap="none">
                <a:solidFill>
                  <a:srgbClr val="29455B"/>
                </a:solidFill>
                <a:latin typeface="Open Sans"/>
                <a:ea typeface="Open Sans"/>
                <a:cs typeface="Open Sans"/>
                <a:sym typeface="Open Sans"/>
              </a:rPr>
              <a:t> Kurang nya kepekaan tiap anggota</a:t>
            </a:r>
            <a:endParaRPr/>
          </a:p>
          <a:p>
            <a:pPr marL="721892" marR="0" lvl="1" indent="-360946" algn="l" rtl="0">
              <a:lnSpc>
                <a:spcPct val="140023"/>
              </a:lnSpc>
              <a:spcBef>
                <a:spcPts val="0"/>
              </a:spcBef>
              <a:spcAft>
                <a:spcPts val="0"/>
              </a:spcAft>
              <a:buClr>
                <a:srgbClr val="29455B"/>
              </a:buClr>
              <a:buSzPts val="3343"/>
              <a:buFont typeface="Open Sans"/>
              <a:buAutoNum type="arabicPeriod"/>
            </a:pPr>
            <a:r>
              <a:rPr lang="en-US" sz="3343" b="1" i="0" u="none" strike="noStrike" cap="none">
                <a:solidFill>
                  <a:srgbClr val="29455B"/>
                </a:solidFill>
                <a:latin typeface="Open Sans"/>
                <a:ea typeface="Open Sans"/>
                <a:cs typeface="Open Sans"/>
                <a:sym typeface="Open Sans"/>
              </a:rPr>
              <a:t>Anggota Subdivisi kurang loyalitas terhadap Subdivisi</a:t>
            </a:r>
            <a:endParaRPr/>
          </a:p>
          <a:p>
            <a:pPr marL="0" marR="0" lvl="0" indent="0" algn="l" rtl="0">
              <a:lnSpc>
                <a:spcPct val="140023"/>
              </a:lnSpc>
              <a:spcBef>
                <a:spcPts val="0"/>
              </a:spcBef>
              <a:spcAft>
                <a:spcPts val="0"/>
              </a:spcAft>
              <a:buNone/>
            </a:pPr>
            <a:r>
              <a:rPr lang="en-US" sz="3343" b="1" i="0" u="none" strike="noStrike" cap="none">
                <a:solidFill>
                  <a:srgbClr val="29455B"/>
                </a:solidFill>
                <a:latin typeface="Open Sans"/>
                <a:ea typeface="Open Sans"/>
                <a:cs typeface="Open Sans"/>
                <a:sym typeface="Open Sans"/>
              </a:rPr>
              <a:t>Proyeksi : </a:t>
            </a:r>
            <a:endParaRPr/>
          </a:p>
          <a:p>
            <a:pPr marL="0" marR="0" lvl="0" indent="0" algn="l" rtl="0">
              <a:lnSpc>
                <a:spcPct val="140023"/>
              </a:lnSpc>
              <a:spcBef>
                <a:spcPts val="0"/>
              </a:spcBef>
              <a:spcAft>
                <a:spcPts val="0"/>
              </a:spcAft>
              <a:buNone/>
            </a:pPr>
            <a:r>
              <a:rPr lang="en-US" sz="3343" b="1" i="0" u="none" strike="noStrike" cap="none">
                <a:solidFill>
                  <a:srgbClr val="29455B"/>
                </a:solidFill>
                <a:latin typeface="Open Sans"/>
                <a:ea typeface="Open Sans"/>
                <a:cs typeface="Open Sans"/>
                <a:sym typeface="Open Sans"/>
              </a:rPr>
              <a:t>1. Menetapkan sistem pengawasan yang lebih, seperti pertemuan rutin untuk memantau perkembangan kader.</a:t>
            </a:r>
            <a:endParaRPr/>
          </a:p>
          <a:p>
            <a:pPr marL="0" marR="0" lvl="0" indent="0" algn="l" rtl="0">
              <a:lnSpc>
                <a:spcPct val="140023"/>
              </a:lnSpc>
              <a:spcBef>
                <a:spcPts val="0"/>
              </a:spcBef>
              <a:spcAft>
                <a:spcPts val="0"/>
              </a:spcAft>
              <a:buNone/>
            </a:pPr>
            <a:r>
              <a:rPr lang="en-US" sz="3343" b="1" i="0" u="none" strike="noStrike" cap="none">
                <a:solidFill>
                  <a:srgbClr val="29455B"/>
                </a:solidFill>
                <a:latin typeface="Open Sans"/>
                <a:ea typeface="Open Sans"/>
                <a:cs typeface="Open Sans"/>
                <a:sym typeface="Open Sans"/>
              </a:rPr>
              <a:t>2. Mendorong komunikasi terbuka antara anggota untuk saling memberikan umpan balik.</a:t>
            </a:r>
            <a:endParaRPr/>
          </a:p>
          <a:p>
            <a:pPr marL="0" marR="0" lvl="0" indent="0" algn="l" rtl="0">
              <a:lnSpc>
                <a:spcPct val="140023"/>
              </a:lnSpc>
              <a:spcBef>
                <a:spcPts val="0"/>
              </a:spcBef>
              <a:spcAft>
                <a:spcPts val="0"/>
              </a:spcAft>
              <a:buNone/>
            </a:pPr>
            <a:r>
              <a:rPr lang="en-US" sz="3343" b="1" i="0" u="none" strike="noStrike" cap="none">
                <a:solidFill>
                  <a:srgbClr val="29455B"/>
                </a:solidFill>
                <a:latin typeface="Open Sans"/>
                <a:ea typeface="Open Sans"/>
                <a:cs typeface="Open Sans"/>
                <a:sym typeface="Open Sans"/>
              </a:rPr>
              <a:t>3. Anggota Subdivisi lebih simpati dan peka lagi terhadap Subdivisi nya</a:t>
            </a:r>
            <a:endParaRPr/>
          </a:p>
        </p:txBody>
      </p:sp>
      <p:sp>
        <p:nvSpPr>
          <p:cNvPr id="224" name="Google Shape;224;p6"/>
          <p:cNvSpPr/>
          <p:nvPr/>
        </p:nvSpPr>
        <p:spPr>
          <a:xfrm rot="5400000">
            <a:off x="557551" y="-234573"/>
            <a:ext cx="1795277" cy="2605283"/>
          </a:xfrm>
          <a:custGeom>
            <a:avLst/>
            <a:gdLst/>
            <a:ahLst/>
            <a:cxnLst/>
            <a:rect l="l" t="t" r="r" b="b"/>
            <a:pathLst>
              <a:path w="1795277" h="2605283" extrusionOk="0">
                <a:moveTo>
                  <a:pt x="0" y="0"/>
                </a:moveTo>
                <a:lnTo>
                  <a:pt x="1795276" y="0"/>
                </a:lnTo>
                <a:lnTo>
                  <a:pt x="1795276" y="2605283"/>
                </a:lnTo>
                <a:lnTo>
                  <a:pt x="0" y="2605283"/>
                </a:lnTo>
                <a:lnTo>
                  <a:pt x="0" y="0"/>
                </a:lnTo>
                <a:close/>
              </a:path>
            </a:pathLst>
          </a:custGeom>
          <a:blipFill rotWithShape="1">
            <a:blip r:embed="rId5">
              <a:alphaModFix/>
            </a:blip>
            <a:stretch>
              <a:fillRect/>
            </a:stretch>
          </a:blipFill>
          <a:ln>
            <a:noFill/>
          </a:ln>
        </p:spPr>
      </p:sp>
      <p:sp>
        <p:nvSpPr>
          <p:cNvPr id="225" name="Google Shape;225;p6"/>
          <p:cNvSpPr/>
          <p:nvPr/>
        </p:nvSpPr>
        <p:spPr>
          <a:xfrm rot="-5400000">
            <a:off x="15891424" y="7917325"/>
            <a:ext cx="1795277" cy="2605283"/>
          </a:xfrm>
          <a:custGeom>
            <a:avLst/>
            <a:gdLst/>
            <a:ahLst/>
            <a:cxnLst/>
            <a:rect l="l" t="t" r="r" b="b"/>
            <a:pathLst>
              <a:path w="1795277" h="2605283" extrusionOk="0">
                <a:moveTo>
                  <a:pt x="1795277" y="2605283"/>
                </a:moveTo>
                <a:lnTo>
                  <a:pt x="0" y="2605283"/>
                </a:lnTo>
                <a:lnTo>
                  <a:pt x="0" y="0"/>
                </a:lnTo>
                <a:lnTo>
                  <a:pt x="1795277" y="0"/>
                </a:lnTo>
                <a:lnTo>
                  <a:pt x="1795277" y="2605283"/>
                </a:lnTo>
                <a:close/>
              </a:path>
            </a:pathLst>
          </a:custGeom>
          <a:blipFill rotWithShape="1">
            <a:blip r:embed="rId5">
              <a:alphaModFix/>
            </a:blip>
            <a:stretch>
              <a:fillRect/>
            </a:stretch>
          </a:blipFill>
          <a:ln>
            <a:noFill/>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7"/>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16609" b="-16608"/>
            </a:stretch>
          </a:blipFill>
          <a:ln>
            <a:noFill/>
          </a:ln>
        </p:spPr>
        <p:txBody>
          <a:bodyPr/>
          <a:lstStyle/>
          <a:p>
            <a:endParaRPr lang="en-ID" dirty="0"/>
          </a:p>
        </p:txBody>
      </p:sp>
      <p:sp>
        <p:nvSpPr>
          <p:cNvPr id="231" name="Google Shape;231;p7"/>
          <p:cNvSpPr/>
          <p:nvPr/>
        </p:nvSpPr>
        <p:spPr>
          <a:xfrm>
            <a:off x="16511283" y="8407075"/>
            <a:ext cx="1776717" cy="1819729"/>
          </a:xfrm>
          <a:custGeom>
            <a:avLst/>
            <a:gdLst/>
            <a:ahLst/>
            <a:cxnLst/>
            <a:rect l="l" t="t" r="r" b="b"/>
            <a:pathLst>
              <a:path w="1776717" h="1819729" extrusionOk="0">
                <a:moveTo>
                  <a:pt x="0" y="0"/>
                </a:moveTo>
                <a:lnTo>
                  <a:pt x="1776717" y="0"/>
                </a:lnTo>
                <a:lnTo>
                  <a:pt x="1776717" y="1819730"/>
                </a:lnTo>
                <a:lnTo>
                  <a:pt x="0" y="1819730"/>
                </a:lnTo>
                <a:lnTo>
                  <a:pt x="0" y="0"/>
                </a:lnTo>
                <a:close/>
              </a:path>
            </a:pathLst>
          </a:custGeom>
          <a:blipFill rotWithShape="1">
            <a:blip r:embed="rId4">
              <a:alphaModFix/>
            </a:blip>
            <a:stretch>
              <a:fillRect/>
            </a:stretch>
          </a:blipFill>
          <a:ln>
            <a:noFill/>
          </a:ln>
        </p:spPr>
      </p:sp>
      <p:sp>
        <p:nvSpPr>
          <p:cNvPr id="232" name="Google Shape;232;p7"/>
          <p:cNvSpPr/>
          <p:nvPr/>
        </p:nvSpPr>
        <p:spPr>
          <a:xfrm>
            <a:off x="14974605" y="-480817"/>
            <a:ext cx="3780600" cy="3753105"/>
          </a:xfrm>
          <a:custGeom>
            <a:avLst/>
            <a:gdLst/>
            <a:ahLst/>
            <a:cxnLst/>
            <a:rect l="l" t="t" r="r" b="b"/>
            <a:pathLst>
              <a:path w="3780600" h="3753105" extrusionOk="0">
                <a:moveTo>
                  <a:pt x="0" y="0"/>
                </a:moveTo>
                <a:lnTo>
                  <a:pt x="3780600" y="0"/>
                </a:lnTo>
                <a:lnTo>
                  <a:pt x="3780600" y="3753105"/>
                </a:lnTo>
                <a:lnTo>
                  <a:pt x="0" y="3753105"/>
                </a:lnTo>
                <a:lnTo>
                  <a:pt x="0" y="0"/>
                </a:lnTo>
                <a:close/>
              </a:path>
            </a:pathLst>
          </a:custGeom>
          <a:blipFill rotWithShape="1">
            <a:blip r:embed="rId5">
              <a:alphaModFix/>
            </a:blip>
            <a:stretch>
              <a:fillRect/>
            </a:stretch>
          </a:blipFill>
          <a:ln>
            <a:noFill/>
          </a:ln>
        </p:spPr>
      </p:sp>
      <p:sp>
        <p:nvSpPr>
          <p:cNvPr id="233" name="Google Shape;233;p7"/>
          <p:cNvSpPr/>
          <p:nvPr/>
        </p:nvSpPr>
        <p:spPr>
          <a:xfrm rot="10800000" flipH="1">
            <a:off x="16511283" y="0"/>
            <a:ext cx="1776717" cy="1819729"/>
          </a:xfrm>
          <a:custGeom>
            <a:avLst/>
            <a:gdLst/>
            <a:ahLst/>
            <a:cxnLst/>
            <a:rect l="l" t="t" r="r" b="b"/>
            <a:pathLst>
              <a:path w="1776717" h="1819729" extrusionOk="0">
                <a:moveTo>
                  <a:pt x="0" y="1819729"/>
                </a:moveTo>
                <a:lnTo>
                  <a:pt x="1776717" y="1819729"/>
                </a:lnTo>
                <a:lnTo>
                  <a:pt x="1776717" y="0"/>
                </a:lnTo>
                <a:lnTo>
                  <a:pt x="0" y="0"/>
                </a:lnTo>
                <a:lnTo>
                  <a:pt x="0" y="1819729"/>
                </a:lnTo>
                <a:close/>
              </a:path>
            </a:pathLst>
          </a:custGeom>
          <a:blipFill rotWithShape="1">
            <a:blip r:embed="rId4">
              <a:alphaModFix/>
            </a:blip>
            <a:stretch>
              <a:fillRect/>
            </a:stretch>
          </a:blipFill>
          <a:ln>
            <a:noFill/>
          </a:ln>
        </p:spPr>
      </p:sp>
      <p:sp>
        <p:nvSpPr>
          <p:cNvPr id="234" name="Google Shape;234;p7"/>
          <p:cNvSpPr/>
          <p:nvPr/>
        </p:nvSpPr>
        <p:spPr>
          <a:xfrm rot="10800000">
            <a:off x="0" y="0"/>
            <a:ext cx="1776717" cy="1819729"/>
          </a:xfrm>
          <a:custGeom>
            <a:avLst/>
            <a:gdLst/>
            <a:ahLst/>
            <a:cxnLst/>
            <a:rect l="l" t="t" r="r" b="b"/>
            <a:pathLst>
              <a:path w="1776717" h="1819729" extrusionOk="0">
                <a:moveTo>
                  <a:pt x="1776717" y="1819729"/>
                </a:moveTo>
                <a:lnTo>
                  <a:pt x="0" y="1819729"/>
                </a:lnTo>
                <a:lnTo>
                  <a:pt x="0" y="0"/>
                </a:lnTo>
                <a:lnTo>
                  <a:pt x="1776717" y="0"/>
                </a:lnTo>
                <a:lnTo>
                  <a:pt x="1776717" y="1819729"/>
                </a:lnTo>
                <a:close/>
              </a:path>
            </a:pathLst>
          </a:custGeom>
          <a:blipFill rotWithShape="1">
            <a:blip r:embed="rId4">
              <a:alphaModFix/>
            </a:blip>
            <a:stretch>
              <a:fillRect/>
            </a:stretch>
          </a:blipFill>
          <a:ln>
            <a:noFill/>
          </a:ln>
        </p:spPr>
      </p:sp>
      <p:sp>
        <p:nvSpPr>
          <p:cNvPr id="235" name="Google Shape;235;p7"/>
          <p:cNvSpPr/>
          <p:nvPr/>
        </p:nvSpPr>
        <p:spPr>
          <a:xfrm rot="10800000" flipH="1">
            <a:off x="-429105" y="6828898"/>
            <a:ext cx="3950064" cy="3921336"/>
          </a:xfrm>
          <a:custGeom>
            <a:avLst/>
            <a:gdLst/>
            <a:ahLst/>
            <a:cxnLst/>
            <a:rect l="l" t="t" r="r" b="b"/>
            <a:pathLst>
              <a:path w="3950064" h="3921336" extrusionOk="0">
                <a:moveTo>
                  <a:pt x="0" y="3921336"/>
                </a:moveTo>
                <a:lnTo>
                  <a:pt x="3950064" y="3921336"/>
                </a:lnTo>
                <a:lnTo>
                  <a:pt x="3950064" y="0"/>
                </a:lnTo>
                <a:lnTo>
                  <a:pt x="0" y="0"/>
                </a:lnTo>
                <a:lnTo>
                  <a:pt x="0" y="3921336"/>
                </a:lnTo>
                <a:close/>
              </a:path>
            </a:pathLst>
          </a:custGeom>
          <a:blipFill rotWithShape="1">
            <a:blip r:embed="rId5">
              <a:alphaModFix/>
            </a:blip>
            <a:stretch>
              <a:fillRect/>
            </a:stretch>
          </a:blipFill>
          <a:ln>
            <a:noFill/>
          </a:ln>
        </p:spPr>
      </p:sp>
      <p:sp>
        <p:nvSpPr>
          <p:cNvPr id="236" name="Google Shape;236;p7"/>
          <p:cNvSpPr/>
          <p:nvPr/>
        </p:nvSpPr>
        <p:spPr>
          <a:xfrm flipH="1">
            <a:off x="0" y="8467271"/>
            <a:ext cx="1776717" cy="1819729"/>
          </a:xfrm>
          <a:custGeom>
            <a:avLst/>
            <a:gdLst/>
            <a:ahLst/>
            <a:cxnLst/>
            <a:rect l="l" t="t" r="r" b="b"/>
            <a:pathLst>
              <a:path w="1776717" h="1819729" extrusionOk="0">
                <a:moveTo>
                  <a:pt x="1776717" y="0"/>
                </a:moveTo>
                <a:lnTo>
                  <a:pt x="0" y="0"/>
                </a:lnTo>
                <a:lnTo>
                  <a:pt x="0" y="1819729"/>
                </a:lnTo>
                <a:lnTo>
                  <a:pt x="1776717" y="1819729"/>
                </a:lnTo>
                <a:lnTo>
                  <a:pt x="1776717" y="0"/>
                </a:lnTo>
                <a:close/>
              </a:path>
            </a:pathLst>
          </a:custGeom>
          <a:blipFill rotWithShape="1">
            <a:blip r:embed="rId4">
              <a:alphaModFix/>
            </a:blip>
            <a:stretch>
              <a:fillRect/>
            </a:stretch>
          </a:blipFill>
          <a:ln>
            <a:noFill/>
          </a:ln>
        </p:spPr>
      </p:sp>
      <p:sp>
        <p:nvSpPr>
          <p:cNvPr id="237" name="Google Shape;237;p7"/>
          <p:cNvSpPr/>
          <p:nvPr/>
        </p:nvSpPr>
        <p:spPr>
          <a:xfrm>
            <a:off x="2535834" y="8778559"/>
            <a:ext cx="3484451" cy="2363091"/>
          </a:xfrm>
          <a:custGeom>
            <a:avLst/>
            <a:gdLst/>
            <a:ahLst/>
            <a:cxnLst/>
            <a:rect l="l" t="t" r="r" b="b"/>
            <a:pathLst>
              <a:path w="3484451" h="2363091" extrusionOk="0">
                <a:moveTo>
                  <a:pt x="0" y="0"/>
                </a:moveTo>
                <a:lnTo>
                  <a:pt x="3484451" y="0"/>
                </a:lnTo>
                <a:lnTo>
                  <a:pt x="3484451" y="2363091"/>
                </a:lnTo>
                <a:lnTo>
                  <a:pt x="0" y="2363091"/>
                </a:lnTo>
                <a:lnTo>
                  <a:pt x="0" y="0"/>
                </a:lnTo>
                <a:close/>
              </a:path>
            </a:pathLst>
          </a:custGeom>
          <a:blipFill rotWithShape="1">
            <a:blip r:embed="rId6">
              <a:alphaModFix amt="25000"/>
            </a:blip>
            <a:stretch>
              <a:fillRect/>
            </a:stretch>
          </a:blipFill>
          <a:ln>
            <a:noFill/>
          </a:ln>
        </p:spPr>
      </p:sp>
      <p:sp>
        <p:nvSpPr>
          <p:cNvPr id="238" name="Google Shape;238;p7"/>
          <p:cNvSpPr/>
          <p:nvPr/>
        </p:nvSpPr>
        <p:spPr>
          <a:xfrm rot="10800000" flipH="1">
            <a:off x="12420115" y="-843658"/>
            <a:ext cx="3484451" cy="2363091"/>
          </a:xfrm>
          <a:custGeom>
            <a:avLst/>
            <a:gdLst/>
            <a:ahLst/>
            <a:cxnLst/>
            <a:rect l="l" t="t" r="r" b="b"/>
            <a:pathLst>
              <a:path w="3484451" h="2363091" extrusionOk="0">
                <a:moveTo>
                  <a:pt x="0" y="2363091"/>
                </a:moveTo>
                <a:lnTo>
                  <a:pt x="3484451" y="2363091"/>
                </a:lnTo>
                <a:lnTo>
                  <a:pt x="3484451" y="0"/>
                </a:lnTo>
                <a:lnTo>
                  <a:pt x="0" y="0"/>
                </a:lnTo>
                <a:lnTo>
                  <a:pt x="0" y="2363091"/>
                </a:lnTo>
                <a:close/>
              </a:path>
            </a:pathLst>
          </a:custGeom>
          <a:blipFill rotWithShape="1">
            <a:blip r:embed="rId6">
              <a:alphaModFix amt="25000"/>
            </a:blip>
            <a:stretch>
              <a:fillRect/>
            </a:stretch>
          </a:blipFill>
          <a:ln>
            <a:noFill/>
          </a:ln>
        </p:spPr>
      </p:sp>
      <p:sp>
        <p:nvSpPr>
          <p:cNvPr id="239" name="Google Shape;239;p7"/>
          <p:cNvSpPr txBox="1"/>
          <p:nvPr/>
        </p:nvSpPr>
        <p:spPr>
          <a:xfrm>
            <a:off x="2554640" y="4544157"/>
            <a:ext cx="13644740" cy="974598"/>
          </a:xfrm>
          <a:prstGeom prst="rect">
            <a:avLst/>
          </a:prstGeom>
          <a:noFill/>
          <a:ln>
            <a:noFill/>
          </a:ln>
        </p:spPr>
        <p:txBody>
          <a:bodyPr spcFirstLastPara="1" wrap="square" lIns="0" tIns="0" rIns="0" bIns="0" anchor="t" anchorCtr="0">
            <a:spAutoFit/>
          </a:bodyPr>
          <a:lstStyle/>
          <a:p>
            <a:pPr marL="0" marR="0" lvl="0" indent="0" algn="ctr" rtl="0">
              <a:lnSpc>
                <a:spcPct val="103000"/>
              </a:lnSpc>
              <a:spcBef>
                <a:spcPts val="0"/>
              </a:spcBef>
              <a:spcAft>
                <a:spcPts val="0"/>
              </a:spcAft>
              <a:buNone/>
            </a:pPr>
            <a:r>
              <a:rPr lang="en-US" sz="7200" b="1" i="0" u="none" strike="noStrike" cap="none">
                <a:solidFill>
                  <a:srgbClr val="29455B"/>
                </a:solidFill>
                <a:latin typeface="Arial"/>
                <a:ea typeface="Arial"/>
                <a:cs typeface="Arial"/>
                <a:sym typeface="Arial"/>
              </a:rPr>
              <a:t>PROGAM KERJA </a:t>
            </a:r>
            <a:endParaRPr/>
          </a:p>
        </p:txBody>
      </p:sp>
      <p:sp>
        <p:nvSpPr>
          <p:cNvPr id="240" name="Google Shape;240;p7"/>
          <p:cNvSpPr/>
          <p:nvPr/>
        </p:nvSpPr>
        <p:spPr>
          <a:xfrm>
            <a:off x="75888" y="1028700"/>
            <a:ext cx="1795277" cy="2605283"/>
          </a:xfrm>
          <a:custGeom>
            <a:avLst/>
            <a:gdLst/>
            <a:ahLst/>
            <a:cxnLst/>
            <a:rect l="l" t="t" r="r" b="b"/>
            <a:pathLst>
              <a:path w="1795277" h="2605283" extrusionOk="0">
                <a:moveTo>
                  <a:pt x="0" y="0"/>
                </a:moveTo>
                <a:lnTo>
                  <a:pt x="1795276" y="0"/>
                </a:lnTo>
                <a:lnTo>
                  <a:pt x="1795276" y="2605283"/>
                </a:lnTo>
                <a:lnTo>
                  <a:pt x="0" y="2605283"/>
                </a:lnTo>
                <a:lnTo>
                  <a:pt x="0" y="0"/>
                </a:lnTo>
                <a:close/>
              </a:path>
            </a:pathLst>
          </a:custGeom>
          <a:blipFill rotWithShape="1">
            <a:blip r:embed="rId7">
              <a:alphaModFix/>
            </a:blip>
            <a:stretch>
              <a:fillRect/>
            </a:stretch>
          </a:blipFill>
          <a:ln>
            <a:noFill/>
          </a:ln>
        </p:spPr>
      </p:sp>
      <p:sp>
        <p:nvSpPr>
          <p:cNvPr id="241" name="Google Shape;241;p7"/>
          <p:cNvSpPr txBox="1"/>
          <p:nvPr/>
        </p:nvSpPr>
        <p:spPr>
          <a:xfrm>
            <a:off x="1965010" y="5442555"/>
            <a:ext cx="14234370" cy="695959"/>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4100" b="0" i="0" u="none" strike="noStrike" cap="none">
                <a:solidFill>
                  <a:srgbClr val="29455B"/>
                </a:solidFill>
                <a:latin typeface="Open Sans"/>
                <a:ea typeface="Open Sans"/>
                <a:cs typeface="Open Sans"/>
                <a:sym typeface="Open Sans"/>
              </a:rPr>
              <a:t>KADERISASI</a:t>
            </a:r>
            <a:endParaRPr/>
          </a:p>
        </p:txBody>
      </p:sp>
      <p:sp>
        <p:nvSpPr>
          <p:cNvPr id="242" name="Google Shape;242;p7"/>
          <p:cNvSpPr txBox="1"/>
          <p:nvPr/>
        </p:nvSpPr>
        <p:spPr>
          <a:xfrm>
            <a:off x="5945475" y="8934767"/>
            <a:ext cx="6247430" cy="732316"/>
          </a:xfrm>
          <a:prstGeom prst="rect">
            <a:avLst/>
          </a:prstGeom>
          <a:noFill/>
          <a:ln>
            <a:noFill/>
          </a:ln>
        </p:spPr>
        <p:txBody>
          <a:bodyPr spcFirstLastPara="1" wrap="square" lIns="0" tIns="0" rIns="0" bIns="0" anchor="t" anchorCtr="0">
            <a:spAutoFit/>
          </a:bodyPr>
          <a:lstStyle/>
          <a:p>
            <a:pPr marL="0" marR="0" lvl="0" indent="0" algn="ctr" rtl="0">
              <a:lnSpc>
                <a:spcPct val="140011"/>
              </a:lnSpc>
              <a:spcBef>
                <a:spcPts val="0"/>
              </a:spcBef>
              <a:spcAft>
                <a:spcPts val="0"/>
              </a:spcAft>
              <a:buNone/>
            </a:pPr>
            <a:r>
              <a:rPr lang="en-US" sz="3399" b="0" i="0" u="none" strike="noStrike" cap="none" dirty="0">
                <a:solidFill>
                  <a:srgbClr val="29455B"/>
                </a:solidFill>
                <a:latin typeface="Open Sans"/>
                <a:ea typeface="Open Sans"/>
                <a:cs typeface="Open Sans"/>
                <a:sym typeface="Open Sans"/>
              </a:rPr>
              <a:t>TRIWULAN 1 HIMATIF 17</a:t>
            </a:r>
            <a:endParaRPr dirty="0"/>
          </a:p>
        </p:txBody>
      </p:sp>
      <p:sp>
        <p:nvSpPr>
          <p:cNvPr id="243" name="Google Shape;243;p7"/>
          <p:cNvSpPr/>
          <p:nvPr/>
        </p:nvSpPr>
        <p:spPr>
          <a:xfrm rot="10800000">
            <a:off x="16361662" y="6590719"/>
            <a:ext cx="1795277" cy="2605283"/>
          </a:xfrm>
          <a:custGeom>
            <a:avLst/>
            <a:gdLst/>
            <a:ahLst/>
            <a:cxnLst/>
            <a:rect l="l" t="t" r="r" b="b"/>
            <a:pathLst>
              <a:path w="1795277" h="2605283" extrusionOk="0">
                <a:moveTo>
                  <a:pt x="1795276" y="2605283"/>
                </a:moveTo>
                <a:lnTo>
                  <a:pt x="0" y="2605283"/>
                </a:lnTo>
                <a:lnTo>
                  <a:pt x="0" y="0"/>
                </a:lnTo>
                <a:lnTo>
                  <a:pt x="1795276" y="0"/>
                </a:lnTo>
                <a:lnTo>
                  <a:pt x="1795276" y="2605283"/>
                </a:lnTo>
                <a:close/>
              </a:path>
            </a:pathLst>
          </a:custGeom>
          <a:blipFill rotWithShape="1">
            <a:blip r:embed="rId7">
              <a:alphaModFix/>
            </a:blip>
            <a:stretch>
              <a:fillRect/>
            </a:stretch>
          </a:blipFill>
          <a:ln>
            <a:noFill/>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47"/>
        <p:cNvGrpSpPr/>
        <p:nvPr/>
      </p:nvGrpSpPr>
      <p:grpSpPr>
        <a:xfrm>
          <a:off x="0" y="0"/>
          <a:ext cx="0" cy="0"/>
          <a:chOff x="0" y="0"/>
          <a:chExt cx="0" cy="0"/>
        </a:xfrm>
      </p:grpSpPr>
      <p:sp>
        <p:nvSpPr>
          <p:cNvPr id="248" name="Google Shape;248;p8"/>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16609" b="-16608"/>
            </a:stretch>
          </a:blipFill>
          <a:ln>
            <a:noFill/>
          </a:ln>
        </p:spPr>
      </p:sp>
      <p:sp>
        <p:nvSpPr>
          <p:cNvPr id="249" name="Google Shape;249;p8"/>
          <p:cNvSpPr txBox="1"/>
          <p:nvPr/>
        </p:nvSpPr>
        <p:spPr>
          <a:xfrm>
            <a:off x="1028700" y="1119490"/>
            <a:ext cx="16230600" cy="1201802"/>
          </a:xfrm>
          <a:prstGeom prst="rect">
            <a:avLst/>
          </a:prstGeom>
          <a:noFill/>
          <a:ln>
            <a:noFill/>
          </a:ln>
        </p:spPr>
        <p:txBody>
          <a:bodyPr spcFirstLastPara="1" wrap="square" lIns="0" tIns="0" rIns="0" bIns="0" anchor="t" anchorCtr="0">
            <a:spAutoFit/>
          </a:bodyPr>
          <a:lstStyle/>
          <a:p>
            <a:pPr marL="0" marR="0" lvl="0" indent="0" algn="ctr" rtl="0">
              <a:lnSpc>
                <a:spcPct val="103000"/>
              </a:lnSpc>
              <a:spcBef>
                <a:spcPts val="0"/>
              </a:spcBef>
              <a:spcAft>
                <a:spcPts val="0"/>
              </a:spcAft>
              <a:buNone/>
            </a:pPr>
            <a:r>
              <a:rPr lang="en-US" sz="8900" b="1" i="0" u="none" strike="noStrike" cap="none">
                <a:solidFill>
                  <a:srgbClr val="29455B"/>
                </a:solidFill>
                <a:latin typeface="Arial"/>
                <a:ea typeface="Arial"/>
                <a:cs typeface="Arial"/>
                <a:sym typeface="Arial"/>
              </a:rPr>
              <a:t>PROGRAM KERJA </a:t>
            </a:r>
            <a:endParaRPr/>
          </a:p>
        </p:txBody>
      </p:sp>
      <p:grpSp>
        <p:nvGrpSpPr>
          <p:cNvPr id="250" name="Google Shape;250;p8"/>
          <p:cNvGrpSpPr/>
          <p:nvPr/>
        </p:nvGrpSpPr>
        <p:grpSpPr>
          <a:xfrm>
            <a:off x="1945241" y="4726664"/>
            <a:ext cx="14479699" cy="4719150"/>
            <a:chOff x="0" y="-38100"/>
            <a:chExt cx="5563559" cy="1813247"/>
          </a:xfrm>
        </p:grpSpPr>
        <p:sp>
          <p:nvSpPr>
            <p:cNvPr id="251" name="Google Shape;251;p8"/>
            <p:cNvSpPr/>
            <p:nvPr/>
          </p:nvSpPr>
          <p:spPr>
            <a:xfrm>
              <a:off x="0" y="0"/>
              <a:ext cx="5563559" cy="1775147"/>
            </a:xfrm>
            <a:custGeom>
              <a:avLst/>
              <a:gdLst/>
              <a:ahLst/>
              <a:cxnLst/>
              <a:rect l="l" t="t" r="r" b="b"/>
              <a:pathLst>
                <a:path w="5563559" h="1775147" extrusionOk="0">
                  <a:moveTo>
                    <a:pt x="36358" y="0"/>
                  </a:moveTo>
                  <a:lnTo>
                    <a:pt x="5527201" y="0"/>
                  </a:lnTo>
                  <a:cubicBezTo>
                    <a:pt x="5536844" y="0"/>
                    <a:pt x="5546091" y="3831"/>
                    <a:pt x="5552910" y="10649"/>
                  </a:cubicBezTo>
                  <a:cubicBezTo>
                    <a:pt x="5559728" y="17467"/>
                    <a:pt x="5563559" y="26715"/>
                    <a:pt x="5563559" y="36358"/>
                  </a:cubicBezTo>
                  <a:lnTo>
                    <a:pt x="5563559" y="1738789"/>
                  </a:lnTo>
                  <a:cubicBezTo>
                    <a:pt x="5563559" y="1758869"/>
                    <a:pt x="5547281" y="1775147"/>
                    <a:pt x="5527201" y="1775147"/>
                  </a:cubicBezTo>
                  <a:lnTo>
                    <a:pt x="36358" y="1775147"/>
                  </a:lnTo>
                  <a:cubicBezTo>
                    <a:pt x="16278" y="1775147"/>
                    <a:pt x="0" y="1758869"/>
                    <a:pt x="0" y="1738789"/>
                  </a:cubicBezTo>
                  <a:lnTo>
                    <a:pt x="0" y="36358"/>
                  </a:lnTo>
                  <a:cubicBezTo>
                    <a:pt x="0" y="16278"/>
                    <a:pt x="16278" y="0"/>
                    <a:pt x="36358" y="0"/>
                  </a:cubicBezTo>
                  <a:close/>
                </a:path>
              </a:pathLst>
            </a:custGeom>
            <a:solidFill>
              <a:srgbClr val="FCB50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8"/>
            <p:cNvSpPr txBox="1"/>
            <p:nvPr/>
          </p:nvSpPr>
          <p:spPr>
            <a:xfrm>
              <a:off x="0" y="-38100"/>
              <a:ext cx="5563559" cy="1813247"/>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53" name="Google Shape;253;p8"/>
          <p:cNvGrpSpPr/>
          <p:nvPr/>
        </p:nvGrpSpPr>
        <p:grpSpPr>
          <a:xfrm>
            <a:off x="1636164" y="2746008"/>
            <a:ext cx="15057649" cy="6512292"/>
            <a:chOff x="0" y="-38100"/>
            <a:chExt cx="5785625" cy="2502229"/>
          </a:xfrm>
        </p:grpSpPr>
        <p:sp>
          <p:nvSpPr>
            <p:cNvPr id="254" name="Google Shape;254;p8"/>
            <p:cNvSpPr/>
            <p:nvPr/>
          </p:nvSpPr>
          <p:spPr>
            <a:xfrm>
              <a:off x="0" y="0"/>
              <a:ext cx="5785625" cy="2464129"/>
            </a:xfrm>
            <a:custGeom>
              <a:avLst/>
              <a:gdLst/>
              <a:ahLst/>
              <a:cxnLst/>
              <a:rect l="l" t="t" r="r" b="b"/>
              <a:pathLst>
                <a:path w="5785625" h="2464129" extrusionOk="0">
                  <a:moveTo>
                    <a:pt x="34962" y="0"/>
                  </a:moveTo>
                  <a:lnTo>
                    <a:pt x="5750663" y="0"/>
                  </a:lnTo>
                  <a:cubicBezTo>
                    <a:pt x="5759935" y="0"/>
                    <a:pt x="5768828" y="3684"/>
                    <a:pt x="5775385" y="10240"/>
                  </a:cubicBezTo>
                  <a:cubicBezTo>
                    <a:pt x="5781942" y="16797"/>
                    <a:pt x="5785625" y="25690"/>
                    <a:pt x="5785625" y="34962"/>
                  </a:cubicBezTo>
                  <a:lnTo>
                    <a:pt x="5785625" y="2429166"/>
                  </a:lnTo>
                  <a:cubicBezTo>
                    <a:pt x="5785625" y="2438439"/>
                    <a:pt x="5781942" y="2447332"/>
                    <a:pt x="5775385" y="2453889"/>
                  </a:cubicBezTo>
                  <a:cubicBezTo>
                    <a:pt x="5768828" y="2460445"/>
                    <a:pt x="5759935" y="2464129"/>
                    <a:pt x="5750663" y="2464129"/>
                  </a:cubicBezTo>
                  <a:lnTo>
                    <a:pt x="34962" y="2464129"/>
                  </a:lnTo>
                  <a:cubicBezTo>
                    <a:pt x="25690" y="2464129"/>
                    <a:pt x="16797" y="2460445"/>
                    <a:pt x="10240" y="2453889"/>
                  </a:cubicBezTo>
                  <a:cubicBezTo>
                    <a:pt x="3684" y="2447332"/>
                    <a:pt x="0" y="2438439"/>
                    <a:pt x="0" y="2429166"/>
                  </a:cubicBezTo>
                  <a:lnTo>
                    <a:pt x="0" y="34962"/>
                  </a:lnTo>
                  <a:cubicBezTo>
                    <a:pt x="0" y="25690"/>
                    <a:pt x="3684" y="16797"/>
                    <a:pt x="10240" y="10240"/>
                  </a:cubicBezTo>
                  <a:cubicBezTo>
                    <a:pt x="16797" y="3684"/>
                    <a:pt x="25690" y="0"/>
                    <a:pt x="34962" y="0"/>
                  </a:cubicBezTo>
                  <a:close/>
                </a:path>
              </a:pathLst>
            </a:custGeom>
            <a:solidFill>
              <a:srgbClr val="2945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8"/>
            <p:cNvSpPr txBox="1"/>
            <p:nvPr/>
          </p:nvSpPr>
          <p:spPr>
            <a:xfrm>
              <a:off x="0" y="-38100"/>
              <a:ext cx="5785625" cy="2502229"/>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56" name="Google Shape;256;p8"/>
          <p:cNvSpPr/>
          <p:nvPr/>
        </p:nvSpPr>
        <p:spPr>
          <a:xfrm rot="-5400000">
            <a:off x="15891424" y="7917325"/>
            <a:ext cx="1795277" cy="2605283"/>
          </a:xfrm>
          <a:custGeom>
            <a:avLst/>
            <a:gdLst/>
            <a:ahLst/>
            <a:cxnLst/>
            <a:rect l="l" t="t" r="r" b="b"/>
            <a:pathLst>
              <a:path w="1795277" h="2605283" extrusionOk="0">
                <a:moveTo>
                  <a:pt x="1795277" y="2605283"/>
                </a:moveTo>
                <a:lnTo>
                  <a:pt x="0" y="2605283"/>
                </a:lnTo>
                <a:lnTo>
                  <a:pt x="0" y="0"/>
                </a:lnTo>
                <a:lnTo>
                  <a:pt x="1795277" y="0"/>
                </a:lnTo>
                <a:lnTo>
                  <a:pt x="1795277" y="2605283"/>
                </a:lnTo>
                <a:close/>
              </a:path>
            </a:pathLst>
          </a:custGeom>
          <a:blipFill rotWithShape="1">
            <a:blip r:embed="rId4">
              <a:alphaModFix/>
            </a:blip>
            <a:stretch>
              <a:fillRect/>
            </a:stretch>
          </a:blipFill>
          <a:ln>
            <a:noFill/>
          </a:ln>
        </p:spPr>
      </p:sp>
      <p:sp>
        <p:nvSpPr>
          <p:cNvPr id="257" name="Google Shape;257;p8"/>
          <p:cNvSpPr/>
          <p:nvPr/>
        </p:nvSpPr>
        <p:spPr>
          <a:xfrm rot="5400000" flipH="1">
            <a:off x="620477" y="7917325"/>
            <a:ext cx="1795277" cy="2605283"/>
          </a:xfrm>
          <a:custGeom>
            <a:avLst/>
            <a:gdLst/>
            <a:ahLst/>
            <a:cxnLst/>
            <a:rect l="l" t="t" r="r" b="b"/>
            <a:pathLst>
              <a:path w="1795277" h="2605283" extrusionOk="0">
                <a:moveTo>
                  <a:pt x="1795277" y="0"/>
                </a:moveTo>
                <a:lnTo>
                  <a:pt x="0" y="0"/>
                </a:lnTo>
                <a:lnTo>
                  <a:pt x="0" y="2605283"/>
                </a:lnTo>
                <a:lnTo>
                  <a:pt x="1795277" y="2605283"/>
                </a:lnTo>
                <a:lnTo>
                  <a:pt x="1795277" y="0"/>
                </a:lnTo>
                <a:close/>
              </a:path>
            </a:pathLst>
          </a:custGeom>
          <a:blipFill rotWithShape="1">
            <a:blip r:embed="rId4">
              <a:alphaModFix/>
            </a:blip>
            <a:stretch>
              <a:fillRect/>
            </a:stretch>
          </a:blipFill>
          <a:ln>
            <a:noFill/>
          </a:ln>
        </p:spPr>
      </p:sp>
      <p:sp>
        <p:nvSpPr>
          <p:cNvPr id="258" name="Google Shape;258;p8"/>
          <p:cNvSpPr/>
          <p:nvPr/>
        </p:nvSpPr>
        <p:spPr>
          <a:xfrm rot="10800000">
            <a:off x="0" y="0"/>
            <a:ext cx="2337117" cy="2393695"/>
          </a:xfrm>
          <a:custGeom>
            <a:avLst/>
            <a:gdLst/>
            <a:ahLst/>
            <a:cxnLst/>
            <a:rect l="l" t="t" r="r" b="b"/>
            <a:pathLst>
              <a:path w="2337117" h="2393695" extrusionOk="0">
                <a:moveTo>
                  <a:pt x="2337117" y="2393695"/>
                </a:moveTo>
                <a:lnTo>
                  <a:pt x="0" y="2393695"/>
                </a:lnTo>
                <a:lnTo>
                  <a:pt x="0" y="0"/>
                </a:lnTo>
                <a:lnTo>
                  <a:pt x="2337117" y="0"/>
                </a:lnTo>
                <a:lnTo>
                  <a:pt x="2337117" y="2393695"/>
                </a:lnTo>
                <a:close/>
              </a:path>
            </a:pathLst>
          </a:custGeom>
          <a:blipFill rotWithShape="1">
            <a:blip r:embed="rId5">
              <a:alphaModFix/>
            </a:blip>
            <a:stretch>
              <a:fillRect/>
            </a:stretch>
          </a:blipFill>
          <a:ln>
            <a:noFill/>
          </a:ln>
        </p:spPr>
      </p:sp>
      <p:sp>
        <p:nvSpPr>
          <p:cNvPr id="259" name="Google Shape;259;p8"/>
          <p:cNvSpPr/>
          <p:nvPr/>
        </p:nvSpPr>
        <p:spPr>
          <a:xfrm rot="10800000" flipH="1">
            <a:off x="15950883" y="0"/>
            <a:ext cx="2337117" cy="2393695"/>
          </a:xfrm>
          <a:custGeom>
            <a:avLst/>
            <a:gdLst/>
            <a:ahLst/>
            <a:cxnLst/>
            <a:rect l="l" t="t" r="r" b="b"/>
            <a:pathLst>
              <a:path w="2337117" h="2393695" extrusionOk="0">
                <a:moveTo>
                  <a:pt x="0" y="2393695"/>
                </a:moveTo>
                <a:lnTo>
                  <a:pt x="2337117" y="2393695"/>
                </a:lnTo>
                <a:lnTo>
                  <a:pt x="2337117" y="0"/>
                </a:lnTo>
                <a:lnTo>
                  <a:pt x="0" y="0"/>
                </a:lnTo>
                <a:lnTo>
                  <a:pt x="0" y="2393695"/>
                </a:lnTo>
                <a:close/>
              </a:path>
            </a:pathLst>
          </a:custGeom>
          <a:blipFill rotWithShape="1">
            <a:blip r:embed="rId5">
              <a:alphaModFix/>
            </a:blip>
            <a:stretch>
              <a:fillRect/>
            </a:stretch>
          </a:blipFill>
          <a:ln>
            <a:noFill/>
          </a:ln>
        </p:spPr>
      </p:sp>
      <p:sp>
        <p:nvSpPr>
          <p:cNvPr id="260" name="Google Shape;260;p8"/>
          <p:cNvSpPr/>
          <p:nvPr/>
        </p:nvSpPr>
        <p:spPr>
          <a:xfrm>
            <a:off x="-1194358" y="1423307"/>
            <a:ext cx="3139599" cy="3116766"/>
          </a:xfrm>
          <a:custGeom>
            <a:avLst/>
            <a:gdLst/>
            <a:ahLst/>
            <a:cxnLst/>
            <a:rect l="l" t="t" r="r" b="b"/>
            <a:pathLst>
              <a:path w="3139599" h="3116766" extrusionOk="0">
                <a:moveTo>
                  <a:pt x="0" y="0"/>
                </a:moveTo>
                <a:lnTo>
                  <a:pt x="3139599" y="0"/>
                </a:lnTo>
                <a:lnTo>
                  <a:pt x="3139599" y="3116766"/>
                </a:lnTo>
                <a:lnTo>
                  <a:pt x="0" y="3116766"/>
                </a:lnTo>
                <a:lnTo>
                  <a:pt x="0" y="0"/>
                </a:lnTo>
                <a:close/>
              </a:path>
            </a:pathLst>
          </a:custGeom>
          <a:blipFill rotWithShape="1">
            <a:blip r:embed="rId6">
              <a:alphaModFix/>
            </a:blip>
            <a:stretch>
              <a:fillRect/>
            </a:stretch>
          </a:blipFill>
          <a:ln>
            <a:noFill/>
          </a:ln>
        </p:spPr>
      </p:sp>
      <p:sp>
        <p:nvSpPr>
          <p:cNvPr id="261" name="Google Shape;261;p8"/>
          <p:cNvSpPr/>
          <p:nvPr/>
        </p:nvSpPr>
        <p:spPr>
          <a:xfrm>
            <a:off x="16370677" y="1423307"/>
            <a:ext cx="3139599" cy="3116766"/>
          </a:xfrm>
          <a:custGeom>
            <a:avLst/>
            <a:gdLst/>
            <a:ahLst/>
            <a:cxnLst/>
            <a:rect l="l" t="t" r="r" b="b"/>
            <a:pathLst>
              <a:path w="3139599" h="3116766" extrusionOk="0">
                <a:moveTo>
                  <a:pt x="0" y="0"/>
                </a:moveTo>
                <a:lnTo>
                  <a:pt x="3139599" y="0"/>
                </a:lnTo>
                <a:lnTo>
                  <a:pt x="3139599" y="3116766"/>
                </a:lnTo>
                <a:lnTo>
                  <a:pt x="0" y="3116766"/>
                </a:lnTo>
                <a:lnTo>
                  <a:pt x="0" y="0"/>
                </a:lnTo>
                <a:close/>
              </a:path>
            </a:pathLst>
          </a:custGeom>
          <a:blipFill rotWithShape="1">
            <a:blip r:embed="rId6">
              <a:alphaModFix/>
            </a:blip>
            <a:stretch>
              <a:fillRect/>
            </a:stretch>
          </a:blipFill>
          <a:ln>
            <a:noFill/>
          </a:ln>
        </p:spPr>
      </p:sp>
      <p:sp>
        <p:nvSpPr>
          <p:cNvPr id="262" name="Google Shape;262;p8"/>
          <p:cNvSpPr/>
          <p:nvPr/>
        </p:nvSpPr>
        <p:spPr>
          <a:xfrm>
            <a:off x="1274400" y="-303224"/>
            <a:ext cx="1341682" cy="1331924"/>
          </a:xfrm>
          <a:custGeom>
            <a:avLst/>
            <a:gdLst/>
            <a:ahLst/>
            <a:cxnLst/>
            <a:rect l="l" t="t" r="r" b="b"/>
            <a:pathLst>
              <a:path w="1341682" h="1331924" extrusionOk="0">
                <a:moveTo>
                  <a:pt x="0" y="0"/>
                </a:moveTo>
                <a:lnTo>
                  <a:pt x="1341682" y="0"/>
                </a:lnTo>
                <a:lnTo>
                  <a:pt x="1341682" y="1331924"/>
                </a:lnTo>
                <a:lnTo>
                  <a:pt x="0" y="1331924"/>
                </a:lnTo>
                <a:lnTo>
                  <a:pt x="0" y="0"/>
                </a:lnTo>
                <a:close/>
              </a:path>
            </a:pathLst>
          </a:custGeom>
          <a:blipFill rotWithShape="1">
            <a:blip r:embed="rId6">
              <a:alphaModFix/>
            </a:blip>
            <a:stretch>
              <a:fillRect/>
            </a:stretch>
          </a:blipFill>
          <a:ln>
            <a:noFill/>
          </a:ln>
        </p:spPr>
      </p:sp>
      <p:sp>
        <p:nvSpPr>
          <p:cNvPr id="263" name="Google Shape;263;p8"/>
          <p:cNvSpPr/>
          <p:nvPr/>
        </p:nvSpPr>
        <p:spPr>
          <a:xfrm>
            <a:off x="15777760" y="-303224"/>
            <a:ext cx="1341682" cy="1331924"/>
          </a:xfrm>
          <a:custGeom>
            <a:avLst/>
            <a:gdLst/>
            <a:ahLst/>
            <a:cxnLst/>
            <a:rect l="l" t="t" r="r" b="b"/>
            <a:pathLst>
              <a:path w="1341682" h="1331924" extrusionOk="0">
                <a:moveTo>
                  <a:pt x="0" y="0"/>
                </a:moveTo>
                <a:lnTo>
                  <a:pt x="1341681" y="0"/>
                </a:lnTo>
                <a:lnTo>
                  <a:pt x="1341681" y="1331924"/>
                </a:lnTo>
                <a:lnTo>
                  <a:pt x="0" y="1331924"/>
                </a:lnTo>
                <a:lnTo>
                  <a:pt x="0" y="0"/>
                </a:lnTo>
                <a:close/>
              </a:path>
            </a:pathLst>
          </a:custGeom>
          <a:blipFill rotWithShape="1">
            <a:blip r:embed="rId6">
              <a:alphaModFix/>
            </a:blip>
            <a:stretch>
              <a:fillRect/>
            </a:stretch>
          </a:blipFill>
          <a:ln>
            <a:noFill/>
          </a:ln>
        </p:spPr>
      </p:sp>
      <p:grpSp>
        <p:nvGrpSpPr>
          <p:cNvPr id="264" name="Google Shape;264;p8"/>
          <p:cNvGrpSpPr/>
          <p:nvPr/>
        </p:nvGrpSpPr>
        <p:grpSpPr>
          <a:xfrm>
            <a:off x="3771933" y="3837116"/>
            <a:ext cx="5610829" cy="988707"/>
            <a:chOff x="0" y="-38100"/>
            <a:chExt cx="1477749" cy="260400"/>
          </a:xfrm>
        </p:grpSpPr>
        <p:sp>
          <p:nvSpPr>
            <p:cNvPr id="265" name="Google Shape;265;p8"/>
            <p:cNvSpPr/>
            <p:nvPr/>
          </p:nvSpPr>
          <p:spPr>
            <a:xfrm>
              <a:off x="0" y="0"/>
              <a:ext cx="1477749" cy="222300"/>
            </a:xfrm>
            <a:custGeom>
              <a:avLst/>
              <a:gdLst/>
              <a:ahLst/>
              <a:cxnLst/>
              <a:rect l="l" t="t" r="r" b="b"/>
              <a:pathLst>
                <a:path w="1477749" h="222300" extrusionOk="0">
                  <a:moveTo>
                    <a:pt x="70371" y="0"/>
                  </a:moveTo>
                  <a:lnTo>
                    <a:pt x="1407379" y="0"/>
                  </a:lnTo>
                  <a:cubicBezTo>
                    <a:pt x="1426042" y="0"/>
                    <a:pt x="1443941" y="7414"/>
                    <a:pt x="1457138" y="20611"/>
                  </a:cubicBezTo>
                  <a:cubicBezTo>
                    <a:pt x="1470335" y="33808"/>
                    <a:pt x="1477749" y="51707"/>
                    <a:pt x="1477749" y="70371"/>
                  </a:cubicBezTo>
                  <a:lnTo>
                    <a:pt x="1477749" y="151929"/>
                  </a:lnTo>
                  <a:cubicBezTo>
                    <a:pt x="1477749" y="170593"/>
                    <a:pt x="1470335" y="188492"/>
                    <a:pt x="1457138" y="201689"/>
                  </a:cubicBezTo>
                  <a:cubicBezTo>
                    <a:pt x="1443941" y="214886"/>
                    <a:pt x="1426042" y="222300"/>
                    <a:pt x="1407379" y="222300"/>
                  </a:cubicBezTo>
                  <a:lnTo>
                    <a:pt x="70371" y="222300"/>
                  </a:lnTo>
                  <a:cubicBezTo>
                    <a:pt x="51707" y="222300"/>
                    <a:pt x="33808" y="214886"/>
                    <a:pt x="20611" y="201689"/>
                  </a:cubicBezTo>
                  <a:cubicBezTo>
                    <a:pt x="7414" y="188492"/>
                    <a:pt x="0" y="170593"/>
                    <a:pt x="0" y="151929"/>
                  </a:cubicBezTo>
                  <a:lnTo>
                    <a:pt x="0" y="70371"/>
                  </a:lnTo>
                  <a:cubicBezTo>
                    <a:pt x="0" y="51707"/>
                    <a:pt x="7414" y="33808"/>
                    <a:pt x="20611" y="20611"/>
                  </a:cubicBezTo>
                  <a:cubicBezTo>
                    <a:pt x="33808" y="7414"/>
                    <a:pt x="51707" y="0"/>
                    <a:pt x="70371" y="0"/>
                  </a:cubicBezTo>
                  <a:close/>
                </a:path>
              </a:pathLst>
            </a:custGeom>
            <a:solidFill>
              <a:srgbClr val="EF81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8"/>
            <p:cNvSpPr txBox="1"/>
            <p:nvPr/>
          </p:nvSpPr>
          <p:spPr>
            <a:xfrm>
              <a:off x="0" y="-38100"/>
              <a:ext cx="1477749" cy="260400"/>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67" name="Google Shape;267;p8"/>
          <p:cNvGrpSpPr/>
          <p:nvPr/>
        </p:nvGrpSpPr>
        <p:grpSpPr>
          <a:xfrm>
            <a:off x="3277395" y="3336368"/>
            <a:ext cx="5610829" cy="988707"/>
            <a:chOff x="0" y="-38100"/>
            <a:chExt cx="1477749" cy="260400"/>
          </a:xfrm>
        </p:grpSpPr>
        <p:sp>
          <p:nvSpPr>
            <p:cNvPr id="268" name="Google Shape;268;p8"/>
            <p:cNvSpPr/>
            <p:nvPr/>
          </p:nvSpPr>
          <p:spPr>
            <a:xfrm>
              <a:off x="0" y="0"/>
              <a:ext cx="1477749" cy="222300"/>
            </a:xfrm>
            <a:custGeom>
              <a:avLst/>
              <a:gdLst/>
              <a:ahLst/>
              <a:cxnLst/>
              <a:rect l="l" t="t" r="r" b="b"/>
              <a:pathLst>
                <a:path w="1477749" h="222300" extrusionOk="0">
                  <a:moveTo>
                    <a:pt x="70371" y="0"/>
                  </a:moveTo>
                  <a:lnTo>
                    <a:pt x="1407379" y="0"/>
                  </a:lnTo>
                  <a:cubicBezTo>
                    <a:pt x="1426042" y="0"/>
                    <a:pt x="1443941" y="7414"/>
                    <a:pt x="1457138" y="20611"/>
                  </a:cubicBezTo>
                  <a:cubicBezTo>
                    <a:pt x="1470335" y="33808"/>
                    <a:pt x="1477749" y="51707"/>
                    <a:pt x="1477749" y="70371"/>
                  </a:cubicBezTo>
                  <a:lnTo>
                    <a:pt x="1477749" y="151929"/>
                  </a:lnTo>
                  <a:cubicBezTo>
                    <a:pt x="1477749" y="170593"/>
                    <a:pt x="1470335" y="188492"/>
                    <a:pt x="1457138" y="201689"/>
                  </a:cubicBezTo>
                  <a:cubicBezTo>
                    <a:pt x="1443941" y="214886"/>
                    <a:pt x="1426042" y="222300"/>
                    <a:pt x="1407379" y="222300"/>
                  </a:cubicBezTo>
                  <a:lnTo>
                    <a:pt x="70371" y="222300"/>
                  </a:lnTo>
                  <a:cubicBezTo>
                    <a:pt x="51707" y="222300"/>
                    <a:pt x="33808" y="214886"/>
                    <a:pt x="20611" y="201689"/>
                  </a:cubicBezTo>
                  <a:cubicBezTo>
                    <a:pt x="7414" y="188492"/>
                    <a:pt x="0" y="170593"/>
                    <a:pt x="0" y="151929"/>
                  </a:cubicBezTo>
                  <a:lnTo>
                    <a:pt x="0" y="70371"/>
                  </a:lnTo>
                  <a:cubicBezTo>
                    <a:pt x="0" y="51707"/>
                    <a:pt x="7414" y="33808"/>
                    <a:pt x="20611" y="20611"/>
                  </a:cubicBezTo>
                  <a:cubicBezTo>
                    <a:pt x="33808" y="7414"/>
                    <a:pt x="51707" y="0"/>
                    <a:pt x="70371" y="0"/>
                  </a:cubicBezTo>
                  <a:close/>
                </a:path>
              </a:pathLst>
            </a:custGeom>
            <a:solidFill>
              <a:srgbClr val="FCB50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8"/>
            <p:cNvSpPr txBox="1"/>
            <p:nvPr/>
          </p:nvSpPr>
          <p:spPr>
            <a:xfrm>
              <a:off x="0" y="-38100"/>
              <a:ext cx="1477749" cy="260400"/>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70" name="Google Shape;270;p8"/>
          <p:cNvSpPr txBox="1"/>
          <p:nvPr/>
        </p:nvSpPr>
        <p:spPr>
          <a:xfrm>
            <a:off x="-2162119" y="3643847"/>
            <a:ext cx="16230600" cy="566928"/>
          </a:xfrm>
          <a:prstGeom prst="rect">
            <a:avLst/>
          </a:prstGeom>
          <a:noFill/>
          <a:ln>
            <a:noFill/>
          </a:ln>
        </p:spPr>
        <p:txBody>
          <a:bodyPr spcFirstLastPara="1" wrap="square" lIns="0" tIns="0" rIns="0" bIns="0" anchor="t" anchorCtr="0">
            <a:spAutoFit/>
          </a:bodyPr>
          <a:lstStyle/>
          <a:p>
            <a:pPr marL="0" marR="0" lvl="0" indent="0" algn="ctr" rtl="0">
              <a:lnSpc>
                <a:spcPct val="103000"/>
              </a:lnSpc>
              <a:spcBef>
                <a:spcPts val="0"/>
              </a:spcBef>
              <a:spcAft>
                <a:spcPts val="0"/>
              </a:spcAft>
              <a:buNone/>
            </a:pPr>
            <a:r>
              <a:rPr lang="en-US" sz="4200" b="1" i="0" u="none" strike="noStrike" cap="none">
                <a:solidFill>
                  <a:srgbClr val="29455B"/>
                </a:solidFill>
                <a:latin typeface="Arial"/>
                <a:ea typeface="Arial"/>
                <a:cs typeface="Arial"/>
                <a:sym typeface="Arial"/>
              </a:rPr>
              <a:t>LKMM-D</a:t>
            </a:r>
            <a:endParaRPr/>
          </a:p>
        </p:txBody>
      </p:sp>
      <p:sp>
        <p:nvSpPr>
          <p:cNvPr id="271" name="Google Shape;271;p8"/>
          <p:cNvSpPr txBox="1"/>
          <p:nvPr/>
        </p:nvSpPr>
        <p:spPr>
          <a:xfrm>
            <a:off x="4339189" y="4451425"/>
            <a:ext cx="3487241" cy="308991"/>
          </a:xfrm>
          <a:prstGeom prst="rect">
            <a:avLst/>
          </a:prstGeom>
          <a:noFill/>
          <a:ln>
            <a:noFill/>
          </a:ln>
        </p:spPr>
        <p:txBody>
          <a:bodyPr spcFirstLastPara="1" wrap="square" lIns="0" tIns="0" rIns="0" bIns="0" anchor="t" anchorCtr="0">
            <a:spAutoFit/>
          </a:bodyPr>
          <a:lstStyle/>
          <a:p>
            <a:pPr marL="0" marR="0" lvl="0" indent="0" algn="ctr" rtl="0">
              <a:lnSpc>
                <a:spcPct val="103000"/>
              </a:lnSpc>
              <a:spcBef>
                <a:spcPts val="0"/>
              </a:spcBef>
              <a:spcAft>
                <a:spcPts val="0"/>
              </a:spcAft>
              <a:buNone/>
            </a:pPr>
            <a:r>
              <a:rPr lang="en-US" sz="2400" b="1" i="0" u="none" strike="noStrike" cap="none">
                <a:solidFill>
                  <a:srgbClr val="29455B"/>
                </a:solidFill>
                <a:latin typeface="Arial"/>
                <a:ea typeface="Arial"/>
                <a:cs typeface="Arial"/>
                <a:sym typeface="Arial"/>
              </a:rPr>
              <a:t>TERLAKSANA</a:t>
            </a:r>
            <a:endParaRPr/>
          </a:p>
        </p:txBody>
      </p:sp>
      <p:grpSp>
        <p:nvGrpSpPr>
          <p:cNvPr id="272" name="Google Shape;272;p8"/>
          <p:cNvGrpSpPr/>
          <p:nvPr/>
        </p:nvGrpSpPr>
        <p:grpSpPr>
          <a:xfrm>
            <a:off x="9213728" y="5686734"/>
            <a:ext cx="5610829" cy="988707"/>
            <a:chOff x="0" y="-38100"/>
            <a:chExt cx="1477749" cy="260400"/>
          </a:xfrm>
        </p:grpSpPr>
        <p:sp>
          <p:nvSpPr>
            <p:cNvPr id="273" name="Google Shape;273;p8"/>
            <p:cNvSpPr/>
            <p:nvPr/>
          </p:nvSpPr>
          <p:spPr>
            <a:xfrm>
              <a:off x="0" y="0"/>
              <a:ext cx="1477749" cy="222300"/>
            </a:xfrm>
            <a:custGeom>
              <a:avLst/>
              <a:gdLst/>
              <a:ahLst/>
              <a:cxnLst/>
              <a:rect l="l" t="t" r="r" b="b"/>
              <a:pathLst>
                <a:path w="1477749" h="222300" extrusionOk="0">
                  <a:moveTo>
                    <a:pt x="70371" y="0"/>
                  </a:moveTo>
                  <a:lnTo>
                    <a:pt x="1407379" y="0"/>
                  </a:lnTo>
                  <a:cubicBezTo>
                    <a:pt x="1426042" y="0"/>
                    <a:pt x="1443941" y="7414"/>
                    <a:pt x="1457138" y="20611"/>
                  </a:cubicBezTo>
                  <a:cubicBezTo>
                    <a:pt x="1470335" y="33808"/>
                    <a:pt x="1477749" y="51707"/>
                    <a:pt x="1477749" y="70371"/>
                  </a:cubicBezTo>
                  <a:lnTo>
                    <a:pt x="1477749" y="151929"/>
                  </a:lnTo>
                  <a:cubicBezTo>
                    <a:pt x="1477749" y="170593"/>
                    <a:pt x="1470335" y="188492"/>
                    <a:pt x="1457138" y="201689"/>
                  </a:cubicBezTo>
                  <a:cubicBezTo>
                    <a:pt x="1443941" y="214886"/>
                    <a:pt x="1426042" y="222300"/>
                    <a:pt x="1407379" y="222300"/>
                  </a:cubicBezTo>
                  <a:lnTo>
                    <a:pt x="70371" y="222300"/>
                  </a:lnTo>
                  <a:cubicBezTo>
                    <a:pt x="51707" y="222300"/>
                    <a:pt x="33808" y="214886"/>
                    <a:pt x="20611" y="201689"/>
                  </a:cubicBezTo>
                  <a:cubicBezTo>
                    <a:pt x="7414" y="188492"/>
                    <a:pt x="0" y="170593"/>
                    <a:pt x="0" y="151929"/>
                  </a:cubicBezTo>
                  <a:lnTo>
                    <a:pt x="0" y="70371"/>
                  </a:lnTo>
                  <a:cubicBezTo>
                    <a:pt x="0" y="51707"/>
                    <a:pt x="7414" y="33808"/>
                    <a:pt x="20611" y="20611"/>
                  </a:cubicBezTo>
                  <a:cubicBezTo>
                    <a:pt x="33808" y="7414"/>
                    <a:pt x="51707" y="0"/>
                    <a:pt x="70371" y="0"/>
                  </a:cubicBezTo>
                  <a:close/>
                </a:path>
              </a:pathLst>
            </a:custGeom>
            <a:solidFill>
              <a:srgbClr val="EF81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8"/>
            <p:cNvSpPr txBox="1"/>
            <p:nvPr/>
          </p:nvSpPr>
          <p:spPr>
            <a:xfrm>
              <a:off x="0" y="-38100"/>
              <a:ext cx="1477749" cy="260400"/>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dirty="0">
                <a:solidFill>
                  <a:schemeClr val="dk1"/>
                </a:solidFill>
                <a:latin typeface="Calibri"/>
                <a:ea typeface="Calibri"/>
                <a:cs typeface="Calibri"/>
                <a:sym typeface="Calibri"/>
              </a:endParaRPr>
            </a:p>
          </p:txBody>
        </p:sp>
      </p:grpSp>
      <p:grpSp>
        <p:nvGrpSpPr>
          <p:cNvPr id="275" name="Google Shape;275;p8"/>
          <p:cNvGrpSpPr/>
          <p:nvPr/>
        </p:nvGrpSpPr>
        <p:grpSpPr>
          <a:xfrm>
            <a:off x="8719190" y="5185987"/>
            <a:ext cx="5610829" cy="988707"/>
            <a:chOff x="0" y="-38100"/>
            <a:chExt cx="1477749" cy="260400"/>
          </a:xfrm>
        </p:grpSpPr>
        <p:sp>
          <p:nvSpPr>
            <p:cNvPr id="276" name="Google Shape;276;p8"/>
            <p:cNvSpPr/>
            <p:nvPr/>
          </p:nvSpPr>
          <p:spPr>
            <a:xfrm>
              <a:off x="0" y="0"/>
              <a:ext cx="1477749" cy="222300"/>
            </a:xfrm>
            <a:custGeom>
              <a:avLst/>
              <a:gdLst/>
              <a:ahLst/>
              <a:cxnLst/>
              <a:rect l="l" t="t" r="r" b="b"/>
              <a:pathLst>
                <a:path w="1477749" h="222300" extrusionOk="0">
                  <a:moveTo>
                    <a:pt x="70371" y="0"/>
                  </a:moveTo>
                  <a:lnTo>
                    <a:pt x="1407379" y="0"/>
                  </a:lnTo>
                  <a:cubicBezTo>
                    <a:pt x="1426042" y="0"/>
                    <a:pt x="1443941" y="7414"/>
                    <a:pt x="1457138" y="20611"/>
                  </a:cubicBezTo>
                  <a:cubicBezTo>
                    <a:pt x="1470335" y="33808"/>
                    <a:pt x="1477749" y="51707"/>
                    <a:pt x="1477749" y="70371"/>
                  </a:cubicBezTo>
                  <a:lnTo>
                    <a:pt x="1477749" y="151929"/>
                  </a:lnTo>
                  <a:cubicBezTo>
                    <a:pt x="1477749" y="170593"/>
                    <a:pt x="1470335" y="188492"/>
                    <a:pt x="1457138" y="201689"/>
                  </a:cubicBezTo>
                  <a:cubicBezTo>
                    <a:pt x="1443941" y="214886"/>
                    <a:pt x="1426042" y="222300"/>
                    <a:pt x="1407379" y="222300"/>
                  </a:cubicBezTo>
                  <a:lnTo>
                    <a:pt x="70371" y="222300"/>
                  </a:lnTo>
                  <a:cubicBezTo>
                    <a:pt x="51707" y="222300"/>
                    <a:pt x="33808" y="214886"/>
                    <a:pt x="20611" y="201689"/>
                  </a:cubicBezTo>
                  <a:cubicBezTo>
                    <a:pt x="7414" y="188492"/>
                    <a:pt x="0" y="170593"/>
                    <a:pt x="0" y="151929"/>
                  </a:cubicBezTo>
                  <a:lnTo>
                    <a:pt x="0" y="70371"/>
                  </a:lnTo>
                  <a:cubicBezTo>
                    <a:pt x="0" y="51707"/>
                    <a:pt x="7414" y="33808"/>
                    <a:pt x="20611" y="20611"/>
                  </a:cubicBezTo>
                  <a:cubicBezTo>
                    <a:pt x="33808" y="7414"/>
                    <a:pt x="51707" y="0"/>
                    <a:pt x="70371" y="0"/>
                  </a:cubicBezTo>
                  <a:close/>
                </a:path>
              </a:pathLst>
            </a:custGeom>
            <a:solidFill>
              <a:srgbClr val="FCB50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8"/>
            <p:cNvSpPr txBox="1"/>
            <p:nvPr/>
          </p:nvSpPr>
          <p:spPr>
            <a:xfrm>
              <a:off x="0" y="-38100"/>
              <a:ext cx="1477749" cy="260400"/>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78" name="Google Shape;278;p8"/>
          <p:cNvSpPr txBox="1"/>
          <p:nvPr/>
        </p:nvSpPr>
        <p:spPr>
          <a:xfrm>
            <a:off x="3279676" y="5483940"/>
            <a:ext cx="16230600" cy="531876"/>
          </a:xfrm>
          <a:prstGeom prst="rect">
            <a:avLst/>
          </a:prstGeom>
          <a:noFill/>
          <a:ln>
            <a:noFill/>
          </a:ln>
        </p:spPr>
        <p:txBody>
          <a:bodyPr spcFirstLastPara="1" wrap="square" lIns="0" tIns="0" rIns="0" bIns="0" anchor="t" anchorCtr="0">
            <a:spAutoFit/>
          </a:bodyPr>
          <a:lstStyle/>
          <a:p>
            <a:pPr marL="0" marR="0" lvl="0" indent="0" algn="ctr" rtl="0">
              <a:lnSpc>
                <a:spcPct val="103000"/>
              </a:lnSpc>
              <a:spcBef>
                <a:spcPts val="0"/>
              </a:spcBef>
              <a:spcAft>
                <a:spcPts val="0"/>
              </a:spcAft>
              <a:buNone/>
            </a:pPr>
            <a:r>
              <a:rPr lang="en-US" sz="3900" b="1" i="0" u="none" strike="noStrike" cap="none" dirty="0">
                <a:solidFill>
                  <a:srgbClr val="29455B"/>
                </a:solidFill>
                <a:latin typeface="Arial"/>
                <a:ea typeface="Arial"/>
                <a:cs typeface="Arial"/>
                <a:sym typeface="Arial"/>
              </a:rPr>
              <a:t>LKMM-M</a:t>
            </a:r>
            <a:endParaRPr dirty="0"/>
          </a:p>
        </p:txBody>
      </p:sp>
      <p:sp>
        <p:nvSpPr>
          <p:cNvPr id="279" name="Google Shape;279;p8"/>
          <p:cNvSpPr txBox="1"/>
          <p:nvPr/>
        </p:nvSpPr>
        <p:spPr>
          <a:xfrm>
            <a:off x="9780984" y="6222318"/>
            <a:ext cx="3487241" cy="380425"/>
          </a:xfrm>
          <a:prstGeom prst="rect">
            <a:avLst/>
          </a:prstGeom>
          <a:noFill/>
          <a:ln>
            <a:noFill/>
          </a:ln>
        </p:spPr>
        <p:txBody>
          <a:bodyPr spcFirstLastPara="1" wrap="square" lIns="0" tIns="0" rIns="0" bIns="0" anchor="t" anchorCtr="0">
            <a:spAutoFit/>
          </a:bodyPr>
          <a:lstStyle/>
          <a:p>
            <a:pPr marL="0" marR="0" lvl="0" indent="0" algn="ctr" rtl="0">
              <a:lnSpc>
                <a:spcPct val="103000"/>
              </a:lnSpc>
              <a:spcBef>
                <a:spcPts val="0"/>
              </a:spcBef>
              <a:spcAft>
                <a:spcPts val="0"/>
              </a:spcAft>
              <a:buNone/>
            </a:pPr>
            <a:r>
              <a:rPr lang="en-US" sz="2400" b="1" dirty="0">
                <a:solidFill>
                  <a:srgbClr val="29455B"/>
                </a:solidFill>
              </a:rPr>
              <a:t>BELUM </a:t>
            </a:r>
            <a:r>
              <a:rPr lang="en-US" sz="2400" b="1" i="0" u="none" strike="noStrike" cap="none" dirty="0">
                <a:solidFill>
                  <a:srgbClr val="29455B"/>
                </a:solidFill>
                <a:latin typeface="Arial"/>
                <a:ea typeface="Arial"/>
                <a:cs typeface="Arial"/>
                <a:sym typeface="Arial"/>
              </a:rPr>
              <a:t>TERLAKSANA</a:t>
            </a:r>
            <a:endParaRPr dirty="0"/>
          </a:p>
        </p:txBody>
      </p:sp>
      <p:sp>
        <p:nvSpPr>
          <p:cNvPr id="280" name="Google Shape;280;p8"/>
          <p:cNvSpPr txBox="1"/>
          <p:nvPr/>
        </p:nvSpPr>
        <p:spPr>
          <a:xfrm>
            <a:off x="5953181" y="8259111"/>
            <a:ext cx="3487241" cy="308991"/>
          </a:xfrm>
          <a:prstGeom prst="rect">
            <a:avLst/>
          </a:prstGeom>
          <a:noFill/>
          <a:ln>
            <a:noFill/>
          </a:ln>
        </p:spPr>
        <p:txBody>
          <a:bodyPr spcFirstLastPara="1" wrap="square" lIns="0" tIns="0" rIns="0" bIns="0" anchor="t" anchorCtr="0">
            <a:spAutoFit/>
          </a:bodyPr>
          <a:lstStyle/>
          <a:p>
            <a:pPr marL="0" marR="0" lvl="0" indent="0" algn="ctr" rtl="0">
              <a:lnSpc>
                <a:spcPct val="103000"/>
              </a:lnSpc>
              <a:spcBef>
                <a:spcPts val="0"/>
              </a:spcBef>
              <a:spcAft>
                <a:spcPts val="0"/>
              </a:spcAft>
              <a:buNone/>
            </a:pPr>
            <a:r>
              <a:rPr lang="en-US" sz="2400" b="1" i="0" u="none" strike="noStrike" cap="none">
                <a:solidFill>
                  <a:srgbClr val="29455B"/>
                </a:solidFill>
                <a:latin typeface="Arial"/>
                <a:ea typeface="Arial"/>
                <a:cs typeface="Arial"/>
                <a:sym typeface="Arial"/>
              </a:rPr>
              <a:t>BELUM TERLAKSANA</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
        <p:nvSpPr>
          <p:cNvPr id="285" name="Google Shape;285;p9"/>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16609" b="-16608"/>
            </a:stretch>
          </a:blipFill>
          <a:ln>
            <a:noFill/>
          </a:ln>
        </p:spPr>
      </p:sp>
      <p:sp>
        <p:nvSpPr>
          <p:cNvPr id="286" name="Google Shape;286;p9"/>
          <p:cNvSpPr txBox="1"/>
          <p:nvPr/>
        </p:nvSpPr>
        <p:spPr>
          <a:xfrm>
            <a:off x="1009650" y="1378746"/>
            <a:ext cx="7659255" cy="1201802"/>
          </a:xfrm>
          <a:prstGeom prst="rect">
            <a:avLst/>
          </a:prstGeom>
          <a:noFill/>
          <a:ln>
            <a:noFill/>
          </a:ln>
        </p:spPr>
        <p:txBody>
          <a:bodyPr spcFirstLastPara="1" wrap="square" lIns="0" tIns="0" rIns="0" bIns="0" anchor="t" anchorCtr="0">
            <a:spAutoFit/>
          </a:bodyPr>
          <a:lstStyle/>
          <a:p>
            <a:pPr marL="0" marR="0" lvl="0" indent="0" algn="l" rtl="0">
              <a:lnSpc>
                <a:spcPct val="103000"/>
              </a:lnSpc>
              <a:spcBef>
                <a:spcPts val="0"/>
              </a:spcBef>
              <a:spcAft>
                <a:spcPts val="0"/>
              </a:spcAft>
              <a:buNone/>
            </a:pPr>
            <a:r>
              <a:rPr lang="en-US" sz="8900" b="1" i="0" u="none" strike="noStrike" cap="none">
                <a:solidFill>
                  <a:srgbClr val="29455B"/>
                </a:solidFill>
                <a:latin typeface="Arial"/>
                <a:ea typeface="Arial"/>
                <a:cs typeface="Arial"/>
                <a:sym typeface="Arial"/>
              </a:rPr>
              <a:t>LKMM-D</a:t>
            </a:r>
            <a:endParaRPr/>
          </a:p>
        </p:txBody>
      </p:sp>
      <p:grpSp>
        <p:nvGrpSpPr>
          <p:cNvPr id="287" name="Google Shape;287;p9"/>
          <p:cNvGrpSpPr/>
          <p:nvPr/>
        </p:nvGrpSpPr>
        <p:grpSpPr>
          <a:xfrm>
            <a:off x="0" y="-73983"/>
            <a:ext cx="9144000" cy="648250"/>
            <a:chOff x="0" y="-38100"/>
            <a:chExt cx="3513414" cy="249078"/>
          </a:xfrm>
        </p:grpSpPr>
        <p:sp>
          <p:nvSpPr>
            <p:cNvPr id="288" name="Google Shape;288;p9"/>
            <p:cNvSpPr/>
            <p:nvPr/>
          </p:nvSpPr>
          <p:spPr>
            <a:xfrm>
              <a:off x="0" y="0"/>
              <a:ext cx="3513414" cy="210978"/>
            </a:xfrm>
            <a:custGeom>
              <a:avLst/>
              <a:gdLst/>
              <a:ahLst/>
              <a:cxnLst/>
              <a:rect l="l" t="t" r="r" b="b"/>
              <a:pathLst>
                <a:path w="3513414" h="210978" extrusionOk="0">
                  <a:moveTo>
                    <a:pt x="0" y="0"/>
                  </a:moveTo>
                  <a:lnTo>
                    <a:pt x="3513414" y="0"/>
                  </a:lnTo>
                  <a:lnTo>
                    <a:pt x="3513414" y="210978"/>
                  </a:lnTo>
                  <a:lnTo>
                    <a:pt x="0" y="210978"/>
                  </a:lnTo>
                  <a:close/>
                </a:path>
              </a:pathLst>
            </a:custGeom>
            <a:solidFill>
              <a:srgbClr val="FCB50F"/>
            </a:solidFill>
            <a:ln>
              <a:noFill/>
            </a:ln>
          </p:spPr>
        </p:sp>
        <p:sp>
          <p:nvSpPr>
            <p:cNvPr id="289" name="Google Shape;289;p9"/>
            <p:cNvSpPr txBox="1"/>
            <p:nvPr/>
          </p:nvSpPr>
          <p:spPr>
            <a:xfrm>
              <a:off x="0" y="-38100"/>
              <a:ext cx="3513414" cy="249078"/>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90" name="Google Shape;290;p9"/>
          <p:cNvGrpSpPr/>
          <p:nvPr/>
        </p:nvGrpSpPr>
        <p:grpSpPr>
          <a:xfrm>
            <a:off x="9144000" y="9638750"/>
            <a:ext cx="9144000" cy="648250"/>
            <a:chOff x="0" y="-38100"/>
            <a:chExt cx="3513414" cy="249078"/>
          </a:xfrm>
        </p:grpSpPr>
        <p:sp>
          <p:nvSpPr>
            <p:cNvPr id="291" name="Google Shape;291;p9"/>
            <p:cNvSpPr/>
            <p:nvPr/>
          </p:nvSpPr>
          <p:spPr>
            <a:xfrm>
              <a:off x="0" y="0"/>
              <a:ext cx="3513414" cy="210978"/>
            </a:xfrm>
            <a:custGeom>
              <a:avLst/>
              <a:gdLst/>
              <a:ahLst/>
              <a:cxnLst/>
              <a:rect l="l" t="t" r="r" b="b"/>
              <a:pathLst>
                <a:path w="3513414" h="210978" extrusionOk="0">
                  <a:moveTo>
                    <a:pt x="0" y="0"/>
                  </a:moveTo>
                  <a:lnTo>
                    <a:pt x="3513414" y="0"/>
                  </a:lnTo>
                  <a:lnTo>
                    <a:pt x="3513414" y="210978"/>
                  </a:lnTo>
                  <a:lnTo>
                    <a:pt x="0" y="210978"/>
                  </a:lnTo>
                  <a:close/>
                </a:path>
              </a:pathLst>
            </a:custGeom>
            <a:solidFill>
              <a:srgbClr val="FCB50F"/>
            </a:solidFill>
            <a:ln>
              <a:noFill/>
            </a:ln>
          </p:spPr>
        </p:sp>
        <p:sp>
          <p:nvSpPr>
            <p:cNvPr id="292" name="Google Shape;292;p9"/>
            <p:cNvSpPr txBox="1"/>
            <p:nvPr/>
          </p:nvSpPr>
          <p:spPr>
            <a:xfrm>
              <a:off x="0" y="-38100"/>
              <a:ext cx="3513414" cy="249078"/>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93" name="Google Shape;293;p9"/>
          <p:cNvSpPr/>
          <p:nvPr/>
        </p:nvSpPr>
        <p:spPr>
          <a:xfrm rot="10800000" flipH="1">
            <a:off x="15098176" y="25176"/>
            <a:ext cx="3189824" cy="3267046"/>
          </a:xfrm>
          <a:custGeom>
            <a:avLst/>
            <a:gdLst/>
            <a:ahLst/>
            <a:cxnLst/>
            <a:rect l="l" t="t" r="r" b="b"/>
            <a:pathLst>
              <a:path w="3189824" h="3267046" extrusionOk="0">
                <a:moveTo>
                  <a:pt x="0" y="3267045"/>
                </a:moveTo>
                <a:lnTo>
                  <a:pt x="3189824" y="3267045"/>
                </a:lnTo>
                <a:lnTo>
                  <a:pt x="3189824" y="0"/>
                </a:lnTo>
                <a:lnTo>
                  <a:pt x="0" y="0"/>
                </a:lnTo>
                <a:lnTo>
                  <a:pt x="0" y="3267045"/>
                </a:lnTo>
                <a:close/>
              </a:path>
            </a:pathLst>
          </a:custGeom>
          <a:blipFill rotWithShape="1">
            <a:blip r:embed="rId4">
              <a:alphaModFix/>
            </a:blip>
            <a:stretch>
              <a:fillRect/>
            </a:stretch>
          </a:blipFill>
          <a:ln>
            <a:noFill/>
          </a:ln>
        </p:spPr>
      </p:sp>
      <p:grpSp>
        <p:nvGrpSpPr>
          <p:cNvPr id="294" name="Google Shape;294;p9"/>
          <p:cNvGrpSpPr/>
          <p:nvPr/>
        </p:nvGrpSpPr>
        <p:grpSpPr>
          <a:xfrm>
            <a:off x="1028700" y="3062414"/>
            <a:ext cx="3957142" cy="695937"/>
            <a:chOff x="0" y="-38100"/>
            <a:chExt cx="1520459" cy="267401"/>
          </a:xfrm>
        </p:grpSpPr>
        <p:sp>
          <p:nvSpPr>
            <p:cNvPr id="295" name="Google Shape;295;p9"/>
            <p:cNvSpPr/>
            <p:nvPr/>
          </p:nvSpPr>
          <p:spPr>
            <a:xfrm>
              <a:off x="0" y="0"/>
              <a:ext cx="1520459" cy="229301"/>
            </a:xfrm>
            <a:custGeom>
              <a:avLst/>
              <a:gdLst/>
              <a:ahLst/>
              <a:cxnLst/>
              <a:rect l="l" t="t" r="r" b="b"/>
              <a:pathLst>
                <a:path w="1520459" h="229301" extrusionOk="0">
                  <a:moveTo>
                    <a:pt x="31303" y="0"/>
                  </a:moveTo>
                  <a:lnTo>
                    <a:pt x="1489156" y="0"/>
                  </a:lnTo>
                  <a:cubicBezTo>
                    <a:pt x="1497458" y="0"/>
                    <a:pt x="1505420" y="3298"/>
                    <a:pt x="1511291" y="9168"/>
                  </a:cubicBezTo>
                  <a:cubicBezTo>
                    <a:pt x="1517161" y="15039"/>
                    <a:pt x="1520459" y="23001"/>
                    <a:pt x="1520459" y="31303"/>
                  </a:cubicBezTo>
                  <a:lnTo>
                    <a:pt x="1520459" y="197998"/>
                  </a:lnTo>
                  <a:cubicBezTo>
                    <a:pt x="1520459" y="215286"/>
                    <a:pt x="1506444" y="229301"/>
                    <a:pt x="1489156" y="229301"/>
                  </a:cubicBezTo>
                  <a:lnTo>
                    <a:pt x="31303" y="229301"/>
                  </a:lnTo>
                  <a:cubicBezTo>
                    <a:pt x="14015" y="229301"/>
                    <a:pt x="0" y="215286"/>
                    <a:pt x="0" y="197998"/>
                  </a:cubicBezTo>
                  <a:lnTo>
                    <a:pt x="0" y="31303"/>
                  </a:lnTo>
                  <a:cubicBezTo>
                    <a:pt x="0" y="14015"/>
                    <a:pt x="14015" y="0"/>
                    <a:pt x="31303" y="0"/>
                  </a:cubicBezTo>
                  <a:close/>
                </a:path>
              </a:pathLst>
            </a:custGeom>
            <a:solidFill>
              <a:srgbClr val="2945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9"/>
            <p:cNvSpPr txBox="1"/>
            <p:nvPr/>
          </p:nvSpPr>
          <p:spPr>
            <a:xfrm>
              <a:off x="0" y="-38100"/>
              <a:ext cx="1520459" cy="267401"/>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97" name="Google Shape;297;p9"/>
          <p:cNvSpPr txBox="1"/>
          <p:nvPr/>
        </p:nvSpPr>
        <p:spPr>
          <a:xfrm>
            <a:off x="1159904" y="3123473"/>
            <a:ext cx="4293051" cy="580390"/>
          </a:xfrm>
          <a:prstGeom prst="rect">
            <a:avLst/>
          </a:prstGeom>
          <a:noFill/>
          <a:ln>
            <a:noFill/>
          </a:ln>
        </p:spPr>
        <p:txBody>
          <a:bodyPr spcFirstLastPara="1" wrap="square" lIns="0" tIns="0" rIns="0" bIns="0" anchor="t" anchorCtr="0">
            <a:spAutoFit/>
          </a:bodyPr>
          <a:lstStyle/>
          <a:p>
            <a:pPr marL="0" marR="0" lvl="0" indent="0" algn="l" rtl="0">
              <a:lnSpc>
                <a:spcPct val="140011"/>
              </a:lnSpc>
              <a:spcBef>
                <a:spcPts val="0"/>
              </a:spcBef>
              <a:spcAft>
                <a:spcPts val="0"/>
              </a:spcAft>
              <a:buNone/>
            </a:pPr>
            <a:r>
              <a:rPr lang="en-US" sz="3399" b="1" i="0" u="none" strike="noStrike" cap="none">
                <a:solidFill>
                  <a:srgbClr val="F9EEE1"/>
                </a:solidFill>
                <a:latin typeface="Open Sans"/>
                <a:ea typeface="Open Sans"/>
                <a:cs typeface="Open Sans"/>
                <a:sym typeface="Open Sans"/>
              </a:rPr>
              <a:t>Latar Belakang </a:t>
            </a:r>
            <a:endParaRPr/>
          </a:p>
        </p:txBody>
      </p:sp>
      <p:sp>
        <p:nvSpPr>
          <p:cNvPr id="298" name="Google Shape;298;p9"/>
          <p:cNvSpPr txBox="1"/>
          <p:nvPr/>
        </p:nvSpPr>
        <p:spPr>
          <a:xfrm>
            <a:off x="1159904" y="3917676"/>
            <a:ext cx="15533184" cy="4753921"/>
          </a:xfrm>
          <a:prstGeom prst="rect">
            <a:avLst/>
          </a:prstGeom>
          <a:noFill/>
          <a:ln>
            <a:noFill/>
          </a:ln>
        </p:spPr>
        <p:txBody>
          <a:bodyPr spcFirstLastPara="1" wrap="square" lIns="0" tIns="0" rIns="0" bIns="0" anchor="t" anchorCtr="0">
            <a:spAutoFit/>
          </a:bodyPr>
          <a:lstStyle/>
          <a:p>
            <a:pPr marL="0" marR="0" lvl="0" indent="0" algn="just" rtl="0">
              <a:lnSpc>
                <a:spcPct val="140020"/>
              </a:lnSpc>
              <a:spcBef>
                <a:spcPts val="0"/>
              </a:spcBef>
              <a:spcAft>
                <a:spcPts val="0"/>
              </a:spcAft>
              <a:buNone/>
            </a:pPr>
            <a:r>
              <a:rPr lang="en-US" sz="2986" b="0" i="0" u="none" strike="noStrike" cap="none">
                <a:solidFill>
                  <a:srgbClr val="29455B"/>
                </a:solidFill>
                <a:latin typeface="Open Sans"/>
                <a:ea typeface="Open Sans"/>
                <a:cs typeface="Open Sans"/>
                <a:sym typeface="Open Sans"/>
              </a:rPr>
              <a:t>Himpunan Mahasiswa Teknik Informatika (HIMATIF) memiliki program kerja berupa tahapan kaderisasi yang disebut LKMM, yang dimulai dengan LKMM-D (Latihan Keterampilan Manajemen Mahasiswa Tingkat Dasar). LKMM-D merupakan tahap awal kaderisasi bagi mahasiswa tingkat pertama. LKMMD merupakan rangkaian kegiatan pengenalan bagi mahasiswa baru, khususnya mahasiswa tingkat pertama, agar mereka dapat memahami lebih mendalam mengenai Himpunan Mahasiswa Teknik Informatika (HIMATIF) dari segi akademik, rasa kekeluargaan, dan semangat kebangsaan, sesuai dengan peran mahasiswa. Kegiatan ini membantu mahasiswa tingkat pertama untuk beradaptasi dengan lingkungan kampus, terutama dengan himpunan mereka. </a:t>
            </a:r>
            <a:endParaRPr/>
          </a:p>
        </p:txBody>
      </p:sp>
      <p:cxnSp>
        <p:nvCxnSpPr>
          <p:cNvPr id="299" name="Google Shape;299;p9"/>
          <p:cNvCxnSpPr/>
          <p:nvPr/>
        </p:nvCxnSpPr>
        <p:spPr>
          <a:xfrm>
            <a:off x="1089320" y="2542448"/>
            <a:ext cx="3482680" cy="0"/>
          </a:xfrm>
          <a:prstGeom prst="straightConnector1">
            <a:avLst/>
          </a:prstGeom>
          <a:noFill/>
          <a:ln w="38100" cap="rnd" cmpd="sng">
            <a:solidFill>
              <a:srgbClr val="EF8126"/>
            </a:solidFill>
            <a:prstDash val="solid"/>
            <a:round/>
            <a:headEnd type="none" w="sm" len="sm"/>
            <a:tailEnd type="none" w="sm" len="sm"/>
          </a:ln>
        </p:spPr>
      </p:cxnSp>
      <p:cxnSp>
        <p:nvCxnSpPr>
          <p:cNvPr id="300" name="Google Shape;300;p9"/>
          <p:cNvCxnSpPr/>
          <p:nvPr/>
        </p:nvCxnSpPr>
        <p:spPr>
          <a:xfrm>
            <a:off x="1089320" y="2628173"/>
            <a:ext cx="3482680" cy="0"/>
          </a:xfrm>
          <a:prstGeom prst="straightConnector1">
            <a:avLst/>
          </a:prstGeom>
          <a:noFill/>
          <a:ln w="38100" cap="rnd" cmpd="sng">
            <a:solidFill>
              <a:srgbClr val="EF8126"/>
            </a:solidFill>
            <a:prstDash val="solid"/>
            <a:round/>
            <a:headEnd type="none" w="sm" len="sm"/>
            <a:tailEnd type="none" w="sm" len="sm"/>
          </a:ln>
        </p:spPr>
      </p:cxnSp>
      <p:sp>
        <p:nvSpPr>
          <p:cNvPr id="301" name="Google Shape;301;p9"/>
          <p:cNvSpPr/>
          <p:nvPr/>
        </p:nvSpPr>
        <p:spPr>
          <a:xfrm>
            <a:off x="13302173" y="-984116"/>
            <a:ext cx="3139599" cy="3116766"/>
          </a:xfrm>
          <a:custGeom>
            <a:avLst/>
            <a:gdLst/>
            <a:ahLst/>
            <a:cxnLst/>
            <a:rect l="l" t="t" r="r" b="b"/>
            <a:pathLst>
              <a:path w="3139599" h="3116766" extrusionOk="0">
                <a:moveTo>
                  <a:pt x="0" y="0"/>
                </a:moveTo>
                <a:lnTo>
                  <a:pt x="3139599" y="0"/>
                </a:lnTo>
                <a:lnTo>
                  <a:pt x="3139599" y="3116766"/>
                </a:lnTo>
                <a:lnTo>
                  <a:pt x="0" y="3116766"/>
                </a:lnTo>
                <a:lnTo>
                  <a:pt x="0" y="0"/>
                </a:lnTo>
                <a:close/>
              </a:path>
            </a:pathLst>
          </a:custGeom>
          <a:blipFill rotWithShape="1">
            <a:blip r:embed="rId5">
              <a:alphaModFix/>
            </a:blip>
            <a:stretch>
              <a:fillRect/>
            </a:stretch>
          </a:blipFill>
          <a:ln>
            <a:noFill/>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sp>
        <p:nvSpPr>
          <p:cNvPr id="306" name="Google Shape;306;p10"/>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16609" b="-16608"/>
            </a:stretch>
          </a:blipFill>
          <a:ln>
            <a:noFill/>
          </a:ln>
        </p:spPr>
      </p:sp>
      <p:sp>
        <p:nvSpPr>
          <p:cNvPr id="307" name="Google Shape;307;p10"/>
          <p:cNvSpPr txBox="1"/>
          <p:nvPr/>
        </p:nvSpPr>
        <p:spPr>
          <a:xfrm>
            <a:off x="1009650" y="1378746"/>
            <a:ext cx="7659255" cy="1201802"/>
          </a:xfrm>
          <a:prstGeom prst="rect">
            <a:avLst/>
          </a:prstGeom>
          <a:noFill/>
          <a:ln>
            <a:noFill/>
          </a:ln>
        </p:spPr>
        <p:txBody>
          <a:bodyPr spcFirstLastPara="1" wrap="square" lIns="0" tIns="0" rIns="0" bIns="0" anchor="t" anchorCtr="0">
            <a:spAutoFit/>
          </a:bodyPr>
          <a:lstStyle/>
          <a:p>
            <a:pPr marL="0" marR="0" lvl="0" indent="0" algn="l" rtl="0">
              <a:lnSpc>
                <a:spcPct val="103000"/>
              </a:lnSpc>
              <a:spcBef>
                <a:spcPts val="0"/>
              </a:spcBef>
              <a:spcAft>
                <a:spcPts val="0"/>
              </a:spcAft>
              <a:buNone/>
            </a:pPr>
            <a:r>
              <a:rPr lang="en-US" sz="8900" b="1" i="0" u="none" strike="noStrike" cap="none">
                <a:solidFill>
                  <a:srgbClr val="29455B"/>
                </a:solidFill>
                <a:latin typeface="Arial"/>
                <a:ea typeface="Arial"/>
                <a:cs typeface="Arial"/>
                <a:sym typeface="Arial"/>
              </a:rPr>
              <a:t>LKMM-D</a:t>
            </a:r>
            <a:endParaRPr/>
          </a:p>
        </p:txBody>
      </p:sp>
      <p:grpSp>
        <p:nvGrpSpPr>
          <p:cNvPr id="308" name="Google Shape;308;p10"/>
          <p:cNvGrpSpPr/>
          <p:nvPr/>
        </p:nvGrpSpPr>
        <p:grpSpPr>
          <a:xfrm>
            <a:off x="0" y="-73983"/>
            <a:ext cx="9144000" cy="648250"/>
            <a:chOff x="0" y="-38100"/>
            <a:chExt cx="3513414" cy="249078"/>
          </a:xfrm>
        </p:grpSpPr>
        <p:sp>
          <p:nvSpPr>
            <p:cNvPr id="309" name="Google Shape;309;p10"/>
            <p:cNvSpPr/>
            <p:nvPr/>
          </p:nvSpPr>
          <p:spPr>
            <a:xfrm>
              <a:off x="0" y="0"/>
              <a:ext cx="3513414" cy="210978"/>
            </a:xfrm>
            <a:custGeom>
              <a:avLst/>
              <a:gdLst/>
              <a:ahLst/>
              <a:cxnLst/>
              <a:rect l="l" t="t" r="r" b="b"/>
              <a:pathLst>
                <a:path w="3513414" h="210978" extrusionOk="0">
                  <a:moveTo>
                    <a:pt x="0" y="0"/>
                  </a:moveTo>
                  <a:lnTo>
                    <a:pt x="3513414" y="0"/>
                  </a:lnTo>
                  <a:lnTo>
                    <a:pt x="3513414" y="210978"/>
                  </a:lnTo>
                  <a:lnTo>
                    <a:pt x="0" y="210978"/>
                  </a:lnTo>
                  <a:close/>
                </a:path>
              </a:pathLst>
            </a:custGeom>
            <a:solidFill>
              <a:srgbClr val="FCB50F"/>
            </a:solidFill>
            <a:ln>
              <a:noFill/>
            </a:ln>
          </p:spPr>
        </p:sp>
        <p:sp>
          <p:nvSpPr>
            <p:cNvPr id="310" name="Google Shape;310;p10"/>
            <p:cNvSpPr txBox="1"/>
            <p:nvPr/>
          </p:nvSpPr>
          <p:spPr>
            <a:xfrm>
              <a:off x="0" y="-38100"/>
              <a:ext cx="3513414" cy="249078"/>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11" name="Google Shape;311;p10"/>
          <p:cNvGrpSpPr/>
          <p:nvPr/>
        </p:nvGrpSpPr>
        <p:grpSpPr>
          <a:xfrm>
            <a:off x="9144000" y="9638750"/>
            <a:ext cx="9144000" cy="648250"/>
            <a:chOff x="0" y="-38100"/>
            <a:chExt cx="3513414" cy="249078"/>
          </a:xfrm>
        </p:grpSpPr>
        <p:sp>
          <p:nvSpPr>
            <p:cNvPr id="312" name="Google Shape;312;p10"/>
            <p:cNvSpPr/>
            <p:nvPr/>
          </p:nvSpPr>
          <p:spPr>
            <a:xfrm>
              <a:off x="0" y="0"/>
              <a:ext cx="3513414" cy="210978"/>
            </a:xfrm>
            <a:custGeom>
              <a:avLst/>
              <a:gdLst/>
              <a:ahLst/>
              <a:cxnLst/>
              <a:rect l="l" t="t" r="r" b="b"/>
              <a:pathLst>
                <a:path w="3513414" h="210978" extrusionOk="0">
                  <a:moveTo>
                    <a:pt x="0" y="0"/>
                  </a:moveTo>
                  <a:lnTo>
                    <a:pt x="3513414" y="0"/>
                  </a:lnTo>
                  <a:lnTo>
                    <a:pt x="3513414" y="210978"/>
                  </a:lnTo>
                  <a:lnTo>
                    <a:pt x="0" y="210978"/>
                  </a:lnTo>
                  <a:close/>
                </a:path>
              </a:pathLst>
            </a:custGeom>
            <a:solidFill>
              <a:srgbClr val="FCB50F"/>
            </a:solidFill>
            <a:ln>
              <a:noFill/>
            </a:ln>
          </p:spPr>
        </p:sp>
        <p:sp>
          <p:nvSpPr>
            <p:cNvPr id="313" name="Google Shape;313;p10"/>
            <p:cNvSpPr txBox="1"/>
            <p:nvPr/>
          </p:nvSpPr>
          <p:spPr>
            <a:xfrm>
              <a:off x="0" y="-38100"/>
              <a:ext cx="3513414" cy="249078"/>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314" name="Google Shape;314;p10"/>
          <p:cNvSpPr/>
          <p:nvPr/>
        </p:nvSpPr>
        <p:spPr>
          <a:xfrm rot="10800000" flipH="1">
            <a:off x="15098176" y="25176"/>
            <a:ext cx="3189824" cy="3267046"/>
          </a:xfrm>
          <a:custGeom>
            <a:avLst/>
            <a:gdLst/>
            <a:ahLst/>
            <a:cxnLst/>
            <a:rect l="l" t="t" r="r" b="b"/>
            <a:pathLst>
              <a:path w="3189824" h="3267046" extrusionOk="0">
                <a:moveTo>
                  <a:pt x="0" y="3267045"/>
                </a:moveTo>
                <a:lnTo>
                  <a:pt x="3189824" y="3267045"/>
                </a:lnTo>
                <a:lnTo>
                  <a:pt x="3189824" y="0"/>
                </a:lnTo>
                <a:lnTo>
                  <a:pt x="0" y="0"/>
                </a:lnTo>
                <a:lnTo>
                  <a:pt x="0" y="3267045"/>
                </a:lnTo>
                <a:close/>
              </a:path>
            </a:pathLst>
          </a:custGeom>
          <a:blipFill rotWithShape="1">
            <a:blip r:embed="rId4">
              <a:alphaModFix/>
            </a:blip>
            <a:stretch>
              <a:fillRect/>
            </a:stretch>
          </a:blipFill>
          <a:ln>
            <a:noFill/>
          </a:ln>
        </p:spPr>
      </p:sp>
      <p:grpSp>
        <p:nvGrpSpPr>
          <p:cNvPr id="315" name="Google Shape;315;p10"/>
          <p:cNvGrpSpPr/>
          <p:nvPr/>
        </p:nvGrpSpPr>
        <p:grpSpPr>
          <a:xfrm>
            <a:off x="1028700" y="3062414"/>
            <a:ext cx="3957142" cy="695937"/>
            <a:chOff x="0" y="-38100"/>
            <a:chExt cx="1520459" cy="267401"/>
          </a:xfrm>
        </p:grpSpPr>
        <p:sp>
          <p:nvSpPr>
            <p:cNvPr id="316" name="Google Shape;316;p10"/>
            <p:cNvSpPr/>
            <p:nvPr/>
          </p:nvSpPr>
          <p:spPr>
            <a:xfrm>
              <a:off x="0" y="0"/>
              <a:ext cx="1520459" cy="229301"/>
            </a:xfrm>
            <a:custGeom>
              <a:avLst/>
              <a:gdLst/>
              <a:ahLst/>
              <a:cxnLst/>
              <a:rect l="l" t="t" r="r" b="b"/>
              <a:pathLst>
                <a:path w="1520459" h="229301" extrusionOk="0">
                  <a:moveTo>
                    <a:pt x="31303" y="0"/>
                  </a:moveTo>
                  <a:lnTo>
                    <a:pt x="1489156" y="0"/>
                  </a:lnTo>
                  <a:cubicBezTo>
                    <a:pt x="1497458" y="0"/>
                    <a:pt x="1505420" y="3298"/>
                    <a:pt x="1511291" y="9168"/>
                  </a:cubicBezTo>
                  <a:cubicBezTo>
                    <a:pt x="1517161" y="15039"/>
                    <a:pt x="1520459" y="23001"/>
                    <a:pt x="1520459" y="31303"/>
                  </a:cubicBezTo>
                  <a:lnTo>
                    <a:pt x="1520459" y="197998"/>
                  </a:lnTo>
                  <a:cubicBezTo>
                    <a:pt x="1520459" y="215286"/>
                    <a:pt x="1506444" y="229301"/>
                    <a:pt x="1489156" y="229301"/>
                  </a:cubicBezTo>
                  <a:lnTo>
                    <a:pt x="31303" y="229301"/>
                  </a:lnTo>
                  <a:cubicBezTo>
                    <a:pt x="14015" y="229301"/>
                    <a:pt x="0" y="215286"/>
                    <a:pt x="0" y="197998"/>
                  </a:cubicBezTo>
                  <a:lnTo>
                    <a:pt x="0" y="31303"/>
                  </a:lnTo>
                  <a:cubicBezTo>
                    <a:pt x="0" y="14015"/>
                    <a:pt x="14015" y="0"/>
                    <a:pt x="31303" y="0"/>
                  </a:cubicBezTo>
                  <a:close/>
                </a:path>
              </a:pathLst>
            </a:custGeom>
            <a:solidFill>
              <a:srgbClr val="2945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10"/>
            <p:cNvSpPr txBox="1"/>
            <p:nvPr/>
          </p:nvSpPr>
          <p:spPr>
            <a:xfrm>
              <a:off x="0" y="-38100"/>
              <a:ext cx="1520459" cy="267401"/>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318" name="Google Shape;318;p10"/>
          <p:cNvSpPr txBox="1"/>
          <p:nvPr/>
        </p:nvSpPr>
        <p:spPr>
          <a:xfrm>
            <a:off x="1159904" y="3123473"/>
            <a:ext cx="4293051" cy="580390"/>
          </a:xfrm>
          <a:prstGeom prst="rect">
            <a:avLst/>
          </a:prstGeom>
          <a:noFill/>
          <a:ln>
            <a:noFill/>
          </a:ln>
        </p:spPr>
        <p:txBody>
          <a:bodyPr spcFirstLastPara="1" wrap="square" lIns="0" tIns="0" rIns="0" bIns="0" anchor="t" anchorCtr="0">
            <a:spAutoFit/>
          </a:bodyPr>
          <a:lstStyle/>
          <a:p>
            <a:pPr marL="0" marR="0" lvl="0" indent="0" algn="ctr" rtl="0">
              <a:lnSpc>
                <a:spcPct val="140011"/>
              </a:lnSpc>
              <a:spcBef>
                <a:spcPts val="0"/>
              </a:spcBef>
              <a:spcAft>
                <a:spcPts val="0"/>
              </a:spcAft>
              <a:buNone/>
            </a:pPr>
            <a:r>
              <a:rPr lang="en-US" sz="3399" b="1" i="0" u="none" strike="noStrike" cap="none">
                <a:solidFill>
                  <a:srgbClr val="F9EEE1"/>
                </a:solidFill>
                <a:latin typeface="Open Sans"/>
                <a:ea typeface="Open Sans"/>
                <a:cs typeface="Open Sans"/>
                <a:sym typeface="Open Sans"/>
              </a:rPr>
              <a:t>Tujuan</a:t>
            </a:r>
            <a:endParaRPr/>
          </a:p>
        </p:txBody>
      </p:sp>
      <p:sp>
        <p:nvSpPr>
          <p:cNvPr id="319" name="Google Shape;319;p10"/>
          <p:cNvSpPr txBox="1"/>
          <p:nvPr/>
        </p:nvSpPr>
        <p:spPr>
          <a:xfrm>
            <a:off x="1159904" y="3908151"/>
            <a:ext cx="15533184" cy="3764107"/>
          </a:xfrm>
          <a:prstGeom prst="rect">
            <a:avLst/>
          </a:prstGeom>
          <a:noFill/>
          <a:ln>
            <a:noFill/>
          </a:ln>
        </p:spPr>
        <p:txBody>
          <a:bodyPr spcFirstLastPara="1" wrap="square" lIns="0" tIns="0" rIns="0" bIns="0" anchor="t" anchorCtr="0">
            <a:spAutoFit/>
          </a:bodyPr>
          <a:lstStyle/>
          <a:p>
            <a:pPr marL="0" marR="0" lvl="0" indent="0" algn="just" rtl="0">
              <a:lnSpc>
                <a:spcPct val="140012"/>
              </a:lnSpc>
              <a:spcBef>
                <a:spcPts val="0"/>
              </a:spcBef>
              <a:spcAft>
                <a:spcPts val="0"/>
              </a:spcAft>
              <a:buNone/>
            </a:pPr>
            <a:r>
              <a:rPr lang="en-US" sz="3214" b="0" i="0" u="none" strike="noStrike" cap="none" dirty="0">
                <a:solidFill>
                  <a:srgbClr val="29455B"/>
                </a:solidFill>
                <a:latin typeface="Open Sans"/>
                <a:ea typeface="Open Sans"/>
                <a:cs typeface="Open Sans"/>
                <a:sym typeface="Open Sans"/>
              </a:rPr>
              <a:t>1. </a:t>
            </a:r>
            <a:r>
              <a:rPr lang="en-US" sz="3214" b="0" i="0" u="none" strike="noStrike" cap="none" dirty="0" err="1">
                <a:solidFill>
                  <a:srgbClr val="29455B"/>
                </a:solidFill>
                <a:latin typeface="Open Sans"/>
                <a:ea typeface="Open Sans"/>
                <a:cs typeface="Open Sans"/>
                <a:sym typeface="Open Sans"/>
              </a:rPr>
              <a:t>Membekali</a:t>
            </a:r>
            <a:r>
              <a:rPr lang="en-US" sz="3214" b="0" i="0" u="none" strike="noStrike" cap="none" dirty="0">
                <a:solidFill>
                  <a:srgbClr val="29455B"/>
                </a:solidFill>
                <a:latin typeface="Open Sans"/>
                <a:ea typeface="Open Sans"/>
                <a:cs typeface="Open Sans"/>
                <a:sym typeface="Open Sans"/>
              </a:rPr>
              <a:t> </a:t>
            </a:r>
            <a:r>
              <a:rPr lang="en-US" sz="3214" b="0" i="0" u="none" strike="noStrike" cap="none" dirty="0" err="1">
                <a:solidFill>
                  <a:srgbClr val="29455B"/>
                </a:solidFill>
                <a:latin typeface="Open Sans"/>
                <a:ea typeface="Open Sans"/>
                <a:cs typeface="Open Sans"/>
                <a:sym typeface="Open Sans"/>
              </a:rPr>
              <a:t>Peserta</a:t>
            </a:r>
            <a:r>
              <a:rPr lang="en-US" sz="3214" b="0" i="0" u="none" strike="noStrike" cap="none" dirty="0">
                <a:solidFill>
                  <a:srgbClr val="29455B"/>
                </a:solidFill>
                <a:latin typeface="Open Sans"/>
                <a:ea typeface="Open Sans"/>
                <a:cs typeface="Open Sans"/>
                <a:sym typeface="Open Sans"/>
              </a:rPr>
              <a:t> </a:t>
            </a:r>
            <a:r>
              <a:rPr lang="en-US" sz="3214" b="0" i="0" u="none" strike="noStrike" cap="none" dirty="0" err="1">
                <a:solidFill>
                  <a:srgbClr val="29455B"/>
                </a:solidFill>
                <a:latin typeface="Open Sans"/>
                <a:ea typeface="Open Sans"/>
                <a:cs typeface="Open Sans"/>
                <a:sym typeface="Open Sans"/>
              </a:rPr>
              <a:t>dengan</a:t>
            </a:r>
            <a:r>
              <a:rPr lang="en-US" sz="3214" b="0" i="0" u="none" strike="noStrike" cap="none" dirty="0">
                <a:solidFill>
                  <a:srgbClr val="29455B"/>
                </a:solidFill>
                <a:latin typeface="Open Sans"/>
                <a:ea typeface="Open Sans"/>
                <a:cs typeface="Open Sans"/>
                <a:sym typeface="Open Sans"/>
              </a:rPr>
              <a:t> </a:t>
            </a:r>
            <a:r>
              <a:rPr lang="en-US" sz="3214" b="0" i="0" u="none" strike="noStrike" cap="none" dirty="0" err="1">
                <a:solidFill>
                  <a:srgbClr val="29455B"/>
                </a:solidFill>
                <a:latin typeface="Open Sans"/>
                <a:ea typeface="Open Sans"/>
                <a:cs typeface="Open Sans"/>
                <a:sym typeface="Open Sans"/>
              </a:rPr>
              <a:t>keterampilan</a:t>
            </a:r>
            <a:r>
              <a:rPr lang="en-US" sz="3214" b="0" i="0" u="none" strike="noStrike" cap="none" dirty="0">
                <a:solidFill>
                  <a:srgbClr val="29455B"/>
                </a:solidFill>
                <a:latin typeface="Open Sans"/>
                <a:ea typeface="Open Sans"/>
                <a:cs typeface="Open Sans"/>
                <a:sym typeface="Open Sans"/>
              </a:rPr>
              <a:t> </a:t>
            </a:r>
            <a:r>
              <a:rPr lang="en-US" sz="3214" b="0" i="0" u="none" strike="noStrike" cap="none" dirty="0" err="1">
                <a:solidFill>
                  <a:srgbClr val="29455B"/>
                </a:solidFill>
                <a:latin typeface="Open Sans"/>
                <a:ea typeface="Open Sans"/>
                <a:cs typeface="Open Sans"/>
                <a:sym typeface="Open Sans"/>
              </a:rPr>
              <a:t>berkomunikasi</a:t>
            </a:r>
            <a:r>
              <a:rPr lang="en-US" sz="3214" b="0" i="0" u="none" strike="noStrike" cap="none" dirty="0">
                <a:solidFill>
                  <a:srgbClr val="29455B"/>
                </a:solidFill>
                <a:latin typeface="Open Sans"/>
                <a:ea typeface="Open Sans"/>
                <a:cs typeface="Open Sans"/>
                <a:sym typeface="Open Sans"/>
              </a:rPr>
              <a:t>.</a:t>
            </a:r>
            <a:endParaRPr dirty="0"/>
          </a:p>
          <a:p>
            <a:pPr marL="0" marR="0" lvl="0" indent="0" algn="just" rtl="0">
              <a:lnSpc>
                <a:spcPct val="140012"/>
              </a:lnSpc>
              <a:spcBef>
                <a:spcPts val="0"/>
              </a:spcBef>
              <a:spcAft>
                <a:spcPts val="0"/>
              </a:spcAft>
              <a:buNone/>
            </a:pPr>
            <a:r>
              <a:rPr lang="en-US" sz="3214" b="0" i="0" u="none" strike="noStrike" cap="none" dirty="0">
                <a:solidFill>
                  <a:srgbClr val="29455B"/>
                </a:solidFill>
                <a:latin typeface="Open Sans"/>
                <a:ea typeface="Open Sans"/>
                <a:cs typeface="Open Sans"/>
                <a:sym typeface="Open Sans"/>
              </a:rPr>
              <a:t>2. </a:t>
            </a:r>
            <a:r>
              <a:rPr lang="en-US" sz="3214" b="0" i="0" u="none" strike="noStrike" cap="none" dirty="0" err="1">
                <a:solidFill>
                  <a:srgbClr val="29455B"/>
                </a:solidFill>
                <a:latin typeface="Open Sans"/>
                <a:ea typeface="Open Sans"/>
                <a:cs typeface="Open Sans"/>
                <a:sym typeface="Open Sans"/>
              </a:rPr>
              <a:t>Peserta</a:t>
            </a:r>
            <a:r>
              <a:rPr lang="en-US" sz="3214" b="0" i="0" u="none" strike="noStrike" cap="none" dirty="0">
                <a:solidFill>
                  <a:srgbClr val="29455B"/>
                </a:solidFill>
                <a:latin typeface="Open Sans"/>
                <a:ea typeface="Open Sans"/>
                <a:cs typeface="Open Sans"/>
                <a:sym typeface="Open Sans"/>
              </a:rPr>
              <a:t> </a:t>
            </a:r>
            <a:r>
              <a:rPr lang="en-US" sz="3214" b="0" i="0" u="none" strike="noStrike" cap="none" dirty="0" err="1">
                <a:solidFill>
                  <a:srgbClr val="29455B"/>
                </a:solidFill>
                <a:latin typeface="Open Sans"/>
                <a:ea typeface="Open Sans"/>
                <a:cs typeface="Open Sans"/>
                <a:sym typeface="Open Sans"/>
              </a:rPr>
              <a:t>dapat</a:t>
            </a:r>
            <a:r>
              <a:rPr lang="en-US" sz="3214" b="0" i="0" u="none" strike="noStrike" cap="none" dirty="0">
                <a:solidFill>
                  <a:srgbClr val="29455B"/>
                </a:solidFill>
                <a:latin typeface="Open Sans"/>
                <a:ea typeface="Open Sans"/>
                <a:cs typeface="Open Sans"/>
                <a:sym typeface="Open Sans"/>
              </a:rPr>
              <a:t> </a:t>
            </a:r>
            <a:r>
              <a:rPr lang="en-US" sz="3214" b="0" i="0" u="none" strike="noStrike" cap="none" dirty="0" err="1">
                <a:solidFill>
                  <a:srgbClr val="29455B"/>
                </a:solidFill>
                <a:latin typeface="Open Sans"/>
                <a:ea typeface="Open Sans"/>
                <a:cs typeface="Open Sans"/>
                <a:sym typeface="Open Sans"/>
              </a:rPr>
              <a:t>berpikir</a:t>
            </a:r>
            <a:r>
              <a:rPr lang="en-US" sz="3214" b="0" i="0" u="none" strike="noStrike" cap="none" dirty="0">
                <a:solidFill>
                  <a:srgbClr val="29455B"/>
                </a:solidFill>
                <a:latin typeface="Open Sans"/>
                <a:ea typeface="Open Sans"/>
                <a:cs typeface="Open Sans"/>
                <a:sym typeface="Open Sans"/>
              </a:rPr>
              <a:t> </a:t>
            </a:r>
            <a:r>
              <a:rPr lang="en-US" sz="3214" b="0" i="0" u="none" strike="noStrike" cap="none" dirty="0" err="1">
                <a:solidFill>
                  <a:srgbClr val="29455B"/>
                </a:solidFill>
                <a:latin typeface="Open Sans"/>
                <a:ea typeface="Open Sans"/>
                <a:cs typeface="Open Sans"/>
                <a:sym typeface="Open Sans"/>
              </a:rPr>
              <a:t>kritis</a:t>
            </a:r>
            <a:r>
              <a:rPr lang="en-US" sz="3214" b="0" i="0" u="none" strike="noStrike" cap="none" dirty="0">
                <a:solidFill>
                  <a:srgbClr val="29455B"/>
                </a:solidFill>
                <a:latin typeface="Open Sans"/>
                <a:ea typeface="Open Sans"/>
                <a:cs typeface="Open Sans"/>
                <a:sym typeface="Open Sans"/>
              </a:rPr>
              <a:t>, </a:t>
            </a:r>
            <a:r>
              <a:rPr lang="en-US" sz="3214" b="0" i="0" u="none" strike="noStrike" cap="none" dirty="0" err="1">
                <a:solidFill>
                  <a:srgbClr val="29455B"/>
                </a:solidFill>
                <a:latin typeface="Open Sans"/>
                <a:ea typeface="Open Sans"/>
                <a:cs typeface="Open Sans"/>
                <a:sym typeface="Open Sans"/>
              </a:rPr>
              <a:t>logis</a:t>
            </a:r>
            <a:r>
              <a:rPr lang="en-US" sz="3214" b="0" i="0" u="none" strike="noStrike" cap="none" dirty="0">
                <a:solidFill>
                  <a:srgbClr val="29455B"/>
                </a:solidFill>
                <a:latin typeface="Open Sans"/>
                <a:ea typeface="Open Sans"/>
                <a:cs typeface="Open Sans"/>
                <a:sym typeface="Open Sans"/>
              </a:rPr>
              <a:t> dan </a:t>
            </a:r>
            <a:r>
              <a:rPr lang="en-US" sz="3214" b="0" i="0" u="none" strike="noStrike" cap="none" dirty="0" err="1">
                <a:solidFill>
                  <a:srgbClr val="29455B"/>
                </a:solidFill>
                <a:latin typeface="Open Sans"/>
                <a:ea typeface="Open Sans"/>
                <a:cs typeface="Open Sans"/>
                <a:sym typeface="Open Sans"/>
              </a:rPr>
              <a:t>analitis</a:t>
            </a:r>
            <a:r>
              <a:rPr lang="en-US" sz="3214" b="0" i="0" u="none" strike="noStrike" cap="none" dirty="0">
                <a:solidFill>
                  <a:srgbClr val="29455B"/>
                </a:solidFill>
                <a:latin typeface="Open Sans"/>
                <a:ea typeface="Open Sans"/>
                <a:cs typeface="Open Sans"/>
                <a:sym typeface="Open Sans"/>
              </a:rPr>
              <a:t>.</a:t>
            </a:r>
            <a:endParaRPr dirty="0"/>
          </a:p>
          <a:p>
            <a:pPr marL="0" marR="0" lvl="0" indent="0" algn="just" rtl="0">
              <a:lnSpc>
                <a:spcPct val="140012"/>
              </a:lnSpc>
              <a:spcBef>
                <a:spcPts val="0"/>
              </a:spcBef>
              <a:spcAft>
                <a:spcPts val="0"/>
              </a:spcAft>
              <a:buNone/>
            </a:pPr>
            <a:r>
              <a:rPr lang="en-US" sz="3214" b="0" i="0" u="none" strike="noStrike" cap="none" dirty="0">
                <a:solidFill>
                  <a:srgbClr val="29455B"/>
                </a:solidFill>
                <a:latin typeface="Open Sans"/>
                <a:ea typeface="Open Sans"/>
                <a:cs typeface="Open Sans"/>
                <a:sym typeface="Open Sans"/>
              </a:rPr>
              <a:t>3. </a:t>
            </a:r>
            <a:r>
              <a:rPr lang="en-US" sz="3214" b="0" i="0" u="none" strike="noStrike" cap="none" dirty="0" err="1">
                <a:solidFill>
                  <a:srgbClr val="29455B"/>
                </a:solidFill>
                <a:latin typeface="Open Sans"/>
                <a:ea typeface="Open Sans"/>
                <a:cs typeface="Open Sans"/>
                <a:sym typeface="Open Sans"/>
              </a:rPr>
              <a:t>Peserta</a:t>
            </a:r>
            <a:r>
              <a:rPr lang="en-US" sz="3214" b="0" i="0" u="none" strike="noStrike" cap="none" dirty="0">
                <a:solidFill>
                  <a:srgbClr val="29455B"/>
                </a:solidFill>
                <a:latin typeface="Open Sans"/>
                <a:ea typeface="Open Sans"/>
                <a:cs typeface="Open Sans"/>
                <a:sym typeface="Open Sans"/>
              </a:rPr>
              <a:t> </a:t>
            </a:r>
            <a:r>
              <a:rPr lang="en-US" sz="3214" b="0" i="0" u="none" strike="noStrike" cap="none" dirty="0" err="1">
                <a:solidFill>
                  <a:srgbClr val="29455B"/>
                </a:solidFill>
                <a:latin typeface="Open Sans"/>
                <a:ea typeface="Open Sans"/>
                <a:cs typeface="Open Sans"/>
                <a:sym typeface="Open Sans"/>
              </a:rPr>
              <a:t>berani</a:t>
            </a:r>
            <a:r>
              <a:rPr lang="en-US" sz="3214" b="0" i="0" u="none" strike="noStrike" cap="none" dirty="0">
                <a:solidFill>
                  <a:srgbClr val="29455B"/>
                </a:solidFill>
                <a:latin typeface="Open Sans"/>
                <a:ea typeface="Open Sans"/>
                <a:cs typeface="Open Sans"/>
                <a:sym typeface="Open Sans"/>
              </a:rPr>
              <a:t> </a:t>
            </a:r>
            <a:r>
              <a:rPr lang="en-US" sz="3214" b="0" i="0" u="none" strike="noStrike" cap="none" dirty="0" err="1">
                <a:solidFill>
                  <a:srgbClr val="29455B"/>
                </a:solidFill>
                <a:latin typeface="Open Sans"/>
                <a:ea typeface="Open Sans"/>
                <a:cs typeface="Open Sans"/>
                <a:sym typeface="Open Sans"/>
              </a:rPr>
              <a:t>untuk</a:t>
            </a:r>
            <a:r>
              <a:rPr lang="en-US" sz="3214" b="0" i="0" u="none" strike="noStrike" cap="none" dirty="0">
                <a:solidFill>
                  <a:srgbClr val="29455B"/>
                </a:solidFill>
                <a:latin typeface="Open Sans"/>
                <a:ea typeface="Open Sans"/>
                <a:cs typeface="Open Sans"/>
                <a:sym typeface="Open Sans"/>
              </a:rPr>
              <a:t> </a:t>
            </a:r>
            <a:r>
              <a:rPr lang="en-US" sz="3214" b="0" i="0" u="none" strike="noStrike" cap="none" dirty="0" err="1">
                <a:solidFill>
                  <a:srgbClr val="29455B"/>
                </a:solidFill>
                <a:latin typeface="Open Sans"/>
                <a:ea typeface="Open Sans"/>
                <a:cs typeface="Open Sans"/>
                <a:sym typeface="Open Sans"/>
              </a:rPr>
              <a:t>mengemukakan</a:t>
            </a:r>
            <a:r>
              <a:rPr lang="en-US" sz="3214" b="0" i="0" u="none" strike="noStrike" cap="none" dirty="0">
                <a:solidFill>
                  <a:srgbClr val="29455B"/>
                </a:solidFill>
                <a:latin typeface="Open Sans"/>
                <a:ea typeface="Open Sans"/>
                <a:cs typeface="Open Sans"/>
                <a:sym typeface="Open Sans"/>
              </a:rPr>
              <a:t> </a:t>
            </a:r>
            <a:r>
              <a:rPr lang="en-US" sz="3214" b="0" i="0" u="none" strike="noStrike" cap="none" dirty="0" err="1">
                <a:solidFill>
                  <a:srgbClr val="29455B"/>
                </a:solidFill>
                <a:latin typeface="Open Sans"/>
                <a:ea typeface="Open Sans"/>
                <a:cs typeface="Open Sans"/>
                <a:sym typeface="Open Sans"/>
              </a:rPr>
              <a:t>pendapat</a:t>
            </a:r>
            <a:r>
              <a:rPr lang="en-US" sz="3214" b="0" i="0" u="none" strike="noStrike" cap="none" dirty="0">
                <a:solidFill>
                  <a:srgbClr val="29455B"/>
                </a:solidFill>
                <a:latin typeface="Open Sans"/>
                <a:ea typeface="Open Sans"/>
                <a:cs typeface="Open Sans"/>
                <a:sym typeface="Open Sans"/>
              </a:rPr>
              <a:t> dan </a:t>
            </a:r>
            <a:r>
              <a:rPr lang="en-US" sz="3214" b="0" i="0" u="none" strike="noStrike" cap="none" dirty="0" err="1">
                <a:solidFill>
                  <a:srgbClr val="29455B"/>
                </a:solidFill>
                <a:latin typeface="Open Sans"/>
                <a:ea typeface="Open Sans"/>
                <a:cs typeface="Open Sans"/>
                <a:sym typeface="Open Sans"/>
              </a:rPr>
              <a:t>tanggung</a:t>
            </a:r>
            <a:r>
              <a:rPr lang="en-US" sz="3214" b="0" i="0" u="none" strike="noStrike" cap="none" dirty="0">
                <a:solidFill>
                  <a:srgbClr val="29455B"/>
                </a:solidFill>
                <a:latin typeface="Open Sans"/>
                <a:ea typeface="Open Sans"/>
                <a:cs typeface="Open Sans"/>
                <a:sym typeface="Open Sans"/>
              </a:rPr>
              <a:t> </a:t>
            </a:r>
            <a:r>
              <a:rPr lang="en-US" sz="3214" b="0" i="0" u="none" strike="noStrike" cap="none" dirty="0" err="1">
                <a:solidFill>
                  <a:srgbClr val="29455B"/>
                </a:solidFill>
                <a:latin typeface="Open Sans"/>
                <a:ea typeface="Open Sans"/>
                <a:cs typeface="Open Sans"/>
                <a:sym typeface="Open Sans"/>
              </a:rPr>
              <a:t>jawab</a:t>
            </a:r>
            <a:r>
              <a:rPr lang="en-US" sz="3214" b="0" i="0" u="none" strike="noStrike" cap="none" dirty="0">
                <a:solidFill>
                  <a:srgbClr val="29455B"/>
                </a:solidFill>
                <a:latin typeface="Open Sans"/>
                <a:ea typeface="Open Sans"/>
                <a:cs typeface="Open Sans"/>
                <a:sym typeface="Open Sans"/>
              </a:rPr>
              <a:t>.</a:t>
            </a:r>
            <a:endParaRPr dirty="0"/>
          </a:p>
          <a:p>
            <a:pPr lvl="0" algn="just">
              <a:lnSpc>
                <a:spcPct val="140012"/>
              </a:lnSpc>
            </a:pPr>
            <a:r>
              <a:rPr lang="en-US" sz="3214" b="0" i="0" u="none" strike="noStrike" cap="none" dirty="0">
                <a:solidFill>
                  <a:srgbClr val="29455B"/>
                </a:solidFill>
                <a:latin typeface="Open Sans"/>
                <a:ea typeface="Open Sans"/>
                <a:cs typeface="Open Sans"/>
                <a:sym typeface="Open Sans"/>
              </a:rPr>
              <a:t>4. </a:t>
            </a:r>
            <a:r>
              <a:rPr lang="en-US" sz="3214" b="0" i="0" u="none" strike="noStrike" cap="none" dirty="0" err="1">
                <a:solidFill>
                  <a:srgbClr val="29455B"/>
                </a:solidFill>
                <a:latin typeface="Open Sans"/>
                <a:ea typeface="Open Sans"/>
                <a:cs typeface="Open Sans"/>
                <a:sym typeface="Open Sans"/>
              </a:rPr>
              <a:t>Peserta</a:t>
            </a:r>
            <a:r>
              <a:rPr lang="en-US" sz="3214" b="0" i="0" u="none" strike="noStrike" cap="none" dirty="0">
                <a:solidFill>
                  <a:srgbClr val="29455B"/>
                </a:solidFill>
                <a:latin typeface="Open Sans"/>
                <a:ea typeface="Open Sans"/>
                <a:cs typeface="Open Sans"/>
                <a:sym typeface="Open Sans"/>
              </a:rPr>
              <a:t> </a:t>
            </a:r>
            <a:r>
              <a:rPr lang="en-US" sz="3214" b="0" i="0" u="none" strike="noStrike" cap="none" dirty="0" err="1">
                <a:solidFill>
                  <a:srgbClr val="29455B"/>
                </a:solidFill>
                <a:latin typeface="Open Sans"/>
                <a:ea typeface="Open Sans"/>
                <a:cs typeface="Open Sans"/>
                <a:sym typeface="Open Sans"/>
              </a:rPr>
              <a:t>dapat</a:t>
            </a:r>
            <a:r>
              <a:rPr lang="en-US" sz="3214" b="0" i="0" u="none" strike="noStrike" cap="none" dirty="0">
                <a:solidFill>
                  <a:srgbClr val="29455B"/>
                </a:solidFill>
                <a:latin typeface="Open Sans"/>
                <a:ea typeface="Open Sans"/>
                <a:cs typeface="Open Sans"/>
                <a:sym typeface="Open Sans"/>
              </a:rPr>
              <a:t> </a:t>
            </a:r>
            <a:r>
              <a:rPr lang="en-US" sz="3214" b="0" i="0" u="none" strike="noStrike" cap="none" dirty="0" err="1">
                <a:solidFill>
                  <a:srgbClr val="29455B"/>
                </a:solidFill>
                <a:latin typeface="Open Sans"/>
                <a:ea typeface="Open Sans"/>
                <a:cs typeface="Open Sans"/>
                <a:sym typeface="Open Sans"/>
              </a:rPr>
              <a:t>memanajemen</a:t>
            </a:r>
            <a:r>
              <a:rPr lang="en-US" sz="3214" b="0" i="0" u="none" strike="noStrike" cap="none" dirty="0">
                <a:solidFill>
                  <a:srgbClr val="29455B"/>
                </a:solidFill>
                <a:latin typeface="Open Sans"/>
                <a:ea typeface="Open Sans"/>
                <a:cs typeface="Open Sans"/>
                <a:sym typeface="Open Sans"/>
              </a:rPr>
              <a:t> </a:t>
            </a:r>
            <a:r>
              <a:rPr lang="en-US" sz="3214" b="0" i="0" u="none" strike="noStrike" cap="none" dirty="0" err="1">
                <a:solidFill>
                  <a:srgbClr val="29455B"/>
                </a:solidFill>
                <a:latin typeface="Open Sans"/>
                <a:ea typeface="Open Sans"/>
                <a:cs typeface="Open Sans"/>
                <a:sym typeface="Open Sans"/>
              </a:rPr>
              <a:t>waktu</a:t>
            </a:r>
            <a:r>
              <a:rPr lang="en-US" sz="3214" b="0" i="0" u="none" strike="noStrike" cap="none" dirty="0">
                <a:solidFill>
                  <a:srgbClr val="29455B"/>
                </a:solidFill>
                <a:latin typeface="Open Sans"/>
                <a:ea typeface="Open Sans"/>
                <a:cs typeface="Open Sans"/>
                <a:sym typeface="Open Sans"/>
              </a:rPr>
              <a:t> dan </a:t>
            </a:r>
            <a:r>
              <a:rPr lang="en-US" sz="3214" b="0" i="0" u="none" strike="noStrike" cap="none" dirty="0" err="1">
                <a:solidFill>
                  <a:srgbClr val="29455B"/>
                </a:solidFill>
                <a:latin typeface="Open Sans"/>
                <a:ea typeface="Open Sans"/>
                <a:cs typeface="Open Sans"/>
                <a:sym typeface="Open Sans"/>
              </a:rPr>
              <a:t>kegiatan</a:t>
            </a:r>
            <a:endParaRPr dirty="0"/>
          </a:p>
          <a:p>
            <a:pPr marL="0" marR="0" lvl="0" indent="0" algn="just" rtl="0">
              <a:lnSpc>
                <a:spcPct val="140012"/>
              </a:lnSpc>
              <a:spcBef>
                <a:spcPts val="0"/>
              </a:spcBef>
              <a:spcAft>
                <a:spcPts val="0"/>
              </a:spcAft>
              <a:buNone/>
            </a:pPr>
            <a:r>
              <a:rPr lang="en-US" sz="3214" b="0" i="0" u="none" strike="noStrike" cap="none" dirty="0">
                <a:solidFill>
                  <a:srgbClr val="29455B"/>
                </a:solidFill>
                <a:latin typeface="Open Sans"/>
                <a:ea typeface="Open Sans"/>
                <a:cs typeface="Open Sans"/>
                <a:sym typeface="Open Sans"/>
              </a:rPr>
              <a:t>5. </a:t>
            </a:r>
            <a:r>
              <a:rPr lang="en-US" sz="3214" b="0" i="0" u="none" strike="noStrike" cap="none" dirty="0" err="1">
                <a:solidFill>
                  <a:srgbClr val="29455B"/>
                </a:solidFill>
                <a:latin typeface="Open Sans"/>
                <a:ea typeface="Open Sans"/>
                <a:cs typeface="Open Sans"/>
                <a:sym typeface="Open Sans"/>
              </a:rPr>
              <a:t>Peserta</a:t>
            </a:r>
            <a:r>
              <a:rPr lang="en-US" sz="3214" b="0" i="0" u="none" strike="noStrike" cap="none" dirty="0">
                <a:solidFill>
                  <a:srgbClr val="29455B"/>
                </a:solidFill>
                <a:latin typeface="Open Sans"/>
                <a:ea typeface="Open Sans"/>
                <a:cs typeface="Open Sans"/>
                <a:sym typeface="Open Sans"/>
              </a:rPr>
              <a:t> </a:t>
            </a:r>
            <a:r>
              <a:rPr lang="en-US" sz="3214" b="0" i="0" u="none" strike="noStrike" cap="none" dirty="0" err="1">
                <a:solidFill>
                  <a:srgbClr val="29455B"/>
                </a:solidFill>
                <a:latin typeface="Open Sans"/>
                <a:ea typeface="Open Sans"/>
                <a:cs typeface="Open Sans"/>
                <a:sym typeface="Open Sans"/>
              </a:rPr>
              <a:t>mengenal</a:t>
            </a:r>
            <a:r>
              <a:rPr lang="en-US" sz="3214" b="0" i="0" u="none" strike="noStrike" cap="none" dirty="0">
                <a:solidFill>
                  <a:srgbClr val="29455B"/>
                </a:solidFill>
                <a:latin typeface="Open Sans"/>
                <a:ea typeface="Open Sans"/>
                <a:cs typeface="Open Sans"/>
                <a:sym typeface="Open Sans"/>
              </a:rPr>
              <a:t> </a:t>
            </a:r>
            <a:r>
              <a:rPr lang="en-US" sz="3214" b="0" i="0" u="none" strike="noStrike" cap="none" dirty="0" err="1">
                <a:solidFill>
                  <a:srgbClr val="29455B"/>
                </a:solidFill>
                <a:latin typeface="Open Sans"/>
                <a:ea typeface="Open Sans"/>
                <a:cs typeface="Open Sans"/>
                <a:sym typeface="Open Sans"/>
              </a:rPr>
              <a:t>lebih</a:t>
            </a:r>
            <a:r>
              <a:rPr lang="en-US" sz="3214" b="0" i="0" u="none" strike="noStrike" cap="none" dirty="0">
                <a:solidFill>
                  <a:srgbClr val="29455B"/>
                </a:solidFill>
                <a:latin typeface="Open Sans"/>
                <a:ea typeface="Open Sans"/>
                <a:cs typeface="Open Sans"/>
                <a:sym typeface="Open Sans"/>
              </a:rPr>
              <a:t> </a:t>
            </a:r>
            <a:r>
              <a:rPr lang="en-US" sz="3214" b="0" i="0" u="none" strike="noStrike" cap="none" dirty="0" err="1">
                <a:solidFill>
                  <a:srgbClr val="29455B"/>
                </a:solidFill>
                <a:latin typeface="Open Sans"/>
                <a:ea typeface="Open Sans"/>
                <a:cs typeface="Open Sans"/>
                <a:sym typeface="Open Sans"/>
              </a:rPr>
              <a:t>dekat</a:t>
            </a:r>
            <a:r>
              <a:rPr lang="en-US" sz="3214" b="0" i="0" u="none" strike="noStrike" cap="none" dirty="0">
                <a:solidFill>
                  <a:srgbClr val="29455B"/>
                </a:solidFill>
                <a:latin typeface="Open Sans"/>
                <a:ea typeface="Open Sans"/>
                <a:cs typeface="Open Sans"/>
                <a:sym typeface="Open Sans"/>
              </a:rPr>
              <a:t> para </a:t>
            </a:r>
            <a:r>
              <a:rPr lang="en-US" sz="3214" b="0" i="0" u="none" strike="noStrike" cap="none" dirty="0" err="1">
                <a:solidFill>
                  <a:srgbClr val="29455B"/>
                </a:solidFill>
                <a:latin typeface="Open Sans"/>
                <a:ea typeface="Open Sans"/>
                <a:cs typeface="Open Sans"/>
                <a:sym typeface="Open Sans"/>
              </a:rPr>
              <a:t>pengurus</a:t>
            </a:r>
            <a:r>
              <a:rPr lang="en-US" sz="3214" b="0" i="0" u="none" strike="noStrike" cap="none" dirty="0">
                <a:solidFill>
                  <a:srgbClr val="29455B"/>
                </a:solidFill>
                <a:latin typeface="Open Sans"/>
                <a:ea typeface="Open Sans"/>
                <a:cs typeface="Open Sans"/>
                <a:sym typeface="Open Sans"/>
              </a:rPr>
              <a:t> HIMATIF </a:t>
            </a:r>
            <a:endParaRPr dirty="0"/>
          </a:p>
          <a:p>
            <a:pPr marL="0" marR="0" lvl="0" indent="0" algn="just" rtl="0">
              <a:lnSpc>
                <a:spcPct val="140000"/>
              </a:lnSpc>
              <a:spcBef>
                <a:spcPts val="0"/>
              </a:spcBef>
              <a:spcAft>
                <a:spcPts val="0"/>
              </a:spcAft>
              <a:buNone/>
            </a:pPr>
            <a:endParaRPr dirty="0"/>
          </a:p>
        </p:txBody>
      </p:sp>
      <p:cxnSp>
        <p:nvCxnSpPr>
          <p:cNvPr id="320" name="Google Shape;320;p10"/>
          <p:cNvCxnSpPr/>
          <p:nvPr/>
        </p:nvCxnSpPr>
        <p:spPr>
          <a:xfrm>
            <a:off x="1089320" y="2542448"/>
            <a:ext cx="3482680" cy="0"/>
          </a:xfrm>
          <a:prstGeom prst="straightConnector1">
            <a:avLst/>
          </a:prstGeom>
          <a:noFill/>
          <a:ln w="38100" cap="rnd" cmpd="sng">
            <a:solidFill>
              <a:srgbClr val="EF8126"/>
            </a:solidFill>
            <a:prstDash val="solid"/>
            <a:round/>
            <a:headEnd type="none" w="sm" len="sm"/>
            <a:tailEnd type="none" w="sm" len="sm"/>
          </a:ln>
        </p:spPr>
      </p:cxnSp>
      <p:cxnSp>
        <p:nvCxnSpPr>
          <p:cNvPr id="321" name="Google Shape;321;p10"/>
          <p:cNvCxnSpPr/>
          <p:nvPr/>
        </p:nvCxnSpPr>
        <p:spPr>
          <a:xfrm>
            <a:off x="1089320" y="2628173"/>
            <a:ext cx="3482680" cy="0"/>
          </a:xfrm>
          <a:prstGeom prst="straightConnector1">
            <a:avLst/>
          </a:prstGeom>
          <a:noFill/>
          <a:ln w="38100" cap="rnd" cmpd="sng">
            <a:solidFill>
              <a:srgbClr val="EF8126"/>
            </a:solidFill>
            <a:prstDash val="solid"/>
            <a:round/>
            <a:headEnd type="none" w="sm" len="sm"/>
            <a:tailEnd type="none" w="sm" len="sm"/>
          </a:ln>
        </p:spPr>
      </p:cxnSp>
      <p:sp>
        <p:nvSpPr>
          <p:cNvPr id="322" name="Google Shape;322;p10"/>
          <p:cNvSpPr/>
          <p:nvPr/>
        </p:nvSpPr>
        <p:spPr>
          <a:xfrm>
            <a:off x="13302173" y="-984116"/>
            <a:ext cx="3139599" cy="3116766"/>
          </a:xfrm>
          <a:custGeom>
            <a:avLst/>
            <a:gdLst/>
            <a:ahLst/>
            <a:cxnLst/>
            <a:rect l="l" t="t" r="r" b="b"/>
            <a:pathLst>
              <a:path w="3139599" h="3116766" extrusionOk="0">
                <a:moveTo>
                  <a:pt x="0" y="0"/>
                </a:moveTo>
                <a:lnTo>
                  <a:pt x="3139599" y="0"/>
                </a:lnTo>
                <a:lnTo>
                  <a:pt x="3139599" y="3116766"/>
                </a:lnTo>
                <a:lnTo>
                  <a:pt x="0" y="3116766"/>
                </a:lnTo>
                <a:lnTo>
                  <a:pt x="0" y="0"/>
                </a:lnTo>
                <a:close/>
              </a:path>
            </a:pathLst>
          </a:custGeom>
          <a:blipFill rotWithShape="1">
            <a:blip r:embed="rId5">
              <a:alphaModFix/>
            </a:blip>
            <a:stretch>
              <a:fillRect/>
            </a:stretch>
          </a:blipFill>
          <a:ln>
            <a:noFill/>
          </a:ln>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80"/>
        <p:cNvGrpSpPr/>
        <p:nvPr/>
      </p:nvGrpSpPr>
      <p:grpSpPr>
        <a:xfrm>
          <a:off x="0" y="0"/>
          <a:ext cx="0" cy="0"/>
          <a:chOff x="0" y="0"/>
          <a:chExt cx="0" cy="0"/>
        </a:xfrm>
      </p:grpSpPr>
      <p:sp>
        <p:nvSpPr>
          <p:cNvPr id="381" name="Google Shape;381;p12"/>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16609" b="-16608"/>
            </a:stretch>
          </a:blipFill>
          <a:ln>
            <a:noFill/>
          </a:ln>
        </p:spPr>
      </p:sp>
      <p:sp>
        <p:nvSpPr>
          <p:cNvPr id="382" name="Google Shape;382;p12"/>
          <p:cNvSpPr txBox="1"/>
          <p:nvPr/>
        </p:nvSpPr>
        <p:spPr>
          <a:xfrm>
            <a:off x="1009650" y="1378746"/>
            <a:ext cx="7659255" cy="1201802"/>
          </a:xfrm>
          <a:prstGeom prst="rect">
            <a:avLst/>
          </a:prstGeom>
          <a:noFill/>
          <a:ln>
            <a:noFill/>
          </a:ln>
        </p:spPr>
        <p:txBody>
          <a:bodyPr spcFirstLastPara="1" wrap="square" lIns="0" tIns="0" rIns="0" bIns="0" anchor="t" anchorCtr="0">
            <a:spAutoFit/>
          </a:bodyPr>
          <a:lstStyle/>
          <a:p>
            <a:pPr marL="0" marR="0" lvl="0" indent="0" algn="l" rtl="0">
              <a:lnSpc>
                <a:spcPct val="103000"/>
              </a:lnSpc>
              <a:spcBef>
                <a:spcPts val="0"/>
              </a:spcBef>
              <a:spcAft>
                <a:spcPts val="0"/>
              </a:spcAft>
              <a:buNone/>
            </a:pPr>
            <a:r>
              <a:rPr lang="en-US" sz="8900" b="1" i="0" u="none" strike="noStrike" cap="none">
                <a:solidFill>
                  <a:srgbClr val="29455B"/>
                </a:solidFill>
                <a:latin typeface="Arial"/>
                <a:ea typeface="Arial"/>
                <a:cs typeface="Arial"/>
                <a:sym typeface="Arial"/>
              </a:rPr>
              <a:t>LKMM-D</a:t>
            </a:r>
            <a:endParaRPr/>
          </a:p>
        </p:txBody>
      </p:sp>
      <p:grpSp>
        <p:nvGrpSpPr>
          <p:cNvPr id="383" name="Google Shape;383;p12"/>
          <p:cNvGrpSpPr/>
          <p:nvPr/>
        </p:nvGrpSpPr>
        <p:grpSpPr>
          <a:xfrm>
            <a:off x="0" y="-73983"/>
            <a:ext cx="9144000" cy="648250"/>
            <a:chOff x="0" y="-38100"/>
            <a:chExt cx="3513414" cy="249078"/>
          </a:xfrm>
        </p:grpSpPr>
        <p:sp>
          <p:nvSpPr>
            <p:cNvPr id="384" name="Google Shape;384;p12"/>
            <p:cNvSpPr/>
            <p:nvPr/>
          </p:nvSpPr>
          <p:spPr>
            <a:xfrm>
              <a:off x="0" y="0"/>
              <a:ext cx="3513414" cy="210978"/>
            </a:xfrm>
            <a:custGeom>
              <a:avLst/>
              <a:gdLst/>
              <a:ahLst/>
              <a:cxnLst/>
              <a:rect l="l" t="t" r="r" b="b"/>
              <a:pathLst>
                <a:path w="3513414" h="210978" extrusionOk="0">
                  <a:moveTo>
                    <a:pt x="0" y="0"/>
                  </a:moveTo>
                  <a:lnTo>
                    <a:pt x="3513414" y="0"/>
                  </a:lnTo>
                  <a:lnTo>
                    <a:pt x="3513414" y="210978"/>
                  </a:lnTo>
                  <a:lnTo>
                    <a:pt x="0" y="210978"/>
                  </a:lnTo>
                  <a:close/>
                </a:path>
              </a:pathLst>
            </a:custGeom>
            <a:solidFill>
              <a:srgbClr val="FCB50F"/>
            </a:solidFill>
            <a:ln>
              <a:noFill/>
            </a:ln>
          </p:spPr>
        </p:sp>
        <p:sp>
          <p:nvSpPr>
            <p:cNvPr id="385" name="Google Shape;385;p12"/>
            <p:cNvSpPr txBox="1"/>
            <p:nvPr/>
          </p:nvSpPr>
          <p:spPr>
            <a:xfrm>
              <a:off x="0" y="-38100"/>
              <a:ext cx="3513414" cy="249078"/>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86" name="Google Shape;386;p12"/>
          <p:cNvGrpSpPr/>
          <p:nvPr/>
        </p:nvGrpSpPr>
        <p:grpSpPr>
          <a:xfrm>
            <a:off x="9144000" y="9638750"/>
            <a:ext cx="9144000" cy="648250"/>
            <a:chOff x="0" y="-38100"/>
            <a:chExt cx="3513414" cy="249078"/>
          </a:xfrm>
        </p:grpSpPr>
        <p:sp>
          <p:nvSpPr>
            <p:cNvPr id="387" name="Google Shape;387;p12"/>
            <p:cNvSpPr/>
            <p:nvPr/>
          </p:nvSpPr>
          <p:spPr>
            <a:xfrm>
              <a:off x="0" y="0"/>
              <a:ext cx="3513414" cy="210978"/>
            </a:xfrm>
            <a:custGeom>
              <a:avLst/>
              <a:gdLst/>
              <a:ahLst/>
              <a:cxnLst/>
              <a:rect l="l" t="t" r="r" b="b"/>
              <a:pathLst>
                <a:path w="3513414" h="210978" extrusionOk="0">
                  <a:moveTo>
                    <a:pt x="0" y="0"/>
                  </a:moveTo>
                  <a:lnTo>
                    <a:pt x="3513414" y="0"/>
                  </a:lnTo>
                  <a:lnTo>
                    <a:pt x="3513414" y="210978"/>
                  </a:lnTo>
                  <a:lnTo>
                    <a:pt x="0" y="210978"/>
                  </a:lnTo>
                  <a:close/>
                </a:path>
              </a:pathLst>
            </a:custGeom>
            <a:solidFill>
              <a:srgbClr val="FCB50F"/>
            </a:solidFill>
            <a:ln>
              <a:noFill/>
            </a:ln>
          </p:spPr>
        </p:sp>
        <p:sp>
          <p:nvSpPr>
            <p:cNvPr id="388" name="Google Shape;388;p12"/>
            <p:cNvSpPr txBox="1"/>
            <p:nvPr/>
          </p:nvSpPr>
          <p:spPr>
            <a:xfrm>
              <a:off x="0" y="-38100"/>
              <a:ext cx="3513414" cy="249078"/>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389" name="Google Shape;389;p12"/>
          <p:cNvSpPr/>
          <p:nvPr/>
        </p:nvSpPr>
        <p:spPr>
          <a:xfrm rot="10800000" flipH="1">
            <a:off x="15098176" y="25176"/>
            <a:ext cx="3189824" cy="3267046"/>
          </a:xfrm>
          <a:custGeom>
            <a:avLst/>
            <a:gdLst/>
            <a:ahLst/>
            <a:cxnLst/>
            <a:rect l="l" t="t" r="r" b="b"/>
            <a:pathLst>
              <a:path w="3189824" h="3267046" extrusionOk="0">
                <a:moveTo>
                  <a:pt x="0" y="3267045"/>
                </a:moveTo>
                <a:lnTo>
                  <a:pt x="3189824" y="3267045"/>
                </a:lnTo>
                <a:lnTo>
                  <a:pt x="3189824" y="0"/>
                </a:lnTo>
                <a:lnTo>
                  <a:pt x="0" y="0"/>
                </a:lnTo>
                <a:lnTo>
                  <a:pt x="0" y="3267045"/>
                </a:lnTo>
                <a:close/>
              </a:path>
            </a:pathLst>
          </a:custGeom>
          <a:blipFill rotWithShape="1">
            <a:blip r:embed="rId4">
              <a:alphaModFix/>
            </a:blip>
            <a:stretch>
              <a:fillRect/>
            </a:stretch>
          </a:blipFill>
          <a:ln>
            <a:noFill/>
          </a:ln>
        </p:spPr>
      </p:sp>
      <p:grpSp>
        <p:nvGrpSpPr>
          <p:cNvPr id="390" name="Google Shape;390;p12"/>
          <p:cNvGrpSpPr/>
          <p:nvPr/>
        </p:nvGrpSpPr>
        <p:grpSpPr>
          <a:xfrm>
            <a:off x="1028700" y="3059981"/>
            <a:ext cx="8266800" cy="695937"/>
            <a:chOff x="0" y="-38100"/>
            <a:chExt cx="2935609" cy="267401"/>
          </a:xfrm>
        </p:grpSpPr>
        <p:sp>
          <p:nvSpPr>
            <p:cNvPr id="391" name="Google Shape;391;p12"/>
            <p:cNvSpPr/>
            <p:nvPr/>
          </p:nvSpPr>
          <p:spPr>
            <a:xfrm>
              <a:off x="0" y="0"/>
              <a:ext cx="2935609" cy="229301"/>
            </a:xfrm>
            <a:custGeom>
              <a:avLst/>
              <a:gdLst/>
              <a:ahLst/>
              <a:cxnLst/>
              <a:rect l="l" t="t" r="r" b="b"/>
              <a:pathLst>
                <a:path w="2935609" h="229301" extrusionOk="0">
                  <a:moveTo>
                    <a:pt x="16213" y="0"/>
                  </a:moveTo>
                  <a:lnTo>
                    <a:pt x="2919396" y="0"/>
                  </a:lnTo>
                  <a:cubicBezTo>
                    <a:pt x="2928350" y="0"/>
                    <a:pt x="2935609" y="7259"/>
                    <a:pt x="2935609" y="16213"/>
                  </a:cubicBezTo>
                  <a:lnTo>
                    <a:pt x="2935609" y="213088"/>
                  </a:lnTo>
                  <a:cubicBezTo>
                    <a:pt x="2935609" y="217388"/>
                    <a:pt x="2933900" y="221512"/>
                    <a:pt x="2930860" y="224552"/>
                  </a:cubicBezTo>
                  <a:cubicBezTo>
                    <a:pt x="2927819" y="227593"/>
                    <a:pt x="2923696" y="229301"/>
                    <a:pt x="2919396" y="229301"/>
                  </a:cubicBezTo>
                  <a:lnTo>
                    <a:pt x="16213" y="229301"/>
                  </a:lnTo>
                  <a:cubicBezTo>
                    <a:pt x="11913" y="229301"/>
                    <a:pt x="7789" y="227593"/>
                    <a:pt x="4749" y="224552"/>
                  </a:cubicBezTo>
                  <a:cubicBezTo>
                    <a:pt x="1708" y="221512"/>
                    <a:pt x="0" y="217388"/>
                    <a:pt x="0" y="213088"/>
                  </a:cubicBezTo>
                  <a:lnTo>
                    <a:pt x="0" y="16213"/>
                  </a:lnTo>
                  <a:cubicBezTo>
                    <a:pt x="0" y="11913"/>
                    <a:pt x="1708" y="7789"/>
                    <a:pt x="4749" y="4749"/>
                  </a:cubicBezTo>
                  <a:cubicBezTo>
                    <a:pt x="7789" y="1708"/>
                    <a:pt x="11913" y="0"/>
                    <a:pt x="16213" y="0"/>
                  </a:cubicBezTo>
                  <a:close/>
                </a:path>
              </a:pathLst>
            </a:custGeom>
            <a:solidFill>
              <a:srgbClr val="2945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12"/>
            <p:cNvSpPr txBox="1"/>
            <p:nvPr/>
          </p:nvSpPr>
          <p:spPr>
            <a:xfrm>
              <a:off x="0" y="-38100"/>
              <a:ext cx="2935609" cy="267401"/>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393" name="Google Shape;393;p12"/>
          <p:cNvSpPr txBox="1"/>
          <p:nvPr/>
        </p:nvSpPr>
        <p:spPr>
          <a:xfrm>
            <a:off x="1321998" y="3108204"/>
            <a:ext cx="9503291" cy="732316"/>
          </a:xfrm>
          <a:prstGeom prst="rect">
            <a:avLst/>
          </a:prstGeom>
          <a:noFill/>
          <a:ln>
            <a:noFill/>
          </a:ln>
        </p:spPr>
        <p:txBody>
          <a:bodyPr spcFirstLastPara="1" wrap="square" lIns="0" tIns="0" rIns="0" bIns="0" anchor="t" anchorCtr="0">
            <a:spAutoFit/>
          </a:bodyPr>
          <a:lstStyle/>
          <a:p>
            <a:pPr marL="0" marR="0" lvl="0" indent="0" algn="l" rtl="0">
              <a:lnSpc>
                <a:spcPct val="140011"/>
              </a:lnSpc>
              <a:spcBef>
                <a:spcPts val="0"/>
              </a:spcBef>
              <a:spcAft>
                <a:spcPts val="0"/>
              </a:spcAft>
              <a:buNone/>
            </a:pPr>
            <a:r>
              <a:rPr lang="en-US" sz="3399" b="1" i="0" u="none" strike="noStrike" cap="none" dirty="0" err="1">
                <a:solidFill>
                  <a:srgbClr val="F9EEE1"/>
                </a:solidFill>
                <a:latin typeface="Open Sans"/>
                <a:ea typeface="Open Sans"/>
                <a:cs typeface="Open Sans"/>
                <a:sym typeface="Open Sans"/>
              </a:rPr>
              <a:t>Pelaksanaan</a:t>
            </a:r>
            <a:r>
              <a:rPr lang="en-US" sz="3399" b="1" i="0" u="none" strike="noStrike" cap="none" dirty="0">
                <a:solidFill>
                  <a:srgbClr val="F9EEE1"/>
                </a:solidFill>
                <a:latin typeface="Open Sans"/>
                <a:ea typeface="Open Sans"/>
                <a:cs typeface="Open Sans"/>
                <a:sym typeface="Open Sans"/>
              </a:rPr>
              <a:t> </a:t>
            </a:r>
            <a:r>
              <a:rPr lang="en-US" sz="3399" b="1" i="0" u="none" strike="noStrike" cap="none" dirty="0" err="1">
                <a:solidFill>
                  <a:srgbClr val="F9EEE1"/>
                </a:solidFill>
                <a:latin typeface="Open Sans"/>
                <a:ea typeface="Open Sans"/>
                <a:cs typeface="Open Sans"/>
                <a:sym typeface="Open Sans"/>
              </a:rPr>
              <a:t>Kegiatan</a:t>
            </a:r>
            <a:r>
              <a:rPr lang="en-US" sz="3399" b="1" i="0" u="none" strike="noStrike" cap="none" dirty="0">
                <a:solidFill>
                  <a:srgbClr val="F9EEE1"/>
                </a:solidFill>
                <a:latin typeface="Open Sans"/>
                <a:ea typeface="Open Sans"/>
                <a:cs typeface="Open Sans"/>
                <a:sym typeface="Open Sans"/>
              </a:rPr>
              <a:t> </a:t>
            </a:r>
            <a:r>
              <a:rPr lang="en-US" sz="3399" b="1" i="0" u="none" strike="noStrike" cap="none" dirty="0" err="1">
                <a:solidFill>
                  <a:srgbClr val="F9EEE1"/>
                </a:solidFill>
                <a:latin typeface="Open Sans"/>
                <a:ea typeface="Open Sans"/>
                <a:cs typeface="Open Sans"/>
                <a:sym typeface="Open Sans"/>
              </a:rPr>
              <a:t>hari</a:t>
            </a:r>
            <a:r>
              <a:rPr lang="en-US" sz="3399" b="1" i="0" u="none" strike="noStrike" cap="none" dirty="0">
                <a:solidFill>
                  <a:srgbClr val="F9EEE1"/>
                </a:solidFill>
                <a:latin typeface="Open Sans"/>
                <a:ea typeface="Open Sans"/>
                <a:cs typeface="Open Sans"/>
                <a:sym typeface="Open Sans"/>
              </a:rPr>
              <a:t> </a:t>
            </a:r>
            <a:r>
              <a:rPr lang="en-US" sz="3399" b="1" i="0" u="none" strike="noStrike" cap="none" dirty="0" err="1">
                <a:solidFill>
                  <a:srgbClr val="F9EEE1"/>
                </a:solidFill>
                <a:latin typeface="Open Sans"/>
                <a:ea typeface="Open Sans"/>
                <a:cs typeface="Open Sans"/>
                <a:sym typeface="Open Sans"/>
              </a:rPr>
              <a:t>pertama</a:t>
            </a:r>
            <a:endParaRPr dirty="0"/>
          </a:p>
        </p:txBody>
      </p:sp>
      <p:cxnSp>
        <p:nvCxnSpPr>
          <p:cNvPr id="394" name="Google Shape;394;p12"/>
          <p:cNvCxnSpPr/>
          <p:nvPr/>
        </p:nvCxnSpPr>
        <p:spPr>
          <a:xfrm>
            <a:off x="1089320" y="2542448"/>
            <a:ext cx="3482680" cy="0"/>
          </a:xfrm>
          <a:prstGeom prst="straightConnector1">
            <a:avLst/>
          </a:prstGeom>
          <a:noFill/>
          <a:ln w="38100" cap="rnd" cmpd="sng">
            <a:solidFill>
              <a:srgbClr val="EF8126"/>
            </a:solidFill>
            <a:prstDash val="solid"/>
            <a:round/>
            <a:headEnd type="none" w="sm" len="sm"/>
            <a:tailEnd type="none" w="sm" len="sm"/>
          </a:ln>
        </p:spPr>
      </p:cxnSp>
      <p:cxnSp>
        <p:nvCxnSpPr>
          <p:cNvPr id="395" name="Google Shape;395;p12"/>
          <p:cNvCxnSpPr/>
          <p:nvPr/>
        </p:nvCxnSpPr>
        <p:spPr>
          <a:xfrm>
            <a:off x="1089320" y="2628173"/>
            <a:ext cx="3482680" cy="0"/>
          </a:xfrm>
          <a:prstGeom prst="straightConnector1">
            <a:avLst/>
          </a:prstGeom>
          <a:noFill/>
          <a:ln w="38100" cap="rnd" cmpd="sng">
            <a:solidFill>
              <a:srgbClr val="EF8126"/>
            </a:solidFill>
            <a:prstDash val="solid"/>
            <a:round/>
            <a:headEnd type="none" w="sm" len="sm"/>
            <a:tailEnd type="none" w="sm" len="sm"/>
          </a:ln>
        </p:spPr>
      </p:cxnSp>
      <p:sp>
        <p:nvSpPr>
          <p:cNvPr id="396" name="Google Shape;396;p12"/>
          <p:cNvSpPr/>
          <p:nvPr/>
        </p:nvSpPr>
        <p:spPr>
          <a:xfrm>
            <a:off x="13302173" y="-984116"/>
            <a:ext cx="3139599" cy="3116766"/>
          </a:xfrm>
          <a:custGeom>
            <a:avLst/>
            <a:gdLst/>
            <a:ahLst/>
            <a:cxnLst/>
            <a:rect l="l" t="t" r="r" b="b"/>
            <a:pathLst>
              <a:path w="3139599" h="3116766" extrusionOk="0">
                <a:moveTo>
                  <a:pt x="0" y="0"/>
                </a:moveTo>
                <a:lnTo>
                  <a:pt x="3139599" y="0"/>
                </a:lnTo>
                <a:lnTo>
                  <a:pt x="3139599" y="3116766"/>
                </a:lnTo>
                <a:lnTo>
                  <a:pt x="0" y="3116766"/>
                </a:lnTo>
                <a:lnTo>
                  <a:pt x="0" y="0"/>
                </a:lnTo>
                <a:close/>
              </a:path>
            </a:pathLst>
          </a:custGeom>
          <a:blipFill rotWithShape="1">
            <a:blip r:embed="rId5">
              <a:alphaModFix/>
            </a:blip>
            <a:stretch>
              <a:fillRect/>
            </a:stretch>
          </a:blipFill>
          <a:ln>
            <a:noFill/>
          </a:ln>
        </p:spPr>
      </p:sp>
      <p:grpSp>
        <p:nvGrpSpPr>
          <p:cNvPr id="397" name="Google Shape;397;p12"/>
          <p:cNvGrpSpPr/>
          <p:nvPr/>
        </p:nvGrpSpPr>
        <p:grpSpPr>
          <a:xfrm>
            <a:off x="1463809" y="4243296"/>
            <a:ext cx="6971960" cy="2493591"/>
            <a:chOff x="0" y="-38100"/>
            <a:chExt cx="4200676" cy="1502414"/>
          </a:xfrm>
        </p:grpSpPr>
        <p:sp>
          <p:nvSpPr>
            <p:cNvPr id="398" name="Google Shape;398;p12"/>
            <p:cNvSpPr/>
            <p:nvPr/>
          </p:nvSpPr>
          <p:spPr>
            <a:xfrm>
              <a:off x="0" y="0"/>
              <a:ext cx="4200676" cy="1464314"/>
            </a:xfrm>
            <a:custGeom>
              <a:avLst/>
              <a:gdLst/>
              <a:ahLst/>
              <a:cxnLst/>
              <a:rect l="l" t="t" r="r" b="b"/>
              <a:pathLst>
                <a:path w="4200676" h="1464314" extrusionOk="0">
                  <a:moveTo>
                    <a:pt x="75510" y="0"/>
                  </a:moveTo>
                  <a:lnTo>
                    <a:pt x="4125166" y="0"/>
                  </a:lnTo>
                  <a:cubicBezTo>
                    <a:pt x="4145193" y="0"/>
                    <a:pt x="4164399" y="7955"/>
                    <a:pt x="4178560" y="22116"/>
                  </a:cubicBezTo>
                  <a:cubicBezTo>
                    <a:pt x="4192721" y="36277"/>
                    <a:pt x="4200676" y="55483"/>
                    <a:pt x="4200676" y="75510"/>
                  </a:cubicBezTo>
                  <a:lnTo>
                    <a:pt x="4200676" y="1388804"/>
                  </a:lnTo>
                  <a:cubicBezTo>
                    <a:pt x="4200676" y="1430507"/>
                    <a:pt x="4166869" y="1464314"/>
                    <a:pt x="4125166" y="1464314"/>
                  </a:cubicBezTo>
                  <a:lnTo>
                    <a:pt x="75510" y="1464314"/>
                  </a:lnTo>
                  <a:cubicBezTo>
                    <a:pt x="33807" y="1464314"/>
                    <a:pt x="0" y="1430507"/>
                    <a:pt x="0" y="1388804"/>
                  </a:cubicBezTo>
                  <a:lnTo>
                    <a:pt x="0" y="75510"/>
                  </a:lnTo>
                  <a:cubicBezTo>
                    <a:pt x="0" y="33807"/>
                    <a:pt x="33807" y="0"/>
                    <a:pt x="75510" y="0"/>
                  </a:cubicBezTo>
                  <a:close/>
                </a:path>
              </a:pathLst>
            </a:custGeom>
            <a:solidFill>
              <a:srgbClr val="FCB50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99;p12"/>
            <p:cNvSpPr txBox="1"/>
            <p:nvPr/>
          </p:nvSpPr>
          <p:spPr>
            <a:xfrm>
              <a:off x="0" y="-38100"/>
              <a:ext cx="4200676" cy="1502414"/>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00" name="Google Shape;400;p12"/>
          <p:cNvGrpSpPr/>
          <p:nvPr/>
        </p:nvGrpSpPr>
        <p:grpSpPr>
          <a:xfrm>
            <a:off x="1637968" y="4157966"/>
            <a:ext cx="6946860" cy="2489814"/>
            <a:chOff x="0" y="-38100"/>
            <a:chExt cx="4185553" cy="1500138"/>
          </a:xfrm>
        </p:grpSpPr>
        <p:sp>
          <p:nvSpPr>
            <p:cNvPr id="401" name="Google Shape;401;p12"/>
            <p:cNvSpPr/>
            <p:nvPr/>
          </p:nvSpPr>
          <p:spPr>
            <a:xfrm>
              <a:off x="0" y="0"/>
              <a:ext cx="4185553" cy="1462038"/>
            </a:xfrm>
            <a:custGeom>
              <a:avLst/>
              <a:gdLst/>
              <a:ahLst/>
              <a:cxnLst/>
              <a:rect l="l" t="t" r="r" b="b"/>
              <a:pathLst>
                <a:path w="4185553" h="1462038" extrusionOk="0">
                  <a:moveTo>
                    <a:pt x="75783" y="0"/>
                  </a:moveTo>
                  <a:lnTo>
                    <a:pt x="4109770" y="0"/>
                  </a:lnTo>
                  <a:cubicBezTo>
                    <a:pt x="4129869" y="0"/>
                    <a:pt x="4149145" y="7984"/>
                    <a:pt x="4163357" y="22196"/>
                  </a:cubicBezTo>
                  <a:cubicBezTo>
                    <a:pt x="4177569" y="36408"/>
                    <a:pt x="4185553" y="55684"/>
                    <a:pt x="4185553" y="75783"/>
                  </a:cubicBezTo>
                  <a:lnTo>
                    <a:pt x="4185553" y="1386256"/>
                  </a:lnTo>
                  <a:cubicBezTo>
                    <a:pt x="4185553" y="1428109"/>
                    <a:pt x="4151624" y="1462038"/>
                    <a:pt x="4109770" y="1462038"/>
                  </a:cubicBezTo>
                  <a:lnTo>
                    <a:pt x="75783" y="1462038"/>
                  </a:lnTo>
                  <a:cubicBezTo>
                    <a:pt x="33929" y="1462038"/>
                    <a:pt x="0" y="1428109"/>
                    <a:pt x="0" y="1386256"/>
                  </a:cubicBezTo>
                  <a:lnTo>
                    <a:pt x="0" y="75783"/>
                  </a:lnTo>
                  <a:cubicBezTo>
                    <a:pt x="0" y="55684"/>
                    <a:pt x="7984" y="36408"/>
                    <a:pt x="22196" y="22196"/>
                  </a:cubicBezTo>
                  <a:cubicBezTo>
                    <a:pt x="36408" y="7984"/>
                    <a:pt x="55684" y="0"/>
                    <a:pt x="75783" y="0"/>
                  </a:cubicBezTo>
                  <a:close/>
                </a:path>
              </a:pathLst>
            </a:custGeom>
            <a:solidFill>
              <a:srgbClr val="2945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12"/>
            <p:cNvSpPr txBox="1"/>
            <p:nvPr/>
          </p:nvSpPr>
          <p:spPr>
            <a:xfrm>
              <a:off x="0" y="-38100"/>
              <a:ext cx="4185553" cy="1500138"/>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403" name="Google Shape;403;p12"/>
          <p:cNvSpPr/>
          <p:nvPr/>
        </p:nvSpPr>
        <p:spPr>
          <a:xfrm rot="5400000" flipH="1">
            <a:off x="39160" y="8086720"/>
            <a:ext cx="1795277" cy="2605283"/>
          </a:xfrm>
          <a:custGeom>
            <a:avLst/>
            <a:gdLst/>
            <a:ahLst/>
            <a:cxnLst/>
            <a:rect l="l" t="t" r="r" b="b"/>
            <a:pathLst>
              <a:path w="1795277" h="2605283" extrusionOk="0">
                <a:moveTo>
                  <a:pt x="1795277" y="0"/>
                </a:moveTo>
                <a:lnTo>
                  <a:pt x="0" y="0"/>
                </a:lnTo>
                <a:lnTo>
                  <a:pt x="0" y="2605283"/>
                </a:lnTo>
                <a:lnTo>
                  <a:pt x="1795277" y="2605283"/>
                </a:lnTo>
                <a:lnTo>
                  <a:pt x="1795277" y="0"/>
                </a:lnTo>
                <a:close/>
              </a:path>
            </a:pathLst>
          </a:custGeom>
          <a:blipFill rotWithShape="1">
            <a:blip r:embed="rId6">
              <a:alphaModFix/>
            </a:blip>
            <a:stretch>
              <a:fillRect/>
            </a:stretch>
          </a:blipFill>
          <a:ln>
            <a:noFill/>
          </a:ln>
        </p:spPr>
      </p:sp>
      <p:grpSp>
        <p:nvGrpSpPr>
          <p:cNvPr id="404" name="Google Shape;404;p12"/>
          <p:cNvGrpSpPr/>
          <p:nvPr/>
        </p:nvGrpSpPr>
        <p:grpSpPr>
          <a:xfrm>
            <a:off x="1949263" y="4157966"/>
            <a:ext cx="6359432" cy="1018620"/>
            <a:chOff x="0" y="-38100"/>
            <a:chExt cx="3831622" cy="613729"/>
          </a:xfrm>
        </p:grpSpPr>
        <p:sp>
          <p:nvSpPr>
            <p:cNvPr id="405" name="Google Shape;405;p12"/>
            <p:cNvSpPr/>
            <p:nvPr/>
          </p:nvSpPr>
          <p:spPr>
            <a:xfrm>
              <a:off x="0" y="0"/>
              <a:ext cx="3831622" cy="575629"/>
            </a:xfrm>
            <a:custGeom>
              <a:avLst/>
              <a:gdLst/>
              <a:ahLst/>
              <a:cxnLst/>
              <a:rect l="l" t="t" r="r" b="b"/>
              <a:pathLst>
                <a:path w="3831622" h="575629" extrusionOk="0">
                  <a:moveTo>
                    <a:pt x="82783" y="0"/>
                  </a:moveTo>
                  <a:lnTo>
                    <a:pt x="3748839" y="0"/>
                  </a:lnTo>
                  <a:cubicBezTo>
                    <a:pt x="3794559" y="0"/>
                    <a:pt x="3831622" y="37063"/>
                    <a:pt x="3831622" y="82783"/>
                  </a:cubicBezTo>
                  <a:lnTo>
                    <a:pt x="3831622" y="492846"/>
                  </a:lnTo>
                  <a:cubicBezTo>
                    <a:pt x="3831622" y="538566"/>
                    <a:pt x="3794559" y="575629"/>
                    <a:pt x="3748839" y="575629"/>
                  </a:cubicBezTo>
                  <a:lnTo>
                    <a:pt x="82783" y="575629"/>
                  </a:lnTo>
                  <a:cubicBezTo>
                    <a:pt x="37063" y="575629"/>
                    <a:pt x="0" y="538566"/>
                    <a:pt x="0" y="492846"/>
                  </a:cubicBezTo>
                  <a:lnTo>
                    <a:pt x="0" y="82783"/>
                  </a:lnTo>
                  <a:cubicBezTo>
                    <a:pt x="0" y="37063"/>
                    <a:pt x="37063" y="0"/>
                    <a:pt x="82783" y="0"/>
                  </a:cubicBezTo>
                  <a:close/>
                </a:path>
              </a:pathLst>
            </a:custGeom>
            <a:solidFill>
              <a:srgbClr val="FCB50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12"/>
            <p:cNvSpPr txBox="1"/>
            <p:nvPr/>
          </p:nvSpPr>
          <p:spPr>
            <a:xfrm>
              <a:off x="0" y="-38100"/>
              <a:ext cx="3831622" cy="613729"/>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07" name="Google Shape;407;p12"/>
          <p:cNvGrpSpPr/>
          <p:nvPr/>
        </p:nvGrpSpPr>
        <p:grpSpPr>
          <a:xfrm>
            <a:off x="9487424" y="4139694"/>
            <a:ext cx="7092378" cy="2536660"/>
            <a:chOff x="0" y="-38100"/>
            <a:chExt cx="4200676" cy="1502414"/>
          </a:xfrm>
        </p:grpSpPr>
        <p:sp>
          <p:nvSpPr>
            <p:cNvPr id="408" name="Google Shape;408;p12"/>
            <p:cNvSpPr/>
            <p:nvPr/>
          </p:nvSpPr>
          <p:spPr>
            <a:xfrm>
              <a:off x="0" y="0"/>
              <a:ext cx="4200676" cy="1464314"/>
            </a:xfrm>
            <a:custGeom>
              <a:avLst/>
              <a:gdLst/>
              <a:ahLst/>
              <a:cxnLst/>
              <a:rect l="l" t="t" r="r" b="b"/>
              <a:pathLst>
                <a:path w="4200676" h="1464314" extrusionOk="0">
                  <a:moveTo>
                    <a:pt x="74228" y="0"/>
                  </a:moveTo>
                  <a:lnTo>
                    <a:pt x="4126449" y="0"/>
                  </a:lnTo>
                  <a:cubicBezTo>
                    <a:pt x="4146135" y="0"/>
                    <a:pt x="4165015" y="7820"/>
                    <a:pt x="4178935" y="21741"/>
                  </a:cubicBezTo>
                  <a:cubicBezTo>
                    <a:pt x="4192856" y="35661"/>
                    <a:pt x="4200676" y="54541"/>
                    <a:pt x="4200676" y="74228"/>
                  </a:cubicBezTo>
                  <a:lnTo>
                    <a:pt x="4200676" y="1390086"/>
                  </a:lnTo>
                  <a:cubicBezTo>
                    <a:pt x="4200676" y="1409773"/>
                    <a:pt x="4192856" y="1428653"/>
                    <a:pt x="4178935" y="1442573"/>
                  </a:cubicBezTo>
                  <a:cubicBezTo>
                    <a:pt x="4165015" y="1456494"/>
                    <a:pt x="4146135" y="1464314"/>
                    <a:pt x="4126449" y="1464314"/>
                  </a:cubicBezTo>
                  <a:lnTo>
                    <a:pt x="74228" y="1464314"/>
                  </a:lnTo>
                  <a:cubicBezTo>
                    <a:pt x="33233" y="1464314"/>
                    <a:pt x="0" y="1431081"/>
                    <a:pt x="0" y="1390086"/>
                  </a:cubicBezTo>
                  <a:lnTo>
                    <a:pt x="0" y="74228"/>
                  </a:lnTo>
                  <a:cubicBezTo>
                    <a:pt x="0" y="54541"/>
                    <a:pt x="7820" y="35661"/>
                    <a:pt x="21741" y="21741"/>
                  </a:cubicBezTo>
                  <a:cubicBezTo>
                    <a:pt x="35661" y="7820"/>
                    <a:pt x="54541" y="0"/>
                    <a:pt x="74228" y="0"/>
                  </a:cubicBezTo>
                  <a:close/>
                </a:path>
              </a:pathLst>
            </a:custGeom>
            <a:solidFill>
              <a:srgbClr val="FCB50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12"/>
            <p:cNvSpPr txBox="1"/>
            <p:nvPr/>
          </p:nvSpPr>
          <p:spPr>
            <a:xfrm>
              <a:off x="0" y="-38100"/>
              <a:ext cx="4200676" cy="1502414"/>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10" name="Google Shape;410;p12"/>
          <p:cNvGrpSpPr/>
          <p:nvPr/>
        </p:nvGrpSpPr>
        <p:grpSpPr>
          <a:xfrm>
            <a:off x="9664591" y="4052891"/>
            <a:ext cx="7066844" cy="2532818"/>
            <a:chOff x="0" y="-38100"/>
            <a:chExt cx="4185553" cy="1500138"/>
          </a:xfrm>
        </p:grpSpPr>
        <p:sp>
          <p:nvSpPr>
            <p:cNvPr id="411" name="Google Shape;411;p12"/>
            <p:cNvSpPr/>
            <p:nvPr/>
          </p:nvSpPr>
          <p:spPr>
            <a:xfrm>
              <a:off x="0" y="0"/>
              <a:ext cx="4185553" cy="1462038"/>
            </a:xfrm>
            <a:custGeom>
              <a:avLst/>
              <a:gdLst/>
              <a:ahLst/>
              <a:cxnLst/>
              <a:rect l="l" t="t" r="r" b="b"/>
              <a:pathLst>
                <a:path w="4185553" h="1462038" extrusionOk="0">
                  <a:moveTo>
                    <a:pt x="74496" y="0"/>
                  </a:moveTo>
                  <a:lnTo>
                    <a:pt x="4111057" y="0"/>
                  </a:lnTo>
                  <a:cubicBezTo>
                    <a:pt x="4152200" y="0"/>
                    <a:pt x="4185553" y="33353"/>
                    <a:pt x="4185553" y="74496"/>
                  </a:cubicBezTo>
                  <a:lnTo>
                    <a:pt x="4185553" y="1387542"/>
                  </a:lnTo>
                  <a:cubicBezTo>
                    <a:pt x="4185553" y="1428685"/>
                    <a:pt x="4152200" y="1462038"/>
                    <a:pt x="4111057" y="1462038"/>
                  </a:cubicBezTo>
                  <a:lnTo>
                    <a:pt x="74496" y="1462038"/>
                  </a:lnTo>
                  <a:cubicBezTo>
                    <a:pt x="33353" y="1462038"/>
                    <a:pt x="0" y="1428685"/>
                    <a:pt x="0" y="1387542"/>
                  </a:cubicBezTo>
                  <a:lnTo>
                    <a:pt x="0" y="74496"/>
                  </a:lnTo>
                  <a:cubicBezTo>
                    <a:pt x="0" y="33353"/>
                    <a:pt x="33353" y="0"/>
                    <a:pt x="74496" y="0"/>
                  </a:cubicBezTo>
                  <a:close/>
                </a:path>
              </a:pathLst>
            </a:custGeom>
            <a:solidFill>
              <a:srgbClr val="2945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12"/>
            <p:cNvSpPr txBox="1"/>
            <p:nvPr/>
          </p:nvSpPr>
          <p:spPr>
            <a:xfrm>
              <a:off x="0" y="-38100"/>
              <a:ext cx="4185553" cy="1500138"/>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13" name="Google Shape;413;p12"/>
          <p:cNvGrpSpPr/>
          <p:nvPr/>
        </p:nvGrpSpPr>
        <p:grpSpPr>
          <a:xfrm>
            <a:off x="9981263" y="4052891"/>
            <a:ext cx="6469270" cy="1036214"/>
            <a:chOff x="0" y="-38100"/>
            <a:chExt cx="3831622" cy="613729"/>
          </a:xfrm>
        </p:grpSpPr>
        <p:sp>
          <p:nvSpPr>
            <p:cNvPr id="414" name="Google Shape;414;p12"/>
            <p:cNvSpPr/>
            <p:nvPr/>
          </p:nvSpPr>
          <p:spPr>
            <a:xfrm>
              <a:off x="0" y="0"/>
              <a:ext cx="3831622" cy="575629"/>
            </a:xfrm>
            <a:custGeom>
              <a:avLst/>
              <a:gdLst/>
              <a:ahLst/>
              <a:cxnLst/>
              <a:rect l="l" t="t" r="r" b="b"/>
              <a:pathLst>
                <a:path w="3831622" h="575629" extrusionOk="0">
                  <a:moveTo>
                    <a:pt x="81377" y="0"/>
                  </a:moveTo>
                  <a:lnTo>
                    <a:pt x="3750245" y="0"/>
                  </a:lnTo>
                  <a:cubicBezTo>
                    <a:pt x="3771828" y="0"/>
                    <a:pt x="3792526" y="8574"/>
                    <a:pt x="3807787" y="23835"/>
                  </a:cubicBezTo>
                  <a:cubicBezTo>
                    <a:pt x="3823048" y="39096"/>
                    <a:pt x="3831622" y="59795"/>
                    <a:pt x="3831622" y="81377"/>
                  </a:cubicBezTo>
                  <a:lnTo>
                    <a:pt x="3831622" y="494252"/>
                  </a:lnTo>
                  <a:cubicBezTo>
                    <a:pt x="3831622" y="539195"/>
                    <a:pt x="3795188" y="575629"/>
                    <a:pt x="3750245" y="575629"/>
                  </a:cubicBezTo>
                  <a:lnTo>
                    <a:pt x="81377" y="575629"/>
                  </a:lnTo>
                  <a:cubicBezTo>
                    <a:pt x="59795" y="575629"/>
                    <a:pt x="39096" y="567055"/>
                    <a:pt x="23835" y="551794"/>
                  </a:cubicBezTo>
                  <a:cubicBezTo>
                    <a:pt x="8574" y="536533"/>
                    <a:pt x="0" y="515834"/>
                    <a:pt x="0" y="494252"/>
                  </a:cubicBezTo>
                  <a:lnTo>
                    <a:pt x="0" y="81377"/>
                  </a:lnTo>
                  <a:cubicBezTo>
                    <a:pt x="0" y="59795"/>
                    <a:pt x="8574" y="39096"/>
                    <a:pt x="23835" y="23835"/>
                  </a:cubicBezTo>
                  <a:cubicBezTo>
                    <a:pt x="39096" y="8574"/>
                    <a:pt x="59795" y="0"/>
                    <a:pt x="81377" y="0"/>
                  </a:cubicBezTo>
                  <a:close/>
                </a:path>
              </a:pathLst>
            </a:custGeom>
            <a:solidFill>
              <a:srgbClr val="FCB50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12"/>
            <p:cNvSpPr txBox="1"/>
            <p:nvPr/>
          </p:nvSpPr>
          <p:spPr>
            <a:xfrm>
              <a:off x="0" y="-38100"/>
              <a:ext cx="3831622" cy="613729"/>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416" name="Google Shape;416;p12"/>
          <p:cNvSpPr txBox="1"/>
          <p:nvPr/>
        </p:nvSpPr>
        <p:spPr>
          <a:xfrm>
            <a:off x="3281194" y="4250526"/>
            <a:ext cx="3779152" cy="765123"/>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4430" b="1" i="1" u="none" strike="noStrike" cap="none">
                <a:solidFill>
                  <a:srgbClr val="F9EEE1"/>
                </a:solidFill>
                <a:latin typeface="Open Sans"/>
                <a:ea typeface="Open Sans"/>
                <a:cs typeface="Open Sans"/>
                <a:sym typeface="Open Sans"/>
              </a:rPr>
              <a:t>Hari, Tanggal </a:t>
            </a:r>
            <a:endParaRPr/>
          </a:p>
        </p:txBody>
      </p:sp>
      <p:sp>
        <p:nvSpPr>
          <p:cNvPr id="417" name="Google Shape;417;p12"/>
          <p:cNvSpPr txBox="1"/>
          <p:nvPr/>
        </p:nvSpPr>
        <p:spPr>
          <a:xfrm>
            <a:off x="12319635" y="4176716"/>
            <a:ext cx="3844424" cy="767168"/>
          </a:xfrm>
          <a:prstGeom prst="rect">
            <a:avLst/>
          </a:prstGeom>
          <a:noFill/>
          <a:ln>
            <a:noFill/>
          </a:ln>
        </p:spPr>
        <p:txBody>
          <a:bodyPr spcFirstLastPara="1" wrap="square" lIns="0" tIns="0" rIns="0" bIns="0" anchor="t" anchorCtr="0">
            <a:spAutoFit/>
          </a:bodyPr>
          <a:lstStyle/>
          <a:p>
            <a:pPr marL="0" marR="0" lvl="0" indent="0" algn="l" rtl="0">
              <a:lnSpc>
                <a:spcPct val="140013"/>
              </a:lnSpc>
              <a:spcBef>
                <a:spcPts val="0"/>
              </a:spcBef>
              <a:spcAft>
                <a:spcPts val="0"/>
              </a:spcAft>
              <a:buNone/>
            </a:pPr>
            <a:r>
              <a:rPr lang="en-US" sz="4506" b="1" i="1" u="none" strike="noStrike" cap="none">
                <a:solidFill>
                  <a:srgbClr val="F9EEE1"/>
                </a:solidFill>
                <a:latin typeface="Open Sans"/>
                <a:ea typeface="Open Sans"/>
                <a:cs typeface="Open Sans"/>
                <a:sym typeface="Open Sans"/>
              </a:rPr>
              <a:t>Waktu </a:t>
            </a:r>
            <a:endParaRPr/>
          </a:p>
        </p:txBody>
      </p:sp>
      <p:sp>
        <p:nvSpPr>
          <p:cNvPr id="418" name="Google Shape;418;p12"/>
          <p:cNvSpPr txBox="1"/>
          <p:nvPr/>
        </p:nvSpPr>
        <p:spPr>
          <a:xfrm>
            <a:off x="2297088" y="5515030"/>
            <a:ext cx="6998412" cy="705578"/>
          </a:xfrm>
          <a:prstGeom prst="rect">
            <a:avLst/>
          </a:prstGeom>
          <a:noFill/>
          <a:ln>
            <a:noFill/>
          </a:ln>
        </p:spPr>
        <p:txBody>
          <a:bodyPr spcFirstLastPara="1" wrap="square" lIns="0" tIns="0" rIns="0" bIns="0" anchor="t" anchorCtr="0">
            <a:spAutoFit/>
          </a:bodyPr>
          <a:lstStyle/>
          <a:p>
            <a:pPr marL="0" marR="0" lvl="0" indent="0" algn="l" rtl="0">
              <a:lnSpc>
                <a:spcPct val="140030"/>
              </a:lnSpc>
              <a:spcBef>
                <a:spcPts val="0"/>
              </a:spcBef>
              <a:spcAft>
                <a:spcPts val="0"/>
              </a:spcAft>
              <a:buNone/>
            </a:pPr>
            <a:r>
              <a:rPr lang="en-US" sz="3275" b="0" i="1" u="none" strike="noStrike" cap="none" dirty="0">
                <a:solidFill>
                  <a:srgbClr val="F9EEE1"/>
                </a:solidFill>
                <a:latin typeface="Open Sans"/>
                <a:ea typeface="Open Sans"/>
                <a:cs typeface="Open Sans"/>
                <a:sym typeface="Open Sans"/>
              </a:rPr>
              <a:t>Sabtu, 25 November 202</a:t>
            </a:r>
            <a:r>
              <a:rPr lang="en-US" sz="3275" i="1" dirty="0">
                <a:solidFill>
                  <a:srgbClr val="F9EEE1"/>
                </a:solidFill>
                <a:latin typeface="Open Sans"/>
                <a:ea typeface="Open Sans"/>
                <a:cs typeface="Open Sans"/>
                <a:sym typeface="Open Sans"/>
              </a:rPr>
              <a:t>5</a:t>
            </a:r>
            <a:endParaRPr dirty="0"/>
          </a:p>
        </p:txBody>
      </p:sp>
      <p:sp>
        <p:nvSpPr>
          <p:cNvPr id="419" name="Google Shape;419;p12"/>
          <p:cNvSpPr txBox="1"/>
          <p:nvPr/>
        </p:nvSpPr>
        <p:spPr>
          <a:xfrm>
            <a:off x="10825289" y="5418254"/>
            <a:ext cx="7119287" cy="849463"/>
          </a:xfrm>
          <a:prstGeom prst="rect">
            <a:avLst/>
          </a:prstGeom>
          <a:noFill/>
          <a:ln>
            <a:noFill/>
          </a:ln>
        </p:spPr>
        <p:txBody>
          <a:bodyPr spcFirstLastPara="1" wrap="square" lIns="0" tIns="0" rIns="0" bIns="0" anchor="t" anchorCtr="0">
            <a:spAutoFit/>
          </a:bodyPr>
          <a:lstStyle/>
          <a:p>
            <a:pPr marL="0" marR="0" lvl="0" indent="0" algn="l" rtl="0">
              <a:lnSpc>
                <a:spcPct val="139994"/>
              </a:lnSpc>
              <a:spcBef>
                <a:spcPts val="0"/>
              </a:spcBef>
              <a:spcAft>
                <a:spcPts val="0"/>
              </a:spcAft>
              <a:buNone/>
            </a:pPr>
            <a:r>
              <a:rPr lang="en-US" sz="3943" b="0" i="1" u="none" strike="noStrike" cap="none" dirty="0">
                <a:solidFill>
                  <a:srgbClr val="F9EEE1"/>
                </a:solidFill>
                <a:latin typeface="Open Sans"/>
                <a:ea typeface="Open Sans"/>
                <a:cs typeface="Open Sans"/>
                <a:sym typeface="Open Sans"/>
              </a:rPr>
              <a:t>07.00 </a:t>
            </a:r>
            <a:r>
              <a:rPr lang="en-US" sz="3943" b="0" i="1" u="none" strike="noStrike" cap="none" dirty="0" err="1">
                <a:solidFill>
                  <a:srgbClr val="F9EEE1"/>
                </a:solidFill>
                <a:latin typeface="Open Sans"/>
                <a:ea typeface="Open Sans"/>
                <a:cs typeface="Open Sans"/>
                <a:sym typeface="Open Sans"/>
              </a:rPr>
              <a:t>s.d</a:t>
            </a:r>
            <a:r>
              <a:rPr lang="en-US" sz="3943" b="0" i="1" u="none" strike="noStrike" cap="none" dirty="0">
                <a:solidFill>
                  <a:srgbClr val="F9EEE1"/>
                </a:solidFill>
                <a:latin typeface="Open Sans"/>
                <a:ea typeface="Open Sans"/>
                <a:cs typeface="Open Sans"/>
                <a:sym typeface="Open Sans"/>
              </a:rPr>
              <a:t> 16.10 WIB</a:t>
            </a:r>
            <a:endParaRPr dirty="0"/>
          </a:p>
        </p:txBody>
      </p:sp>
      <p:grpSp>
        <p:nvGrpSpPr>
          <p:cNvPr id="420" name="Google Shape;420;p12"/>
          <p:cNvGrpSpPr/>
          <p:nvPr/>
        </p:nvGrpSpPr>
        <p:grpSpPr>
          <a:xfrm>
            <a:off x="1321998" y="6869967"/>
            <a:ext cx="15371091" cy="2701245"/>
            <a:chOff x="0" y="-87443"/>
            <a:chExt cx="20494788" cy="3601659"/>
          </a:xfrm>
        </p:grpSpPr>
        <p:grpSp>
          <p:nvGrpSpPr>
            <p:cNvPr id="421" name="Google Shape;421;p12"/>
            <p:cNvGrpSpPr/>
            <p:nvPr/>
          </p:nvGrpSpPr>
          <p:grpSpPr>
            <a:xfrm>
              <a:off x="0" y="30553"/>
              <a:ext cx="20065786" cy="3448189"/>
              <a:chOff x="0" y="-38100"/>
              <a:chExt cx="8742884" cy="1502414"/>
            </a:xfrm>
          </p:grpSpPr>
          <p:sp>
            <p:nvSpPr>
              <p:cNvPr id="422" name="Google Shape;422;p12"/>
              <p:cNvSpPr/>
              <p:nvPr/>
            </p:nvSpPr>
            <p:spPr>
              <a:xfrm>
                <a:off x="0" y="0"/>
                <a:ext cx="8742884" cy="1464314"/>
              </a:xfrm>
              <a:custGeom>
                <a:avLst/>
                <a:gdLst/>
                <a:ahLst/>
                <a:cxnLst/>
                <a:rect l="l" t="t" r="r" b="b"/>
                <a:pathLst>
                  <a:path w="8742884" h="1464314" extrusionOk="0">
                    <a:moveTo>
                      <a:pt x="34982" y="0"/>
                    </a:moveTo>
                    <a:lnTo>
                      <a:pt x="8707903" y="0"/>
                    </a:lnTo>
                    <a:cubicBezTo>
                      <a:pt x="8727222" y="0"/>
                      <a:pt x="8742884" y="15662"/>
                      <a:pt x="8742884" y="34982"/>
                    </a:cubicBezTo>
                    <a:lnTo>
                      <a:pt x="8742884" y="1429332"/>
                    </a:lnTo>
                    <a:cubicBezTo>
                      <a:pt x="8742884" y="1438610"/>
                      <a:pt x="8739198" y="1447508"/>
                      <a:pt x="8732638" y="1454068"/>
                    </a:cubicBezTo>
                    <a:cubicBezTo>
                      <a:pt x="8726078" y="1460628"/>
                      <a:pt x="8717180" y="1464314"/>
                      <a:pt x="8707903" y="1464314"/>
                    </a:cubicBezTo>
                    <a:lnTo>
                      <a:pt x="34982" y="1464314"/>
                    </a:lnTo>
                    <a:cubicBezTo>
                      <a:pt x="15662" y="1464314"/>
                      <a:pt x="0" y="1448652"/>
                      <a:pt x="0" y="1429332"/>
                    </a:cubicBezTo>
                    <a:lnTo>
                      <a:pt x="0" y="34982"/>
                    </a:lnTo>
                    <a:cubicBezTo>
                      <a:pt x="0" y="15662"/>
                      <a:pt x="15662" y="0"/>
                      <a:pt x="34982" y="0"/>
                    </a:cubicBezTo>
                    <a:close/>
                  </a:path>
                </a:pathLst>
              </a:custGeom>
              <a:solidFill>
                <a:srgbClr val="FCB50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12"/>
              <p:cNvSpPr txBox="1"/>
              <p:nvPr/>
            </p:nvSpPr>
            <p:spPr>
              <a:xfrm>
                <a:off x="0" y="-38100"/>
                <a:ext cx="8742884" cy="1502414"/>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24" name="Google Shape;424;p12"/>
            <p:cNvGrpSpPr/>
            <p:nvPr/>
          </p:nvGrpSpPr>
          <p:grpSpPr>
            <a:xfrm>
              <a:off x="501240" y="-87443"/>
              <a:ext cx="19993548" cy="3442965"/>
              <a:chOff x="0" y="-38100"/>
              <a:chExt cx="8711409" cy="1500138"/>
            </a:xfrm>
          </p:grpSpPr>
          <p:sp>
            <p:nvSpPr>
              <p:cNvPr id="425" name="Google Shape;425;p12"/>
              <p:cNvSpPr/>
              <p:nvPr/>
            </p:nvSpPr>
            <p:spPr>
              <a:xfrm>
                <a:off x="0" y="0"/>
                <a:ext cx="8711409" cy="1462038"/>
              </a:xfrm>
              <a:custGeom>
                <a:avLst/>
                <a:gdLst/>
                <a:ahLst/>
                <a:cxnLst/>
                <a:rect l="l" t="t" r="r" b="b"/>
                <a:pathLst>
                  <a:path w="8711409" h="1462038" extrusionOk="0">
                    <a:moveTo>
                      <a:pt x="35108" y="0"/>
                    </a:moveTo>
                    <a:lnTo>
                      <a:pt x="8676301" y="0"/>
                    </a:lnTo>
                    <a:cubicBezTo>
                      <a:pt x="8685612" y="0"/>
                      <a:pt x="8694541" y="3699"/>
                      <a:pt x="8701125" y="10283"/>
                    </a:cubicBezTo>
                    <a:cubicBezTo>
                      <a:pt x="8707710" y="16867"/>
                      <a:pt x="8711409" y="25797"/>
                      <a:pt x="8711409" y="35108"/>
                    </a:cubicBezTo>
                    <a:lnTo>
                      <a:pt x="8711409" y="1426930"/>
                    </a:lnTo>
                    <a:cubicBezTo>
                      <a:pt x="8711409" y="1436241"/>
                      <a:pt x="8707710" y="1445171"/>
                      <a:pt x="8701125" y="1451755"/>
                    </a:cubicBezTo>
                    <a:cubicBezTo>
                      <a:pt x="8694541" y="1458339"/>
                      <a:pt x="8685612" y="1462038"/>
                      <a:pt x="8676301" y="1462038"/>
                    </a:cubicBezTo>
                    <a:lnTo>
                      <a:pt x="35108" y="1462038"/>
                    </a:lnTo>
                    <a:cubicBezTo>
                      <a:pt x="25797" y="1462038"/>
                      <a:pt x="16867" y="1458339"/>
                      <a:pt x="10283" y="1451755"/>
                    </a:cubicBezTo>
                    <a:cubicBezTo>
                      <a:pt x="3699" y="1445171"/>
                      <a:pt x="0" y="1436241"/>
                      <a:pt x="0" y="1426930"/>
                    </a:cubicBezTo>
                    <a:lnTo>
                      <a:pt x="0" y="35108"/>
                    </a:lnTo>
                    <a:cubicBezTo>
                      <a:pt x="0" y="25797"/>
                      <a:pt x="3699" y="16867"/>
                      <a:pt x="10283" y="10283"/>
                    </a:cubicBezTo>
                    <a:cubicBezTo>
                      <a:pt x="16867" y="3699"/>
                      <a:pt x="25797" y="0"/>
                      <a:pt x="35108" y="0"/>
                    </a:cubicBezTo>
                    <a:close/>
                  </a:path>
                </a:pathLst>
              </a:custGeom>
              <a:solidFill>
                <a:srgbClr val="2945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12"/>
              <p:cNvSpPr txBox="1"/>
              <p:nvPr/>
            </p:nvSpPr>
            <p:spPr>
              <a:xfrm>
                <a:off x="0" y="-38100"/>
                <a:ext cx="8711408" cy="1500138"/>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27" name="Google Shape;427;p12"/>
            <p:cNvGrpSpPr/>
            <p:nvPr/>
          </p:nvGrpSpPr>
          <p:grpSpPr>
            <a:xfrm>
              <a:off x="1397171" y="-87443"/>
              <a:ext cx="18302888" cy="1408569"/>
              <a:chOff x="0" y="-38100"/>
              <a:chExt cx="7974770" cy="613729"/>
            </a:xfrm>
          </p:grpSpPr>
          <p:sp>
            <p:nvSpPr>
              <p:cNvPr id="428" name="Google Shape;428;p12"/>
              <p:cNvSpPr/>
              <p:nvPr/>
            </p:nvSpPr>
            <p:spPr>
              <a:xfrm>
                <a:off x="0" y="0"/>
                <a:ext cx="7974770" cy="575629"/>
              </a:xfrm>
              <a:custGeom>
                <a:avLst/>
                <a:gdLst/>
                <a:ahLst/>
                <a:cxnLst/>
                <a:rect l="l" t="t" r="r" b="b"/>
                <a:pathLst>
                  <a:path w="7974770" h="575629" extrusionOk="0">
                    <a:moveTo>
                      <a:pt x="38351" y="0"/>
                    </a:moveTo>
                    <a:lnTo>
                      <a:pt x="7936419" y="0"/>
                    </a:lnTo>
                    <a:cubicBezTo>
                      <a:pt x="7946590" y="0"/>
                      <a:pt x="7956345" y="4041"/>
                      <a:pt x="7963537" y="11233"/>
                    </a:cubicBezTo>
                    <a:cubicBezTo>
                      <a:pt x="7970729" y="18425"/>
                      <a:pt x="7974770" y="28180"/>
                      <a:pt x="7974770" y="38351"/>
                    </a:cubicBezTo>
                    <a:lnTo>
                      <a:pt x="7974770" y="537278"/>
                    </a:lnTo>
                    <a:cubicBezTo>
                      <a:pt x="7974770" y="547449"/>
                      <a:pt x="7970729" y="557204"/>
                      <a:pt x="7963537" y="564396"/>
                    </a:cubicBezTo>
                    <a:cubicBezTo>
                      <a:pt x="7956345" y="571588"/>
                      <a:pt x="7946590" y="575629"/>
                      <a:pt x="7936419" y="575629"/>
                    </a:cubicBezTo>
                    <a:lnTo>
                      <a:pt x="38351" y="575629"/>
                    </a:lnTo>
                    <a:cubicBezTo>
                      <a:pt x="28180" y="575629"/>
                      <a:pt x="18425" y="571588"/>
                      <a:pt x="11233" y="564396"/>
                    </a:cubicBezTo>
                    <a:cubicBezTo>
                      <a:pt x="4041" y="557204"/>
                      <a:pt x="0" y="547449"/>
                      <a:pt x="0" y="537278"/>
                    </a:cubicBezTo>
                    <a:lnTo>
                      <a:pt x="0" y="38351"/>
                    </a:lnTo>
                    <a:cubicBezTo>
                      <a:pt x="0" y="28180"/>
                      <a:pt x="4041" y="18425"/>
                      <a:pt x="11233" y="11233"/>
                    </a:cubicBezTo>
                    <a:cubicBezTo>
                      <a:pt x="18425" y="4041"/>
                      <a:pt x="28180" y="0"/>
                      <a:pt x="38351" y="0"/>
                    </a:cubicBezTo>
                    <a:close/>
                  </a:path>
                </a:pathLst>
              </a:custGeom>
              <a:solidFill>
                <a:srgbClr val="FCB50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12"/>
              <p:cNvSpPr txBox="1"/>
              <p:nvPr/>
            </p:nvSpPr>
            <p:spPr>
              <a:xfrm>
                <a:off x="0" y="-38100"/>
                <a:ext cx="7974770" cy="613729"/>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430" name="Google Shape;430;p12"/>
            <p:cNvSpPr txBox="1"/>
            <p:nvPr/>
          </p:nvSpPr>
          <p:spPr>
            <a:xfrm>
              <a:off x="7394431" y="80896"/>
              <a:ext cx="10876661" cy="1012039"/>
            </a:xfrm>
            <a:prstGeom prst="rect">
              <a:avLst/>
            </a:prstGeom>
            <a:noFill/>
            <a:ln>
              <a:noFill/>
            </a:ln>
          </p:spPr>
          <p:txBody>
            <a:bodyPr spcFirstLastPara="1" wrap="square" lIns="0" tIns="0" rIns="0" bIns="0" anchor="t" anchorCtr="0">
              <a:spAutoFit/>
            </a:bodyPr>
            <a:lstStyle/>
            <a:p>
              <a:pPr marL="0" marR="0" lvl="0" indent="0" algn="l" rtl="0">
                <a:lnSpc>
                  <a:spcPct val="140008"/>
                </a:lnSpc>
                <a:spcBef>
                  <a:spcPts val="0"/>
                </a:spcBef>
                <a:spcAft>
                  <a:spcPts val="0"/>
                </a:spcAft>
                <a:buNone/>
              </a:pPr>
              <a:r>
                <a:rPr lang="en-US" sz="4594" b="1" i="1" u="none" strike="noStrike" cap="none">
                  <a:solidFill>
                    <a:srgbClr val="F9EEE1"/>
                  </a:solidFill>
                  <a:latin typeface="Open Sans"/>
                  <a:ea typeface="Open Sans"/>
                  <a:cs typeface="Open Sans"/>
                  <a:sym typeface="Open Sans"/>
                </a:rPr>
                <a:t>Tempat</a:t>
              </a:r>
              <a:endParaRPr/>
            </a:p>
          </p:txBody>
        </p:sp>
        <p:sp>
          <p:nvSpPr>
            <p:cNvPr id="431" name="Google Shape;431;p12"/>
            <p:cNvSpPr txBox="1"/>
            <p:nvPr/>
          </p:nvSpPr>
          <p:spPr>
            <a:xfrm>
              <a:off x="602444" y="1479984"/>
              <a:ext cx="19097615" cy="2034232"/>
            </a:xfrm>
            <a:prstGeom prst="rect">
              <a:avLst/>
            </a:prstGeom>
            <a:noFill/>
            <a:ln>
              <a:noFill/>
            </a:ln>
          </p:spPr>
          <p:txBody>
            <a:bodyPr spcFirstLastPara="1" wrap="square" lIns="0" tIns="0" rIns="0" bIns="0" anchor="t" anchorCtr="0">
              <a:spAutoFit/>
            </a:bodyPr>
            <a:lstStyle/>
            <a:p>
              <a:pPr marL="1125267" marR="0" lvl="1" indent="-742950" algn="just" rtl="0">
                <a:lnSpc>
                  <a:spcPct val="140016"/>
                </a:lnSpc>
                <a:spcBef>
                  <a:spcPts val="0"/>
                </a:spcBef>
                <a:spcAft>
                  <a:spcPts val="0"/>
                </a:spcAft>
                <a:buClr>
                  <a:srgbClr val="F9EEE1"/>
                </a:buClr>
                <a:buSzPts val="3541"/>
                <a:buAutoNum type="arabicPeriod"/>
              </a:pPr>
              <a:r>
                <a:rPr lang="en-US" sz="3541" i="1" dirty="0">
                  <a:solidFill>
                    <a:srgbClr val="F9EEE1"/>
                  </a:solidFill>
                  <a:latin typeface="Open Sans"/>
                  <a:ea typeface="Open Sans"/>
                  <a:cs typeface="Open Sans"/>
                  <a:sym typeface="Open Sans"/>
                </a:rPr>
                <a:t>GSC lt.4 </a:t>
              </a:r>
              <a:r>
                <a:rPr lang="en-US" sz="3541" i="1" dirty="0" err="1">
                  <a:solidFill>
                    <a:srgbClr val="F9EEE1"/>
                  </a:solidFill>
                  <a:latin typeface="Open Sans"/>
                  <a:ea typeface="Open Sans"/>
                  <a:cs typeface="Open Sans"/>
                  <a:sym typeface="Open Sans"/>
                </a:rPr>
                <a:t>Politeknik</a:t>
              </a:r>
              <a:r>
                <a:rPr lang="en-US" sz="3541" i="1" dirty="0">
                  <a:solidFill>
                    <a:srgbClr val="F9EEE1"/>
                  </a:solidFill>
                  <a:latin typeface="Open Sans"/>
                  <a:ea typeface="Open Sans"/>
                  <a:cs typeface="Open Sans"/>
                  <a:sym typeface="Open Sans"/>
                </a:rPr>
                <a:t> Negeri </a:t>
              </a:r>
              <a:r>
                <a:rPr lang="en-US" sz="3541" i="1" dirty="0" err="1">
                  <a:solidFill>
                    <a:srgbClr val="F9EEE1"/>
                  </a:solidFill>
                  <a:latin typeface="Open Sans"/>
                  <a:ea typeface="Open Sans"/>
                  <a:cs typeface="Open Sans"/>
                  <a:sym typeface="Open Sans"/>
                </a:rPr>
                <a:t>Indramayu</a:t>
              </a:r>
              <a:endParaRPr lang="en-US" sz="3541" i="1" dirty="0">
                <a:solidFill>
                  <a:srgbClr val="F9EEE1"/>
                </a:solidFill>
                <a:latin typeface="Open Sans"/>
                <a:ea typeface="Open Sans"/>
                <a:cs typeface="Open Sans"/>
                <a:sym typeface="Open Sans"/>
              </a:endParaRPr>
            </a:p>
            <a:p>
              <a:pPr marL="1125267" marR="0" lvl="1" indent="-742950" algn="just" rtl="0">
                <a:lnSpc>
                  <a:spcPct val="140016"/>
                </a:lnSpc>
                <a:spcBef>
                  <a:spcPts val="0"/>
                </a:spcBef>
                <a:spcAft>
                  <a:spcPts val="0"/>
                </a:spcAft>
                <a:buClr>
                  <a:srgbClr val="F9EEE1"/>
                </a:buClr>
                <a:buSzPts val="3541"/>
                <a:buAutoNum type="arabicPeriod"/>
              </a:pPr>
              <a:r>
                <a:rPr lang="en-US" sz="3541" b="0" i="1" u="none" strike="noStrike" cap="none" dirty="0">
                  <a:solidFill>
                    <a:srgbClr val="F9EEE1"/>
                  </a:solidFill>
                  <a:latin typeface="Open Sans"/>
                  <a:ea typeface="Open Sans"/>
                  <a:cs typeface="Open Sans"/>
                  <a:sym typeface="Open Sans"/>
                </a:rPr>
                <a:t>Area Pleno </a:t>
              </a:r>
              <a:r>
                <a:rPr lang="en-US" sz="3541" b="0" i="1" u="none" strike="noStrike" cap="none" dirty="0" err="1">
                  <a:solidFill>
                    <a:srgbClr val="F9EEE1"/>
                  </a:solidFill>
                  <a:latin typeface="Open Sans"/>
                  <a:ea typeface="Open Sans"/>
                  <a:cs typeface="Open Sans"/>
                  <a:sym typeface="Open Sans"/>
                </a:rPr>
                <a:t>Belakang</a:t>
              </a:r>
              <a:r>
                <a:rPr lang="en-US" sz="3541" b="0" i="1" u="none" strike="noStrike" cap="none" dirty="0">
                  <a:solidFill>
                    <a:srgbClr val="F9EEE1"/>
                  </a:solidFill>
                  <a:latin typeface="Open Sans"/>
                  <a:ea typeface="Open Sans"/>
                  <a:cs typeface="Open Sans"/>
                  <a:sym typeface="Open Sans"/>
                </a:rPr>
                <a:t> </a:t>
              </a:r>
              <a:r>
                <a:rPr lang="en-US" sz="3541" b="0" i="1" u="none" strike="noStrike" cap="none" dirty="0" err="1">
                  <a:solidFill>
                    <a:srgbClr val="F9EEE1"/>
                  </a:solidFill>
                  <a:latin typeface="Open Sans"/>
                  <a:ea typeface="Open Sans"/>
                  <a:cs typeface="Open Sans"/>
                  <a:sym typeface="Open Sans"/>
                </a:rPr>
                <a:t>Direktorat</a:t>
              </a:r>
              <a:r>
                <a:rPr lang="en-US" sz="3541" b="0" i="1" u="none" strike="noStrike" cap="none" dirty="0">
                  <a:solidFill>
                    <a:srgbClr val="F9EEE1"/>
                  </a:solidFill>
                  <a:latin typeface="Open Sans"/>
                  <a:ea typeface="Open Sans"/>
                  <a:cs typeface="Open Sans"/>
                  <a:sym typeface="Open Sans"/>
                </a:rPr>
                <a:t> </a:t>
              </a:r>
              <a:r>
                <a:rPr lang="en-US" sz="3541" b="0" i="1" u="none" strike="noStrike" cap="none" dirty="0" err="1">
                  <a:solidFill>
                    <a:srgbClr val="F9EEE1"/>
                  </a:solidFill>
                  <a:latin typeface="Open Sans"/>
                  <a:ea typeface="Open Sans"/>
                  <a:cs typeface="Open Sans"/>
                  <a:sym typeface="Open Sans"/>
                </a:rPr>
                <a:t>Politeknik</a:t>
              </a:r>
              <a:r>
                <a:rPr lang="en-US" sz="3541" b="0" i="1" u="none" strike="noStrike" cap="none" dirty="0">
                  <a:solidFill>
                    <a:srgbClr val="F9EEE1"/>
                  </a:solidFill>
                  <a:latin typeface="Open Sans"/>
                  <a:ea typeface="Open Sans"/>
                  <a:cs typeface="Open Sans"/>
                  <a:sym typeface="Open Sans"/>
                </a:rPr>
                <a:t> Negeri </a:t>
              </a:r>
              <a:r>
                <a:rPr lang="en-US" sz="3541" b="0" i="1" u="none" strike="noStrike" cap="none" dirty="0" err="1">
                  <a:solidFill>
                    <a:srgbClr val="F9EEE1"/>
                  </a:solidFill>
                  <a:latin typeface="Open Sans"/>
                  <a:ea typeface="Open Sans"/>
                  <a:cs typeface="Open Sans"/>
                  <a:sym typeface="Open Sans"/>
                </a:rPr>
                <a:t>Indramayu</a:t>
              </a:r>
              <a:endParaRPr dirty="0"/>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80">
          <a:extLst>
            <a:ext uri="{FF2B5EF4-FFF2-40B4-BE49-F238E27FC236}">
              <a16:creationId xmlns:a16="http://schemas.microsoft.com/office/drawing/2014/main" id="{F7334929-D1E9-931C-2AAD-7C06A7FACF78}"/>
            </a:ext>
          </a:extLst>
        </p:cNvPr>
        <p:cNvGrpSpPr/>
        <p:nvPr/>
      </p:nvGrpSpPr>
      <p:grpSpPr>
        <a:xfrm>
          <a:off x="0" y="0"/>
          <a:ext cx="0" cy="0"/>
          <a:chOff x="0" y="0"/>
          <a:chExt cx="0" cy="0"/>
        </a:xfrm>
      </p:grpSpPr>
      <p:sp>
        <p:nvSpPr>
          <p:cNvPr id="381" name="Google Shape;381;p12">
            <a:extLst>
              <a:ext uri="{FF2B5EF4-FFF2-40B4-BE49-F238E27FC236}">
                <a16:creationId xmlns:a16="http://schemas.microsoft.com/office/drawing/2014/main" id="{EB21ADCE-56E6-30DA-E431-A2D748A0BBE4}"/>
              </a:ext>
            </a:extLst>
          </p:cNvPr>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16609" b="-16608"/>
            </a:stretch>
          </a:blipFill>
          <a:ln>
            <a:noFill/>
          </a:ln>
        </p:spPr>
      </p:sp>
      <p:sp>
        <p:nvSpPr>
          <p:cNvPr id="382" name="Google Shape;382;p12">
            <a:extLst>
              <a:ext uri="{FF2B5EF4-FFF2-40B4-BE49-F238E27FC236}">
                <a16:creationId xmlns:a16="http://schemas.microsoft.com/office/drawing/2014/main" id="{68B0FB6D-B3A8-9199-26FA-49C2A1DE59BA}"/>
              </a:ext>
            </a:extLst>
          </p:cNvPr>
          <p:cNvSpPr txBox="1"/>
          <p:nvPr/>
        </p:nvSpPr>
        <p:spPr>
          <a:xfrm>
            <a:off x="1009650" y="1378746"/>
            <a:ext cx="7659255" cy="1201802"/>
          </a:xfrm>
          <a:prstGeom prst="rect">
            <a:avLst/>
          </a:prstGeom>
          <a:noFill/>
          <a:ln>
            <a:noFill/>
          </a:ln>
        </p:spPr>
        <p:txBody>
          <a:bodyPr spcFirstLastPara="1" wrap="square" lIns="0" tIns="0" rIns="0" bIns="0" anchor="t" anchorCtr="0">
            <a:spAutoFit/>
          </a:bodyPr>
          <a:lstStyle/>
          <a:p>
            <a:pPr marL="0" marR="0" lvl="0" indent="0" algn="l" rtl="0">
              <a:lnSpc>
                <a:spcPct val="103000"/>
              </a:lnSpc>
              <a:spcBef>
                <a:spcPts val="0"/>
              </a:spcBef>
              <a:spcAft>
                <a:spcPts val="0"/>
              </a:spcAft>
              <a:buNone/>
            </a:pPr>
            <a:r>
              <a:rPr lang="en-US" sz="8900" b="1" i="0" u="none" strike="noStrike" cap="none">
                <a:solidFill>
                  <a:srgbClr val="29455B"/>
                </a:solidFill>
                <a:latin typeface="Arial"/>
                <a:ea typeface="Arial"/>
                <a:cs typeface="Arial"/>
                <a:sym typeface="Arial"/>
              </a:rPr>
              <a:t>LKMM-D</a:t>
            </a:r>
            <a:endParaRPr/>
          </a:p>
        </p:txBody>
      </p:sp>
      <p:grpSp>
        <p:nvGrpSpPr>
          <p:cNvPr id="383" name="Google Shape;383;p12">
            <a:extLst>
              <a:ext uri="{FF2B5EF4-FFF2-40B4-BE49-F238E27FC236}">
                <a16:creationId xmlns:a16="http://schemas.microsoft.com/office/drawing/2014/main" id="{65B18880-0DCD-FA43-9B75-6A6B71CF680D}"/>
              </a:ext>
            </a:extLst>
          </p:cNvPr>
          <p:cNvGrpSpPr/>
          <p:nvPr/>
        </p:nvGrpSpPr>
        <p:grpSpPr>
          <a:xfrm>
            <a:off x="0" y="-73983"/>
            <a:ext cx="9144000" cy="648250"/>
            <a:chOff x="0" y="-38100"/>
            <a:chExt cx="3513414" cy="249078"/>
          </a:xfrm>
        </p:grpSpPr>
        <p:sp>
          <p:nvSpPr>
            <p:cNvPr id="384" name="Google Shape;384;p12">
              <a:extLst>
                <a:ext uri="{FF2B5EF4-FFF2-40B4-BE49-F238E27FC236}">
                  <a16:creationId xmlns:a16="http://schemas.microsoft.com/office/drawing/2014/main" id="{62197BAE-1212-EF03-2398-E6C7F7E7AB40}"/>
                </a:ext>
              </a:extLst>
            </p:cNvPr>
            <p:cNvSpPr/>
            <p:nvPr/>
          </p:nvSpPr>
          <p:spPr>
            <a:xfrm>
              <a:off x="0" y="0"/>
              <a:ext cx="3513414" cy="210978"/>
            </a:xfrm>
            <a:custGeom>
              <a:avLst/>
              <a:gdLst/>
              <a:ahLst/>
              <a:cxnLst/>
              <a:rect l="l" t="t" r="r" b="b"/>
              <a:pathLst>
                <a:path w="3513414" h="210978" extrusionOk="0">
                  <a:moveTo>
                    <a:pt x="0" y="0"/>
                  </a:moveTo>
                  <a:lnTo>
                    <a:pt x="3513414" y="0"/>
                  </a:lnTo>
                  <a:lnTo>
                    <a:pt x="3513414" y="210978"/>
                  </a:lnTo>
                  <a:lnTo>
                    <a:pt x="0" y="210978"/>
                  </a:lnTo>
                  <a:close/>
                </a:path>
              </a:pathLst>
            </a:custGeom>
            <a:solidFill>
              <a:srgbClr val="FCB50F"/>
            </a:solidFill>
            <a:ln>
              <a:noFill/>
            </a:ln>
          </p:spPr>
        </p:sp>
        <p:sp>
          <p:nvSpPr>
            <p:cNvPr id="385" name="Google Shape;385;p12">
              <a:extLst>
                <a:ext uri="{FF2B5EF4-FFF2-40B4-BE49-F238E27FC236}">
                  <a16:creationId xmlns:a16="http://schemas.microsoft.com/office/drawing/2014/main" id="{DC157F5A-9F88-E868-A2B0-7238EA0535AD}"/>
                </a:ext>
              </a:extLst>
            </p:cNvPr>
            <p:cNvSpPr txBox="1"/>
            <p:nvPr/>
          </p:nvSpPr>
          <p:spPr>
            <a:xfrm>
              <a:off x="0" y="-38100"/>
              <a:ext cx="3513414" cy="249078"/>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86" name="Google Shape;386;p12">
            <a:extLst>
              <a:ext uri="{FF2B5EF4-FFF2-40B4-BE49-F238E27FC236}">
                <a16:creationId xmlns:a16="http://schemas.microsoft.com/office/drawing/2014/main" id="{69EB8AD8-184C-59E7-B8C5-F2D56F48F8E8}"/>
              </a:ext>
            </a:extLst>
          </p:cNvPr>
          <p:cNvGrpSpPr/>
          <p:nvPr/>
        </p:nvGrpSpPr>
        <p:grpSpPr>
          <a:xfrm>
            <a:off x="9144000" y="9638750"/>
            <a:ext cx="9144000" cy="648250"/>
            <a:chOff x="0" y="-38100"/>
            <a:chExt cx="3513414" cy="249078"/>
          </a:xfrm>
        </p:grpSpPr>
        <p:sp>
          <p:nvSpPr>
            <p:cNvPr id="387" name="Google Shape;387;p12">
              <a:extLst>
                <a:ext uri="{FF2B5EF4-FFF2-40B4-BE49-F238E27FC236}">
                  <a16:creationId xmlns:a16="http://schemas.microsoft.com/office/drawing/2014/main" id="{FE831EDB-5C9B-0F2C-2538-52F70C221DDE}"/>
                </a:ext>
              </a:extLst>
            </p:cNvPr>
            <p:cNvSpPr/>
            <p:nvPr/>
          </p:nvSpPr>
          <p:spPr>
            <a:xfrm>
              <a:off x="0" y="0"/>
              <a:ext cx="3513414" cy="210978"/>
            </a:xfrm>
            <a:custGeom>
              <a:avLst/>
              <a:gdLst/>
              <a:ahLst/>
              <a:cxnLst/>
              <a:rect l="l" t="t" r="r" b="b"/>
              <a:pathLst>
                <a:path w="3513414" h="210978" extrusionOk="0">
                  <a:moveTo>
                    <a:pt x="0" y="0"/>
                  </a:moveTo>
                  <a:lnTo>
                    <a:pt x="3513414" y="0"/>
                  </a:lnTo>
                  <a:lnTo>
                    <a:pt x="3513414" y="210978"/>
                  </a:lnTo>
                  <a:lnTo>
                    <a:pt x="0" y="210978"/>
                  </a:lnTo>
                  <a:close/>
                </a:path>
              </a:pathLst>
            </a:custGeom>
            <a:solidFill>
              <a:srgbClr val="FCB50F"/>
            </a:solidFill>
            <a:ln>
              <a:noFill/>
            </a:ln>
          </p:spPr>
        </p:sp>
        <p:sp>
          <p:nvSpPr>
            <p:cNvPr id="388" name="Google Shape;388;p12">
              <a:extLst>
                <a:ext uri="{FF2B5EF4-FFF2-40B4-BE49-F238E27FC236}">
                  <a16:creationId xmlns:a16="http://schemas.microsoft.com/office/drawing/2014/main" id="{0825DA07-648C-6719-B593-179D2111C5EA}"/>
                </a:ext>
              </a:extLst>
            </p:cNvPr>
            <p:cNvSpPr txBox="1"/>
            <p:nvPr/>
          </p:nvSpPr>
          <p:spPr>
            <a:xfrm>
              <a:off x="0" y="-38100"/>
              <a:ext cx="3513414" cy="249078"/>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389" name="Google Shape;389;p12">
            <a:extLst>
              <a:ext uri="{FF2B5EF4-FFF2-40B4-BE49-F238E27FC236}">
                <a16:creationId xmlns:a16="http://schemas.microsoft.com/office/drawing/2014/main" id="{F5564431-DD3A-7980-ED93-AC276885CC4A}"/>
              </a:ext>
            </a:extLst>
          </p:cNvPr>
          <p:cNvSpPr/>
          <p:nvPr/>
        </p:nvSpPr>
        <p:spPr>
          <a:xfrm rot="10800000" flipH="1">
            <a:off x="15098176" y="25176"/>
            <a:ext cx="3189824" cy="3267046"/>
          </a:xfrm>
          <a:custGeom>
            <a:avLst/>
            <a:gdLst/>
            <a:ahLst/>
            <a:cxnLst/>
            <a:rect l="l" t="t" r="r" b="b"/>
            <a:pathLst>
              <a:path w="3189824" h="3267046" extrusionOk="0">
                <a:moveTo>
                  <a:pt x="0" y="3267045"/>
                </a:moveTo>
                <a:lnTo>
                  <a:pt x="3189824" y="3267045"/>
                </a:lnTo>
                <a:lnTo>
                  <a:pt x="3189824" y="0"/>
                </a:lnTo>
                <a:lnTo>
                  <a:pt x="0" y="0"/>
                </a:lnTo>
                <a:lnTo>
                  <a:pt x="0" y="3267045"/>
                </a:lnTo>
                <a:close/>
              </a:path>
            </a:pathLst>
          </a:custGeom>
          <a:blipFill rotWithShape="1">
            <a:blip r:embed="rId4">
              <a:alphaModFix/>
            </a:blip>
            <a:stretch>
              <a:fillRect/>
            </a:stretch>
          </a:blipFill>
          <a:ln>
            <a:noFill/>
          </a:ln>
        </p:spPr>
      </p:sp>
      <p:grpSp>
        <p:nvGrpSpPr>
          <p:cNvPr id="390" name="Google Shape;390;p12">
            <a:extLst>
              <a:ext uri="{FF2B5EF4-FFF2-40B4-BE49-F238E27FC236}">
                <a16:creationId xmlns:a16="http://schemas.microsoft.com/office/drawing/2014/main" id="{215A0C37-D8CB-01F8-5B53-0D804CFB9498}"/>
              </a:ext>
            </a:extLst>
          </p:cNvPr>
          <p:cNvGrpSpPr/>
          <p:nvPr/>
        </p:nvGrpSpPr>
        <p:grpSpPr>
          <a:xfrm>
            <a:off x="1028700" y="3059981"/>
            <a:ext cx="7640205" cy="695937"/>
            <a:chOff x="0" y="-38100"/>
            <a:chExt cx="2935609" cy="267401"/>
          </a:xfrm>
        </p:grpSpPr>
        <p:sp>
          <p:nvSpPr>
            <p:cNvPr id="391" name="Google Shape;391;p12">
              <a:extLst>
                <a:ext uri="{FF2B5EF4-FFF2-40B4-BE49-F238E27FC236}">
                  <a16:creationId xmlns:a16="http://schemas.microsoft.com/office/drawing/2014/main" id="{2B52B392-A64C-9F12-3B3F-3B80FBB6EC34}"/>
                </a:ext>
              </a:extLst>
            </p:cNvPr>
            <p:cNvSpPr/>
            <p:nvPr/>
          </p:nvSpPr>
          <p:spPr>
            <a:xfrm>
              <a:off x="0" y="0"/>
              <a:ext cx="2935609" cy="229301"/>
            </a:xfrm>
            <a:custGeom>
              <a:avLst/>
              <a:gdLst/>
              <a:ahLst/>
              <a:cxnLst/>
              <a:rect l="l" t="t" r="r" b="b"/>
              <a:pathLst>
                <a:path w="2935609" h="229301" extrusionOk="0">
                  <a:moveTo>
                    <a:pt x="16213" y="0"/>
                  </a:moveTo>
                  <a:lnTo>
                    <a:pt x="2919396" y="0"/>
                  </a:lnTo>
                  <a:cubicBezTo>
                    <a:pt x="2928350" y="0"/>
                    <a:pt x="2935609" y="7259"/>
                    <a:pt x="2935609" y="16213"/>
                  </a:cubicBezTo>
                  <a:lnTo>
                    <a:pt x="2935609" y="213088"/>
                  </a:lnTo>
                  <a:cubicBezTo>
                    <a:pt x="2935609" y="217388"/>
                    <a:pt x="2933900" y="221512"/>
                    <a:pt x="2930860" y="224552"/>
                  </a:cubicBezTo>
                  <a:cubicBezTo>
                    <a:pt x="2927819" y="227593"/>
                    <a:pt x="2923696" y="229301"/>
                    <a:pt x="2919396" y="229301"/>
                  </a:cubicBezTo>
                  <a:lnTo>
                    <a:pt x="16213" y="229301"/>
                  </a:lnTo>
                  <a:cubicBezTo>
                    <a:pt x="11913" y="229301"/>
                    <a:pt x="7789" y="227593"/>
                    <a:pt x="4749" y="224552"/>
                  </a:cubicBezTo>
                  <a:cubicBezTo>
                    <a:pt x="1708" y="221512"/>
                    <a:pt x="0" y="217388"/>
                    <a:pt x="0" y="213088"/>
                  </a:cubicBezTo>
                  <a:lnTo>
                    <a:pt x="0" y="16213"/>
                  </a:lnTo>
                  <a:cubicBezTo>
                    <a:pt x="0" y="11913"/>
                    <a:pt x="1708" y="7789"/>
                    <a:pt x="4749" y="4749"/>
                  </a:cubicBezTo>
                  <a:cubicBezTo>
                    <a:pt x="7789" y="1708"/>
                    <a:pt x="11913" y="0"/>
                    <a:pt x="16213" y="0"/>
                  </a:cubicBezTo>
                  <a:close/>
                </a:path>
              </a:pathLst>
            </a:custGeom>
            <a:solidFill>
              <a:srgbClr val="2945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12">
              <a:extLst>
                <a:ext uri="{FF2B5EF4-FFF2-40B4-BE49-F238E27FC236}">
                  <a16:creationId xmlns:a16="http://schemas.microsoft.com/office/drawing/2014/main" id="{3115F2CD-44CD-71A9-62FC-80331ECD65F2}"/>
                </a:ext>
              </a:extLst>
            </p:cNvPr>
            <p:cNvSpPr txBox="1"/>
            <p:nvPr/>
          </p:nvSpPr>
          <p:spPr>
            <a:xfrm>
              <a:off x="0" y="-38100"/>
              <a:ext cx="2935609" cy="267401"/>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393" name="Google Shape;393;p12">
            <a:extLst>
              <a:ext uri="{FF2B5EF4-FFF2-40B4-BE49-F238E27FC236}">
                <a16:creationId xmlns:a16="http://schemas.microsoft.com/office/drawing/2014/main" id="{6B12A02C-1522-7470-4C08-8CD59D8434D5}"/>
              </a:ext>
            </a:extLst>
          </p:cNvPr>
          <p:cNvSpPr txBox="1"/>
          <p:nvPr/>
        </p:nvSpPr>
        <p:spPr>
          <a:xfrm>
            <a:off x="1321998" y="3108204"/>
            <a:ext cx="9503291" cy="580390"/>
          </a:xfrm>
          <a:prstGeom prst="rect">
            <a:avLst/>
          </a:prstGeom>
          <a:noFill/>
          <a:ln>
            <a:noFill/>
          </a:ln>
        </p:spPr>
        <p:txBody>
          <a:bodyPr spcFirstLastPara="1" wrap="square" lIns="0" tIns="0" rIns="0" bIns="0" anchor="t" anchorCtr="0">
            <a:spAutoFit/>
          </a:bodyPr>
          <a:lstStyle/>
          <a:p>
            <a:pPr marL="0" marR="0" lvl="0" indent="0" algn="l" rtl="0">
              <a:lnSpc>
                <a:spcPct val="140011"/>
              </a:lnSpc>
              <a:spcBef>
                <a:spcPts val="0"/>
              </a:spcBef>
              <a:spcAft>
                <a:spcPts val="0"/>
              </a:spcAft>
              <a:buNone/>
            </a:pPr>
            <a:r>
              <a:rPr lang="en-US" sz="3399" b="1" i="0" u="none" strike="noStrike" cap="none">
                <a:solidFill>
                  <a:srgbClr val="F9EEE1"/>
                </a:solidFill>
                <a:latin typeface="Open Sans"/>
                <a:ea typeface="Open Sans"/>
                <a:cs typeface="Open Sans"/>
                <a:sym typeface="Open Sans"/>
              </a:rPr>
              <a:t>Pelaksanaan Kegiatan hari kedua</a:t>
            </a:r>
            <a:endParaRPr/>
          </a:p>
        </p:txBody>
      </p:sp>
      <p:cxnSp>
        <p:nvCxnSpPr>
          <p:cNvPr id="394" name="Google Shape;394;p12">
            <a:extLst>
              <a:ext uri="{FF2B5EF4-FFF2-40B4-BE49-F238E27FC236}">
                <a16:creationId xmlns:a16="http://schemas.microsoft.com/office/drawing/2014/main" id="{F2516B19-D32F-16C2-8FCF-3F4C1532F128}"/>
              </a:ext>
            </a:extLst>
          </p:cNvPr>
          <p:cNvCxnSpPr/>
          <p:nvPr/>
        </p:nvCxnSpPr>
        <p:spPr>
          <a:xfrm>
            <a:off x="1089320" y="2542448"/>
            <a:ext cx="3482680" cy="0"/>
          </a:xfrm>
          <a:prstGeom prst="straightConnector1">
            <a:avLst/>
          </a:prstGeom>
          <a:noFill/>
          <a:ln w="38100" cap="rnd" cmpd="sng">
            <a:solidFill>
              <a:srgbClr val="EF8126"/>
            </a:solidFill>
            <a:prstDash val="solid"/>
            <a:round/>
            <a:headEnd type="none" w="sm" len="sm"/>
            <a:tailEnd type="none" w="sm" len="sm"/>
          </a:ln>
        </p:spPr>
      </p:cxnSp>
      <p:cxnSp>
        <p:nvCxnSpPr>
          <p:cNvPr id="395" name="Google Shape;395;p12">
            <a:extLst>
              <a:ext uri="{FF2B5EF4-FFF2-40B4-BE49-F238E27FC236}">
                <a16:creationId xmlns:a16="http://schemas.microsoft.com/office/drawing/2014/main" id="{9E009A9A-17AE-2C47-0697-126A4DF0D656}"/>
              </a:ext>
            </a:extLst>
          </p:cNvPr>
          <p:cNvCxnSpPr/>
          <p:nvPr/>
        </p:nvCxnSpPr>
        <p:spPr>
          <a:xfrm>
            <a:off x="1089320" y="2628173"/>
            <a:ext cx="3482680" cy="0"/>
          </a:xfrm>
          <a:prstGeom prst="straightConnector1">
            <a:avLst/>
          </a:prstGeom>
          <a:noFill/>
          <a:ln w="38100" cap="rnd" cmpd="sng">
            <a:solidFill>
              <a:srgbClr val="EF8126"/>
            </a:solidFill>
            <a:prstDash val="solid"/>
            <a:round/>
            <a:headEnd type="none" w="sm" len="sm"/>
            <a:tailEnd type="none" w="sm" len="sm"/>
          </a:ln>
        </p:spPr>
      </p:cxnSp>
      <p:sp>
        <p:nvSpPr>
          <p:cNvPr id="396" name="Google Shape;396;p12">
            <a:extLst>
              <a:ext uri="{FF2B5EF4-FFF2-40B4-BE49-F238E27FC236}">
                <a16:creationId xmlns:a16="http://schemas.microsoft.com/office/drawing/2014/main" id="{BF18E09D-5150-D09F-61B4-E2E6298A1ABD}"/>
              </a:ext>
            </a:extLst>
          </p:cNvPr>
          <p:cNvSpPr/>
          <p:nvPr/>
        </p:nvSpPr>
        <p:spPr>
          <a:xfrm>
            <a:off x="13302173" y="-984116"/>
            <a:ext cx="3139599" cy="3116766"/>
          </a:xfrm>
          <a:custGeom>
            <a:avLst/>
            <a:gdLst/>
            <a:ahLst/>
            <a:cxnLst/>
            <a:rect l="l" t="t" r="r" b="b"/>
            <a:pathLst>
              <a:path w="3139599" h="3116766" extrusionOk="0">
                <a:moveTo>
                  <a:pt x="0" y="0"/>
                </a:moveTo>
                <a:lnTo>
                  <a:pt x="3139599" y="0"/>
                </a:lnTo>
                <a:lnTo>
                  <a:pt x="3139599" y="3116766"/>
                </a:lnTo>
                <a:lnTo>
                  <a:pt x="0" y="3116766"/>
                </a:lnTo>
                <a:lnTo>
                  <a:pt x="0" y="0"/>
                </a:lnTo>
                <a:close/>
              </a:path>
            </a:pathLst>
          </a:custGeom>
          <a:blipFill rotWithShape="1">
            <a:blip r:embed="rId5">
              <a:alphaModFix/>
            </a:blip>
            <a:stretch>
              <a:fillRect/>
            </a:stretch>
          </a:blipFill>
          <a:ln>
            <a:noFill/>
          </a:ln>
        </p:spPr>
      </p:sp>
      <p:grpSp>
        <p:nvGrpSpPr>
          <p:cNvPr id="397" name="Google Shape;397;p12">
            <a:extLst>
              <a:ext uri="{FF2B5EF4-FFF2-40B4-BE49-F238E27FC236}">
                <a16:creationId xmlns:a16="http://schemas.microsoft.com/office/drawing/2014/main" id="{6D4986EA-A8E2-E8A6-FDBF-9444A8062A00}"/>
              </a:ext>
            </a:extLst>
          </p:cNvPr>
          <p:cNvGrpSpPr/>
          <p:nvPr/>
        </p:nvGrpSpPr>
        <p:grpSpPr>
          <a:xfrm>
            <a:off x="1463809" y="4243296"/>
            <a:ext cx="6971960" cy="2493591"/>
            <a:chOff x="0" y="-38100"/>
            <a:chExt cx="4200676" cy="1502414"/>
          </a:xfrm>
        </p:grpSpPr>
        <p:sp>
          <p:nvSpPr>
            <p:cNvPr id="398" name="Google Shape;398;p12">
              <a:extLst>
                <a:ext uri="{FF2B5EF4-FFF2-40B4-BE49-F238E27FC236}">
                  <a16:creationId xmlns:a16="http://schemas.microsoft.com/office/drawing/2014/main" id="{6F5AB82D-B6CA-0337-37A9-D74396D5158B}"/>
                </a:ext>
              </a:extLst>
            </p:cNvPr>
            <p:cNvSpPr/>
            <p:nvPr/>
          </p:nvSpPr>
          <p:spPr>
            <a:xfrm>
              <a:off x="0" y="0"/>
              <a:ext cx="4200676" cy="1464314"/>
            </a:xfrm>
            <a:custGeom>
              <a:avLst/>
              <a:gdLst/>
              <a:ahLst/>
              <a:cxnLst/>
              <a:rect l="l" t="t" r="r" b="b"/>
              <a:pathLst>
                <a:path w="4200676" h="1464314" extrusionOk="0">
                  <a:moveTo>
                    <a:pt x="75510" y="0"/>
                  </a:moveTo>
                  <a:lnTo>
                    <a:pt x="4125166" y="0"/>
                  </a:lnTo>
                  <a:cubicBezTo>
                    <a:pt x="4145193" y="0"/>
                    <a:pt x="4164399" y="7955"/>
                    <a:pt x="4178560" y="22116"/>
                  </a:cubicBezTo>
                  <a:cubicBezTo>
                    <a:pt x="4192721" y="36277"/>
                    <a:pt x="4200676" y="55483"/>
                    <a:pt x="4200676" y="75510"/>
                  </a:cubicBezTo>
                  <a:lnTo>
                    <a:pt x="4200676" y="1388804"/>
                  </a:lnTo>
                  <a:cubicBezTo>
                    <a:pt x="4200676" y="1430507"/>
                    <a:pt x="4166869" y="1464314"/>
                    <a:pt x="4125166" y="1464314"/>
                  </a:cubicBezTo>
                  <a:lnTo>
                    <a:pt x="75510" y="1464314"/>
                  </a:lnTo>
                  <a:cubicBezTo>
                    <a:pt x="33807" y="1464314"/>
                    <a:pt x="0" y="1430507"/>
                    <a:pt x="0" y="1388804"/>
                  </a:cubicBezTo>
                  <a:lnTo>
                    <a:pt x="0" y="75510"/>
                  </a:lnTo>
                  <a:cubicBezTo>
                    <a:pt x="0" y="33807"/>
                    <a:pt x="33807" y="0"/>
                    <a:pt x="75510" y="0"/>
                  </a:cubicBezTo>
                  <a:close/>
                </a:path>
              </a:pathLst>
            </a:custGeom>
            <a:solidFill>
              <a:srgbClr val="FCB50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99;p12">
              <a:extLst>
                <a:ext uri="{FF2B5EF4-FFF2-40B4-BE49-F238E27FC236}">
                  <a16:creationId xmlns:a16="http://schemas.microsoft.com/office/drawing/2014/main" id="{BEB3AD80-7E8A-9C91-2054-5DE5F04F3643}"/>
                </a:ext>
              </a:extLst>
            </p:cNvPr>
            <p:cNvSpPr txBox="1"/>
            <p:nvPr/>
          </p:nvSpPr>
          <p:spPr>
            <a:xfrm>
              <a:off x="0" y="-38100"/>
              <a:ext cx="4200676" cy="1502414"/>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00" name="Google Shape;400;p12">
            <a:extLst>
              <a:ext uri="{FF2B5EF4-FFF2-40B4-BE49-F238E27FC236}">
                <a16:creationId xmlns:a16="http://schemas.microsoft.com/office/drawing/2014/main" id="{ED527822-2765-0FF9-CE87-D5E0F07B46FA}"/>
              </a:ext>
            </a:extLst>
          </p:cNvPr>
          <p:cNvGrpSpPr/>
          <p:nvPr/>
        </p:nvGrpSpPr>
        <p:grpSpPr>
          <a:xfrm>
            <a:off x="1637968" y="4157966"/>
            <a:ext cx="6946860" cy="2489814"/>
            <a:chOff x="0" y="-38100"/>
            <a:chExt cx="4185553" cy="1500138"/>
          </a:xfrm>
        </p:grpSpPr>
        <p:sp>
          <p:nvSpPr>
            <p:cNvPr id="401" name="Google Shape;401;p12">
              <a:extLst>
                <a:ext uri="{FF2B5EF4-FFF2-40B4-BE49-F238E27FC236}">
                  <a16:creationId xmlns:a16="http://schemas.microsoft.com/office/drawing/2014/main" id="{4AEFFCD8-4909-1BD5-6B08-27DA0E280A3F}"/>
                </a:ext>
              </a:extLst>
            </p:cNvPr>
            <p:cNvSpPr/>
            <p:nvPr/>
          </p:nvSpPr>
          <p:spPr>
            <a:xfrm>
              <a:off x="0" y="0"/>
              <a:ext cx="4185553" cy="1462038"/>
            </a:xfrm>
            <a:custGeom>
              <a:avLst/>
              <a:gdLst/>
              <a:ahLst/>
              <a:cxnLst/>
              <a:rect l="l" t="t" r="r" b="b"/>
              <a:pathLst>
                <a:path w="4185553" h="1462038" extrusionOk="0">
                  <a:moveTo>
                    <a:pt x="75783" y="0"/>
                  </a:moveTo>
                  <a:lnTo>
                    <a:pt x="4109770" y="0"/>
                  </a:lnTo>
                  <a:cubicBezTo>
                    <a:pt x="4129869" y="0"/>
                    <a:pt x="4149145" y="7984"/>
                    <a:pt x="4163357" y="22196"/>
                  </a:cubicBezTo>
                  <a:cubicBezTo>
                    <a:pt x="4177569" y="36408"/>
                    <a:pt x="4185553" y="55684"/>
                    <a:pt x="4185553" y="75783"/>
                  </a:cubicBezTo>
                  <a:lnTo>
                    <a:pt x="4185553" y="1386256"/>
                  </a:lnTo>
                  <a:cubicBezTo>
                    <a:pt x="4185553" y="1428109"/>
                    <a:pt x="4151624" y="1462038"/>
                    <a:pt x="4109770" y="1462038"/>
                  </a:cubicBezTo>
                  <a:lnTo>
                    <a:pt x="75783" y="1462038"/>
                  </a:lnTo>
                  <a:cubicBezTo>
                    <a:pt x="33929" y="1462038"/>
                    <a:pt x="0" y="1428109"/>
                    <a:pt x="0" y="1386256"/>
                  </a:cubicBezTo>
                  <a:lnTo>
                    <a:pt x="0" y="75783"/>
                  </a:lnTo>
                  <a:cubicBezTo>
                    <a:pt x="0" y="55684"/>
                    <a:pt x="7984" y="36408"/>
                    <a:pt x="22196" y="22196"/>
                  </a:cubicBezTo>
                  <a:cubicBezTo>
                    <a:pt x="36408" y="7984"/>
                    <a:pt x="55684" y="0"/>
                    <a:pt x="75783" y="0"/>
                  </a:cubicBezTo>
                  <a:close/>
                </a:path>
              </a:pathLst>
            </a:custGeom>
            <a:solidFill>
              <a:srgbClr val="2945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12">
              <a:extLst>
                <a:ext uri="{FF2B5EF4-FFF2-40B4-BE49-F238E27FC236}">
                  <a16:creationId xmlns:a16="http://schemas.microsoft.com/office/drawing/2014/main" id="{30F22150-1755-D9E7-DCAF-11A56C8FD799}"/>
                </a:ext>
              </a:extLst>
            </p:cNvPr>
            <p:cNvSpPr txBox="1"/>
            <p:nvPr/>
          </p:nvSpPr>
          <p:spPr>
            <a:xfrm>
              <a:off x="0" y="-38100"/>
              <a:ext cx="4185553" cy="1500138"/>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403" name="Google Shape;403;p12">
            <a:extLst>
              <a:ext uri="{FF2B5EF4-FFF2-40B4-BE49-F238E27FC236}">
                <a16:creationId xmlns:a16="http://schemas.microsoft.com/office/drawing/2014/main" id="{779FF193-18DA-6000-ECB4-34208549D9E8}"/>
              </a:ext>
            </a:extLst>
          </p:cNvPr>
          <p:cNvSpPr/>
          <p:nvPr/>
        </p:nvSpPr>
        <p:spPr>
          <a:xfrm rot="5400000" flipH="1">
            <a:off x="39160" y="8086720"/>
            <a:ext cx="1795277" cy="2605283"/>
          </a:xfrm>
          <a:custGeom>
            <a:avLst/>
            <a:gdLst/>
            <a:ahLst/>
            <a:cxnLst/>
            <a:rect l="l" t="t" r="r" b="b"/>
            <a:pathLst>
              <a:path w="1795277" h="2605283" extrusionOk="0">
                <a:moveTo>
                  <a:pt x="1795277" y="0"/>
                </a:moveTo>
                <a:lnTo>
                  <a:pt x="0" y="0"/>
                </a:lnTo>
                <a:lnTo>
                  <a:pt x="0" y="2605283"/>
                </a:lnTo>
                <a:lnTo>
                  <a:pt x="1795277" y="2605283"/>
                </a:lnTo>
                <a:lnTo>
                  <a:pt x="1795277" y="0"/>
                </a:lnTo>
                <a:close/>
              </a:path>
            </a:pathLst>
          </a:custGeom>
          <a:blipFill rotWithShape="1">
            <a:blip r:embed="rId6">
              <a:alphaModFix/>
            </a:blip>
            <a:stretch>
              <a:fillRect/>
            </a:stretch>
          </a:blipFill>
          <a:ln>
            <a:noFill/>
          </a:ln>
        </p:spPr>
      </p:sp>
      <p:grpSp>
        <p:nvGrpSpPr>
          <p:cNvPr id="404" name="Google Shape;404;p12">
            <a:extLst>
              <a:ext uri="{FF2B5EF4-FFF2-40B4-BE49-F238E27FC236}">
                <a16:creationId xmlns:a16="http://schemas.microsoft.com/office/drawing/2014/main" id="{2A86F6DE-7F87-25AF-585C-E5ABF3D06F29}"/>
              </a:ext>
            </a:extLst>
          </p:cNvPr>
          <p:cNvGrpSpPr/>
          <p:nvPr/>
        </p:nvGrpSpPr>
        <p:grpSpPr>
          <a:xfrm>
            <a:off x="1949263" y="4157966"/>
            <a:ext cx="6359432" cy="1018620"/>
            <a:chOff x="0" y="-38100"/>
            <a:chExt cx="3831622" cy="613729"/>
          </a:xfrm>
        </p:grpSpPr>
        <p:sp>
          <p:nvSpPr>
            <p:cNvPr id="405" name="Google Shape;405;p12">
              <a:extLst>
                <a:ext uri="{FF2B5EF4-FFF2-40B4-BE49-F238E27FC236}">
                  <a16:creationId xmlns:a16="http://schemas.microsoft.com/office/drawing/2014/main" id="{54D712E1-1716-45E9-87D1-FD33B3AF70B3}"/>
                </a:ext>
              </a:extLst>
            </p:cNvPr>
            <p:cNvSpPr/>
            <p:nvPr/>
          </p:nvSpPr>
          <p:spPr>
            <a:xfrm>
              <a:off x="0" y="0"/>
              <a:ext cx="3831622" cy="575629"/>
            </a:xfrm>
            <a:custGeom>
              <a:avLst/>
              <a:gdLst/>
              <a:ahLst/>
              <a:cxnLst/>
              <a:rect l="l" t="t" r="r" b="b"/>
              <a:pathLst>
                <a:path w="3831622" h="575629" extrusionOk="0">
                  <a:moveTo>
                    <a:pt x="82783" y="0"/>
                  </a:moveTo>
                  <a:lnTo>
                    <a:pt x="3748839" y="0"/>
                  </a:lnTo>
                  <a:cubicBezTo>
                    <a:pt x="3794559" y="0"/>
                    <a:pt x="3831622" y="37063"/>
                    <a:pt x="3831622" y="82783"/>
                  </a:cubicBezTo>
                  <a:lnTo>
                    <a:pt x="3831622" y="492846"/>
                  </a:lnTo>
                  <a:cubicBezTo>
                    <a:pt x="3831622" y="538566"/>
                    <a:pt x="3794559" y="575629"/>
                    <a:pt x="3748839" y="575629"/>
                  </a:cubicBezTo>
                  <a:lnTo>
                    <a:pt x="82783" y="575629"/>
                  </a:lnTo>
                  <a:cubicBezTo>
                    <a:pt x="37063" y="575629"/>
                    <a:pt x="0" y="538566"/>
                    <a:pt x="0" y="492846"/>
                  </a:cubicBezTo>
                  <a:lnTo>
                    <a:pt x="0" y="82783"/>
                  </a:lnTo>
                  <a:cubicBezTo>
                    <a:pt x="0" y="37063"/>
                    <a:pt x="37063" y="0"/>
                    <a:pt x="82783" y="0"/>
                  </a:cubicBezTo>
                  <a:close/>
                </a:path>
              </a:pathLst>
            </a:custGeom>
            <a:solidFill>
              <a:srgbClr val="FCB50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12">
              <a:extLst>
                <a:ext uri="{FF2B5EF4-FFF2-40B4-BE49-F238E27FC236}">
                  <a16:creationId xmlns:a16="http://schemas.microsoft.com/office/drawing/2014/main" id="{DA76B6E8-C493-8AD9-A141-71FA4936F32E}"/>
                </a:ext>
              </a:extLst>
            </p:cNvPr>
            <p:cNvSpPr txBox="1"/>
            <p:nvPr/>
          </p:nvSpPr>
          <p:spPr>
            <a:xfrm>
              <a:off x="0" y="-38100"/>
              <a:ext cx="3831622" cy="613729"/>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07" name="Google Shape;407;p12">
            <a:extLst>
              <a:ext uri="{FF2B5EF4-FFF2-40B4-BE49-F238E27FC236}">
                <a16:creationId xmlns:a16="http://schemas.microsoft.com/office/drawing/2014/main" id="{A822888E-7F8E-E420-B195-4E11BBF5FC55}"/>
              </a:ext>
            </a:extLst>
          </p:cNvPr>
          <p:cNvGrpSpPr/>
          <p:nvPr/>
        </p:nvGrpSpPr>
        <p:grpSpPr>
          <a:xfrm>
            <a:off x="9487424" y="4139694"/>
            <a:ext cx="7092378" cy="2536660"/>
            <a:chOff x="0" y="-38100"/>
            <a:chExt cx="4200676" cy="1502414"/>
          </a:xfrm>
        </p:grpSpPr>
        <p:sp>
          <p:nvSpPr>
            <p:cNvPr id="408" name="Google Shape;408;p12">
              <a:extLst>
                <a:ext uri="{FF2B5EF4-FFF2-40B4-BE49-F238E27FC236}">
                  <a16:creationId xmlns:a16="http://schemas.microsoft.com/office/drawing/2014/main" id="{631F3395-1D29-5201-5DA2-80037A110A45}"/>
                </a:ext>
              </a:extLst>
            </p:cNvPr>
            <p:cNvSpPr/>
            <p:nvPr/>
          </p:nvSpPr>
          <p:spPr>
            <a:xfrm>
              <a:off x="0" y="0"/>
              <a:ext cx="4200676" cy="1464314"/>
            </a:xfrm>
            <a:custGeom>
              <a:avLst/>
              <a:gdLst/>
              <a:ahLst/>
              <a:cxnLst/>
              <a:rect l="l" t="t" r="r" b="b"/>
              <a:pathLst>
                <a:path w="4200676" h="1464314" extrusionOk="0">
                  <a:moveTo>
                    <a:pt x="74228" y="0"/>
                  </a:moveTo>
                  <a:lnTo>
                    <a:pt x="4126449" y="0"/>
                  </a:lnTo>
                  <a:cubicBezTo>
                    <a:pt x="4146135" y="0"/>
                    <a:pt x="4165015" y="7820"/>
                    <a:pt x="4178935" y="21741"/>
                  </a:cubicBezTo>
                  <a:cubicBezTo>
                    <a:pt x="4192856" y="35661"/>
                    <a:pt x="4200676" y="54541"/>
                    <a:pt x="4200676" y="74228"/>
                  </a:cubicBezTo>
                  <a:lnTo>
                    <a:pt x="4200676" y="1390086"/>
                  </a:lnTo>
                  <a:cubicBezTo>
                    <a:pt x="4200676" y="1409773"/>
                    <a:pt x="4192856" y="1428653"/>
                    <a:pt x="4178935" y="1442573"/>
                  </a:cubicBezTo>
                  <a:cubicBezTo>
                    <a:pt x="4165015" y="1456494"/>
                    <a:pt x="4146135" y="1464314"/>
                    <a:pt x="4126449" y="1464314"/>
                  </a:cubicBezTo>
                  <a:lnTo>
                    <a:pt x="74228" y="1464314"/>
                  </a:lnTo>
                  <a:cubicBezTo>
                    <a:pt x="33233" y="1464314"/>
                    <a:pt x="0" y="1431081"/>
                    <a:pt x="0" y="1390086"/>
                  </a:cubicBezTo>
                  <a:lnTo>
                    <a:pt x="0" y="74228"/>
                  </a:lnTo>
                  <a:cubicBezTo>
                    <a:pt x="0" y="54541"/>
                    <a:pt x="7820" y="35661"/>
                    <a:pt x="21741" y="21741"/>
                  </a:cubicBezTo>
                  <a:cubicBezTo>
                    <a:pt x="35661" y="7820"/>
                    <a:pt x="54541" y="0"/>
                    <a:pt x="74228" y="0"/>
                  </a:cubicBezTo>
                  <a:close/>
                </a:path>
              </a:pathLst>
            </a:custGeom>
            <a:solidFill>
              <a:srgbClr val="FCB50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12">
              <a:extLst>
                <a:ext uri="{FF2B5EF4-FFF2-40B4-BE49-F238E27FC236}">
                  <a16:creationId xmlns:a16="http://schemas.microsoft.com/office/drawing/2014/main" id="{80616D19-9E6F-27BF-F76B-F8845B671AB2}"/>
                </a:ext>
              </a:extLst>
            </p:cNvPr>
            <p:cNvSpPr txBox="1"/>
            <p:nvPr/>
          </p:nvSpPr>
          <p:spPr>
            <a:xfrm>
              <a:off x="0" y="-38100"/>
              <a:ext cx="4200676" cy="1502414"/>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10" name="Google Shape;410;p12">
            <a:extLst>
              <a:ext uri="{FF2B5EF4-FFF2-40B4-BE49-F238E27FC236}">
                <a16:creationId xmlns:a16="http://schemas.microsoft.com/office/drawing/2014/main" id="{5841063B-D34E-4A77-2E71-72E9EB84F769}"/>
              </a:ext>
            </a:extLst>
          </p:cNvPr>
          <p:cNvGrpSpPr/>
          <p:nvPr/>
        </p:nvGrpSpPr>
        <p:grpSpPr>
          <a:xfrm>
            <a:off x="9664591" y="4052891"/>
            <a:ext cx="7066844" cy="2532818"/>
            <a:chOff x="0" y="-38100"/>
            <a:chExt cx="4185553" cy="1500138"/>
          </a:xfrm>
        </p:grpSpPr>
        <p:sp>
          <p:nvSpPr>
            <p:cNvPr id="411" name="Google Shape;411;p12">
              <a:extLst>
                <a:ext uri="{FF2B5EF4-FFF2-40B4-BE49-F238E27FC236}">
                  <a16:creationId xmlns:a16="http://schemas.microsoft.com/office/drawing/2014/main" id="{29061B12-78BF-2770-D717-9126F5A138E8}"/>
                </a:ext>
              </a:extLst>
            </p:cNvPr>
            <p:cNvSpPr/>
            <p:nvPr/>
          </p:nvSpPr>
          <p:spPr>
            <a:xfrm>
              <a:off x="0" y="0"/>
              <a:ext cx="4185553" cy="1462038"/>
            </a:xfrm>
            <a:custGeom>
              <a:avLst/>
              <a:gdLst/>
              <a:ahLst/>
              <a:cxnLst/>
              <a:rect l="l" t="t" r="r" b="b"/>
              <a:pathLst>
                <a:path w="4185553" h="1462038" extrusionOk="0">
                  <a:moveTo>
                    <a:pt x="74496" y="0"/>
                  </a:moveTo>
                  <a:lnTo>
                    <a:pt x="4111057" y="0"/>
                  </a:lnTo>
                  <a:cubicBezTo>
                    <a:pt x="4152200" y="0"/>
                    <a:pt x="4185553" y="33353"/>
                    <a:pt x="4185553" y="74496"/>
                  </a:cubicBezTo>
                  <a:lnTo>
                    <a:pt x="4185553" y="1387542"/>
                  </a:lnTo>
                  <a:cubicBezTo>
                    <a:pt x="4185553" y="1428685"/>
                    <a:pt x="4152200" y="1462038"/>
                    <a:pt x="4111057" y="1462038"/>
                  </a:cubicBezTo>
                  <a:lnTo>
                    <a:pt x="74496" y="1462038"/>
                  </a:lnTo>
                  <a:cubicBezTo>
                    <a:pt x="33353" y="1462038"/>
                    <a:pt x="0" y="1428685"/>
                    <a:pt x="0" y="1387542"/>
                  </a:cubicBezTo>
                  <a:lnTo>
                    <a:pt x="0" y="74496"/>
                  </a:lnTo>
                  <a:cubicBezTo>
                    <a:pt x="0" y="33353"/>
                    <a:pt x="33353" y="0"/>
                    <a:pt x="74496" y="0"/>
                  </a:cubicBezTo>
                  <a:close/>
                </a:path>
              </a:pathLst>
            </a:custGeom>
            <a:solidFill>
              <a:srgbClr val="2945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12">
              <a:extLst>
                <a:ext uri="{FF2B5EF4-FFF2-40B4-BE49-F238E27FC236}">
                  <a16:creationId xmlns:a16="http://schemas.microsoft.com/office/drawing/2014/main" id="{71C2558A-1E82-33CB-D75A-6FD4273274A1}"/>
                </a:ext>
              </a:extLst>
            </p:cNvPr>
            <p:cNvSpPr txBox="1"/>
            <p:nvPr/>
          </p:nvSpPr>
          <p:spPr>
            <a:xfrm>
              <a:off x="0" y="-38100"/>
              <a:ext cx="4185553" cy="1500138"/>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13" name="Google Shape;413;p12">
            <a:extLst>
              <a:ext uri="{FF2B5EF4-FFF2-40B4-BE49-F238E27FC236}">
                <a16:creationId xmlns:a16="http://schemas.microsoft.com/office/drawing/2014/main" id="{9D549B77-4F2A-F9EB-1252-55DF83DF1128}"/>
              </a:ext>
            </a:extLst>
          </p:cNvPr>
          <p:cNvGrpSpPr/>
          <p:nvPr/>
        </p:nvGrpSpPr>
        <p:grpSpPr>
          <a:xfrm>
            <a:off x="9981263" y="4052891"/>
            <a:ext cx="6469270" cy="1036214"/>
            <a:chOff x="0" y="-38100"/>
            <a:chExt cx="3831622" cy="613729"/>
          </a:xfrm>
        </p:grpSpPr>
        <p:sp>
          <p:nvSpPr>
            <p:cNvPr id="414" name="Google Shape;414;p12">
              <a:extLst>
                <a:ext uri="{FF2B5EF4-FFF2-40B4-BE49-F238E27FC236}">
                  <a16:creationId xmlns:a16="http://schemas.microsoft.com/office/drawing/2014/main" id="{3A6016F1-0F5D-0B15-54A9-19D031D08496}"/>
                </a:ext>
              </a:extLst>
            </p:cNvPr>
            <p:cNvSpPr/>
            <p:nvPr/>
          </p:nvSpPr>
          <p:spPr>
            <a:xfrm>
              <a:off x="0" y="0"/>
              <a:ext cx="3831622" cy="575629"/>
            </a:xfrm>
            <a:custGeom>
              <a:avLst/>
              <a:gdLst/>
              <a:ahLst/>
              <a:cxnLst/>
              <a:rect l="l" t="t" r="r" b="b"/>
              <a:pathLst>
                <a:path w="3831622" h="575629" extrusionOk="0">
                  <a:moveTo>
                    <a:pt x="81377" y="0"/>
                  </a:moveTo>
                  <a:lnTo>
                    <a:pt x="3750245" y="0"/>
                  </a:lnTo>
                  <a:cubicBezTo>
                    <a:pt x="3771828" y="0"/>
                    <a:pt x="3792526" y="8574"/>
                    <a:pt x="3807787" y="23835"/>
                  </a:cubicBezTo>
                  <a:cubicBezTo>
                    <a:pt x="3823048" y="39096"/>
                    <a:pt x="3831622" y="59795"/>
                    <a:pt x="3831622" y="81377"/>
                  </a:cubicBezTo>
                  <a:lnTo>
                    <a:pt x="3831622" y="494252"/>
                  </a:lnTo>
                  <a:cubicBezTo>
                    <a:pt x="3831622" y="539195"/>
                    <a:pt x="3795188" y="575629"/>
                    <a:pt x="3750245" y="575629"/>
                  </a:cubicBezTo>
                  <a:lnTo>
                    <a:pt x="81377" y="575629"/>
                  </a:lnTo>
                  <a:cubicBezTo>
                    <a:pt x="59795" y="575629"/>
                    <a:pt x="39096" y="567055"/>
                    <a:pt x="23835" y="551794"/>
                  </a:cubicBezTo>
                  <a:cubicBezTo>
                    <a:pt x="8574" y="536533"/>
                    <a:pt x="0" y="515834"/>
                    <a:pt x="0" y="494252"/>
                  </a:cubicBezTo>
                  <a:lnTo>
                    <a:pt x="0" y="81377"/>
                  </a:lnTo>
                  <a:cubicBezTo>
                    <a:pt x="0" y="59795"/>
                    <a:pt x="8574" y="39096"/>
                    <a:pt x="23835" y="23835"/>
                  </a:cubicBezTo>
                  <a:cubicBezTo>
                    <a:pt x="39096" y="8574"/>
                    <a:pt x="59795" y="0"/>
                    <a:pt x="81377" y="0"/>
                  </a:cubicBezTo>
                  <a:close/>
                </a:path>
              </a:pathLst>
            </a:custGeom>
            <a:solidFill>
              <a:srgbClr val="FCB50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12">
              <a:extLst>
                <a:ext uri="{FF2B5EF4-FFF2-40B4-BE49-F238E27FC236}">
                  <a16:creationId xmlns:a16="http://schemas.microsoft.com/office/drawing/2014/main" id="{6E111E0D-7BB5-6595-279D-E0A4CFB1DB0B}"/>
                </a:ext>
              </a:extLst>
            </p:cNvPr>
            <p:cNvSpPr txBox="1"/>
            <p:nvPr/>
          </p:nvSpPr>
          <p:spPr>
            <a:xfrm>
              <a:off x="0" y="-38100"/>
              <a:ext cx="3831622" cy="613729"/>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416" name="Google Shape;416;p12">
            <a:extLst>
              <a:ext uri="{FF2B5EF4-FFF2-40B4-BE49-F238E27FC236}">
                <a16:creationId xmlns:a16="http://schemas.microsoft.com/office/drawing/2014/main" id="{44D6A320-354E-79A2-6F41-BEE154297BDC}"/>
              </a:ext>
            </a:extLst>
          </p:cNvPr>
          <p:cNvSpPr txBox="1"/>
          <p:nvPr/>
        </p:nvSpPr>
        <p:spPr>
          <a:xfrm>
            <a:off x="3281194" y="4250526"/>
            <a:ext cx="3779152" cy="765123"/>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4430" b="1" i="1" u="none" strike="noStrike" cap="none">
                <a:solidFill>
                  <a:srgbClr val="F9EEE1"/>
                </a:solidFill>
                <a:latin typeface="Open Sans"/>
                <a:ea typeface="Open Sans"/>
                <a:cs typeface="Open Sans"/>
                <a:sym typeface="Open Sans"/>
              </a:rPr>
              <a:t>Hari, Tanggal </a:t>
            </a:r>
            <a:endParaRPr/>
          </a:p>
        </p:txBody>
      </p:sp>
      <p:sp>
        <p:nvSpPr>
          <p:cNvPr id="417" name="Google Shape;417;p12">
            <a:extLst>
              <a:ext uri="{FF2B5EF4-FFF2-40B4-BE49-F238E27FC236}">
                <a16:creationId xmlns:a16="http://schemas.microsoft.com/office/drawing/2014/main" id="{C6D379B0-FD65-6D17-B025-78BAD0BAA3F3}"/>
              </a:ext>
            </a:extLst>
          </p:cNvPr>
          <p:cNvSpPr txBox="1"/>
          <p:nvPr/>
        </p:nvSpPr>
        <p:spPr>
          <a:xfrm>
            <a:off x="12319635" y="4176716"/>
            <a:ext cx="3844424" cy="767168"/>
          </a:xfrm>
          <a:prstGeom prst="rect">
            <a:avLst/>
          </a:prstGeom>
          <a:noFill/>
          <a:ln>
            <a:noFill/>
          </a:ln>
        </p:spPr>
        <p:txBody>
          <a:bodyPr spcFirstLastPara="1" wrap="square" lIns="0" tIns="0" rIns="0" bIns="0" anchor="t" anchorCtr="0">
            <a:spAutoFit/>
          </a:bodyPr>
          <a:lstStyle/>
          <a:p>
            <a:pPr marL="0" marR="0" lvl="0" indent="0" algn="l" rtl="0">
              <a:lnSpc>
                <a:spcPct val="140013"/>
              </a:lnSpc>
              <a:spcBef>
                <a:spcPts val="0"/>
              </a:spcBef>
              <a:spcAft>
                <a:spcPts val="0"/>
              </a:spcAft>
              <a:buNone/>
            </a:pPr>
            <a:r>
              <a:rPr lang="en-US" sz="4506" b="1" i="1" u="none" strike="noStrike" cap="none">
                <a:solidFill>
                  <a:srgbClr val="F9EEE1"/>
                </a:solidFill>
                <a:latin typeface="Open Sans"/>
                <a:ea typeface="Open Sans"/>
                <a:cs typeface="Open Sans"/>
                <a:sym typeface="Open Sans"/>
              </a:rPr>
              <a:t>Waktu </a:t>
            </a:r>
            <a:endParaRPr/>
          </a:p>
        </p:txBody>
      </p:sp>
      <p:sp>
        <p:nvSpPr>
          <p:cNvPr id="418" name="Google Shape;418;p12">
            <a:extLst>
              <a:ext uri="{FF2B5EF4-FFF2-40B4-BE49-F238E27FC236}">
                <a16:creationId xmlns:a16="http://schemas.microsoft.com/office/drawing/2014/main" id="{F1255D70-7BA0-C9BB-15A8-AC06E24C4354}"/>
              </a:ext>
            </a:extLst>
          </p:cNvPr>
          <p:cNvSpPr txBox="1"/>
          <p:nvPr/>
        </p:nvSpPr>
        <p:spPr>
          <a:xfrm>
            <a:off x="2297088" y="5515030"/>
            <a:ext cx="6998412" cy="705578"/>
          </a:xfrm>
          <a:prstGeom prst="rect">
            <a:avLst/>
          </a:prstGeom>
          <a:noFill/>
          <a:ln>
            <a:noFill/>
          </a:ln>
        </p:spPr>
        <p:txBody>
          <a:bodyPr spcFirstLastPara="1" wrap="square" lIns="0" tIns="0" rIns="0" bIns="0" anchor="t" anchorCtr="0">
            <a:spAutoFit/>
          </a:bodyPr>
          <a:lstStyle/>
          <a:p>
            <a:pPr marL="0" marR="0" lvl="0" indent="0" algn="l" rtl="0">
              <a:lnSpc>
                <a:spcPct val="140030"/>
              </a:lnSpc>
              <a:spcBef>
                <a:spcPts val="0"/>
              </a:spcBef>
              <a:spcAft>
                <a:spcPts val="0"/>
              </a:spcAft>
              <a:buNone/>
            </a:pPr>
            <a:r>
              <a:rPr lang="en-US" sz="3275" b="0" i="1" u="none" strike="noStrike" cap="none" dirty="0">
                <a:solidFill>
                  <a:srgbClr val="F9EEE1"/>
                </a:solidFill>
                <a:latin typeface="Open Sans"/>
                <a:ea typeface="Open Sans"/>
                <a:cs typeface="Open Sans"/>
                <a:sym typeface="Open Sans"/>
              </a:rPr>
              <a:t>Sabtu, </a:t>
            </a:r>
            <a:r>
              <a:rPr lang="en-US" sz="3275" i="1" dirty="0">
                <a:solidFill>
                  <a:srgbClr val="F9EEE1"/>
                </a:solidFill>
                <a:latin typeface="Open Sans"/>
                <a:ea typeface="Open Sans"/>
                <a:cs typeface="Open Sans"/>
                <a:sym typeface="Open Sans"/>
              </a:rPr>
              <a:t>26</a:t>
            </a:r>
            <a:r>
              <a:rPr lang="en-US" sz="3275" b="0" i="1" u="none" strike="noStrike" cap="none" dirty="0">
                <a:solidFill>
                  <a:srgbClr val="F9EEE1"/>
                </a:solidFill>
                <a:latin typeface="Open Sans"/>
                <a:ea typeface="Open Sans"/>
                <a:cs typeface="Open Sans"/>
                <a:sym typeface="Open Sans"/>
              </a:rPr>
              <a:t> November 2025 </a:t>
            </a:r>
            <a:endParaRPr dirty="0"/>
          </a:p>
        </p:txBody>
      </p:sp>
      <p:sp>
        <p:nvSpPr>
          <p:cNvPr id="419" name="Google Shape;419;p12">
            <a:extLst>
              <a:ext uri="{FF2B5EF4-FFF2-40B4-BE49-F238E27FC236}">
                <a16:creationId xmlns:a16="http://schemas.microsoft.com/office/drawing/2014/main" id="{31F63D2B-4834-EDB7-A7C5-0B54FDBD6C75}"/>
              </a:ext>
            </a:extLst>
          </p:cNvPr>
          <p:cNvSpPr txBox="1"/>
          <p:nvPr/>
        </p:nvSpPr>
        <p:spPr>
          <a:xfrm>
            <a:off x="10825289" y="5418254"/>
            <a:ext cx="7119287" cy="849463"/>
          </a:xfrm>
          <a:prstGeom prst="rect">
            <a:avLst/>
          </a:prstGeom>
          <a:noFill/>
          <a:ln>
            <a:noFill/>
          </a:ln>
        </p:spPr>
        <p:txBody>
          <a:bodyPr spcFirstLastPara="1" wrap="square" lIns="0" tIns="0" rIns="0" bIns="0" anchor="t" anchorCtr="0">
            <a:spAutoFit/>
          </a:bodyPr>
          <a:lstStyle/>
          <a:p>
            <a:pPr marL="0" marR="0" lvl="0" indent="0" algn="l" rtl="0">
              <a:lnSpc>
                <a:spcPct val="139994"/>
              </a:lnSpc>
              <a:spcBef>
                <a:spcPts val="0"/>
              </a:spcBef>
              <a:spcAft>
                <a:spcPts val="0"/>
              </a:spcAft>
              <a:buNone/>
            </a:pPr>
            <a:r>
              <a:rPr lang="en-US" sz="3943" b="0" i="1" u="none" strike="noStrike" cap="none" dirty="0">
                <a:solidFill>
                  <a:srgbClr val="F9EEE1"/>
                </a:solidFill>
                <a:latin typeface="Open Sans"/>
                <a:ea typeface="Open Sans"/>
                <a:cs typeface="Open Sans"/>
                <a:sym typeface="Open Sans"/>
              </a:rPr>
              <a:t>07.00 </a:t>
            </a:r>
            <a:r>
              <a:rPr lang="en-US" sz="3943" b="0" i="1" u="none" strike="noStrike" cap="none" dirty="0" err="1">
                <a:solidFill>
                  <a:srgbClr val="F9EEE1"/>
                </a:solidFill>
                <a:latin typeface="Open Sans"/>
                <a:ea typeface="Open Sans"/>
                <a:cs typeface="Open Sans"/>
                <a:sym typeface="Open Sans"/>
              </a:rPr>
              <a:t>s.d</a:t>
            </a:r>
            <a:r>
              <a:rPr lang="en-US" sz="3943" b="0" i="1" u="none" strike="noStrike" cap="none" dirty="0">
                <a:solidFill>
                  <a:srgbClr val="F9EEE1"/>
                </a:solidFill>
                <a:latin typeface="Open Sans"/>
                <a:ea typeface="Open Sans"/>
                <a:cs typeface="Open Sans"/>
                <a:sym typeface="Open Sans"/>
              </a:rPr>
              <a:t> 17.30 WIB</a:t>
            </a:r>
            <a:endParaRPr dirty="0"/>
          </a:p>
        </p:txBody>
      </p:sp>
      <p:grpSp>
        <p:nvGrpSpPr>
          <p:cNvPr id="420" name="Google Shape;420;p12">
            <a:extLst>
              <a:ext uri="{FF2B5EF4-FFF2-40B4-BE49-F238E27FC236}">
                <a16:creationId xmlns:a16="http://schemas.microsoft.com/office/drawing/2014/main" id="{2F910AF2-F89E-CE22-DF8C-7D22D61B4A77}"/>
              </a:ext>
            </a:extLst>
          </p:cNvPr>
          <p:cNvGrpSpPr/>
          <p:nvPr/>
        </p:nvGrpSpPr>
        <p:grpSpPr>
          <a:xfrm>
            <a:off x="1321998" y="6869967"/>
            <a:ext cx="15371091" cy="2674639"/>
            <a:chOff x="0" y="-87443"/>
            <a:chExt cx="20494788" cy="3566185"/>
          </a:xfrm>
        </p:grpSpPr>
        <p:grpSp>
          <p:nvGrpSpPr>
            <p:cNvPr id="421" name="Google Shape;421;p12">
              <a:extLst>
                <a:ext uri="{FF2B5EF4-FFF2-40B4-BE49-F238E27FC236}">
                  <a16:creationId xmlns:a16="http://schemas.microsoft.com/office/drawing/2014/main" id="{E6F717B1-1A18-BBD5-0D9A-AE63B7765C74}"/>
                </a:ext>
              </a:extLst>
            </p:cNvPr>
            <p:cNvGrpSpPr/>
            <p:nvPr/>
          </p:nvGrpSpPr>
          <p:grpSpPr>
            <a:xfrm>
              <a:off x="0" y="30553"/>
              <a:ext cx="20065786" cy="3448189"/>
              <a:chOff x="0" y="-38100"/>
              <a:chExt cx="8742884" cy="1502414"/>
            </a:xfrm>
          </p:grpSpPr>
          <p:sp>
            <p:nvSpPr>
              <p:cNvPr id="422" name="Google Shape;422;p12">
                <a:extLst>
                  <a:ext uri="{FF2B5EF4-FFF2-40B4-BE49-F238E27FC236}">
                    <a16:creationId xmlns:a16="http://schemas.microsoft.com/office/drawing/2014/main" id="{FC6F2472-ABDF-1CF1-FF34-55BD1A50F87A}"/>
                  </a:ext>
                </a:extLst>
              </p:cNvPr>
              <p:cNvSpPr/>
              <p:nvPr/>
            </p:nvSpPr>
            <p:spPr>
              <a:xfrm>
                <a:off x="0" y="0"/>
                <a:ext cx="8742884" cy="1464314"/>
              </a:xfrm>
              <a:custGeom>
                <a:avLst/>
                <a:gdLst/>
                <a:ahLst/>
                <a:cxnLst/>
                <a:rect l="l" t="t" r="r" b="b"/>
                <a:pathLst>
                  <a:path w="8742884" h="1464314" extrusionOk="0">
                    <a:moveTo>
                      <a:pt x="34982" y="0"/>
                    </a:moveTo>
                    <a:lnTo>
                      <a:pt x="8707903" y="0"/>
                    </a:lnTo>
                    <a:cubicBezTo>
                      <a:pt x="8727222" y="0"/>
                      <a:pt x="8742884" y="15662"/>
                      <a:pt x="8742884" y="34982"/>
                    </a:cubicBezTo>
                    <a:lnTo>
                      <a:pt x="8742884" y="1429332"/>
                    </a:lnTo>
                    <a:cubicBezTo>
                      <a:pt x="8742884" y="1438610"/>
                      <a:pt x="8739198" y="1447508"/>
                      <a:pt x="8732638" y="1454068"/>
                    </a:cubicBezTo>
                    <a:cubicBezTo>
                      <a:pt x="8726078" y="1460628"/>
                      <a:pt x="8717180" y="1464314"/>
                      <a:pt x="8707903" y="1464314"/>
                    </a:cubicBezTo>
                    <a:lnTo>
                      <a:pt x="34982" y="1464314"/>
                    </a:lnTo>
                    <a:cubicBezTo>
                      <a:pt x="15662" y="1464314"/>
                      <a:pt x="0" y="1448652"/>
                      <a:pt x="0" y="1429332"/>
                    </a:cubicBezTo>
                    <a:lnTo>
                      <a:pt x="0" y="34982"/>
                    </a:lnTo>
                    <a:cubicBezTo>
                      <a:pt x="0" y="15662"/>
                      <a:pt x="15662" y="0"/>
                      <a:pt x="34982" y="0"/>
                    </a:cubicBezTo>
                    <a:close/>
                  </a:path>
                </a:pathLst>
              </a:custGeom>
              <a:solidFill>
                <a:srgbClr val="FCB50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12">
                <a:extLst>
                  <a:ext uri="{FF2B5EF4-FFF2-40B4-BE49-F238E27FC236}">
                    <a16:creationId xmlns:a16="http://schemas.microsoft.com/office/drawing/2014/main" id="{52C91A84-C85D-3999-09C7-6832B17B5C4F}"/>
                  </a:ext>
                </a:extLst>
              </p:cNvPr>
              <p:cNvSpPr txBox="1"/>
              <p:nvPr/>
            </p:nvSpPr>
            <p:spPr>
              <a:xfrm>
                <a:off x="0" y="-38100"/>
                <a:ext cx="8742884" cy="1502414"/>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24" name="Google Shape;424;p12">
              <a:extLst>
                <a:ext uri="{FF2B5EF4-FFF2-40B4-BE49-F238E27FC236}">
                  <a16:creationId xmlns:a16="http://schemas.microsoft.com/office/drawing/2014/main" id="{02EA4BBC-5E87-685B-BB60-F900E9A56B49}"/>
                </a:ext>
              </a:extLst>
            </p:cNvPr>
            <p:cNvGrpSpPr/>
            <p:nvPr/>
          </p:nvGrpSpPr>
          <p:grpSpPr>
            <a:xfrm>
              <a:off x="501240" y="-87443"/>
              <a:ext cx="19993548" cy="3442965"/>
              <a:chOff x="0" y="-38100"/>
              <a:chExt cx="8711409" cy="1500138"/>
            </a:xfrm>
          </p:grpSpPr>
          <p:sp>
            <p:nvSpPr>
              <p:cNvPr id="425" name="Google Shape;425;p12">
                <a:extLst>
                  <a:ext uri="{FF2B5EF4-FFF2-40B4-BE49-F238E27FC236}">
                    <a16:creationId xmlns:a16="http://schemas.microsoft.com/office/drawing/2014/main" id="{FCE3708F-76F3-3B53-B055-2231F492A37A}"/>
                  </a:ext>
                </a:extLst>
              </p:cNvPr>
              <p:cNvSpPr/>
              <p:nvPr/>
            </p:nvSpPr>
            <p:spPr>
              <a:xfrm>
                <a:off x="0" y="0"/>
                <a:ext cx="8711409" cy="1462038"/>
              </a:xfrm>
              <a:custGeom>
                <a:avLst/>
                <a:gdLst/>
                <a:ahLst/>
                <a:cxnLst/>
                <a:rect l="l" t="t" r="r" b="b"/>
                <a:pathLst>
                  <a:path w="8711409" h="1462038" extrusionOk="0">
                    <a:moveTo>
                      <a:pt x="35108" y="0"/>
                    </a:moveTo>
                    <a:lnTo>
                      <a:pt x="8676301" y="0"/>
                    </a:lnTo>
                    <a:cubicBezTo>
                      <a:pt x="8685612" y="0"/>
                      <a:pt x="8694541" y="3699"/>
                      <a:pt x="8701125" y="10283"/>
                    </a:cubicBezTo>
                    <a:cubicBezTo>
                      <a:pt x="8707710" y="16867"/>
                      <a:pt x="8711409" y="25797"/>
                      <a:pt x="8711409" y="35108"/>
                    </a:cubicBezTo>
                    <a:lnTo>
                      <a:pt x="8711409" y="1426930"/>
                    </a:lnTo>
                    <a:cubicBezTo>
                      <a:pt x="8711409" y="1436241"/>
                      <a:pt x="8707710" y="1445171"/>
                      <a:pt x="8701125" y="1451755"/>
                    </a:cubicBezTo>
                    <a:cubicBezTo>
                      <a:pt x="8694541" y="1458339"/>
                      <a:pt x="8685612" y="1462038"/>
                      <a:pt x="8676301" y="1462038"/>
                    </a:cubicBezTo>
                    <a:lnTo>
                      <a:pt x="35108" y="1462038"/>
                    </a:lnTo>
                    <a:cubicBezTo>
                      <a:pt x="25797" y="1462038"/>
                      <a:pt x="16867" y="1458339"/>
                      <a:pt x="10283" y="1451755"/>
                    </a:cubicBezTo>
                    <a:cubicBezTo>
                      <a:pt x="3699" y="1445171"/>
                      <a:pt x="0" y="1436241"/>
                      <a:pt x="0" y="1426930"/>
                    </a:cubicBezTo>
                    <a:lnTo>
                      <a:pt x="0" y="35108"/>
                    </a:lnTo>
                    <a:cubicBezTo>
                      <a:pt x="0" y="25797"/>
                      <a:pt x="3699" y="16867"/>
                      <a:pt x="10283" y="10283"/>
                    </a:cubicBezTo>
                    <a:cubicBezTo>
                      <a:pt x="16867" y="3699"/>
                      <a:pt x="25797" y="0"/>
                      <a:pt x="35108" y="0"/>
                    </a:cubicBezTo>
                    <a:close/>
                  </a:path>
                </a:pathLst>
              </a:custGeom>
              <a:solidFill>
                <a:srgbClr val="2945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12">
                <a:extLst>
                  <a:ext uri="{FF2B5EF4-FFF2-40B4-BE49-F238E27FC236}">
                    <a16:creationId xmlns:a16="http://schemas.microsoft.com/office/drawing/2014/main" id="{AD5CE967-F130-3EE9-8C6D-220396CEF177}"/>
                  </a:ext>
                </a:extLst>
              </p:cNvPr>
              <p:cNvSpPr txBox="1"/>
              <p:nvPr/>
            </p:nvSpPr>
            <p:spPr>
              <a:xfrm>
                <a:off x="0" y="-38100"/>
                <a:ext cx="8711408" cy="1500138"/>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27" name="Google Shape;427;p12">
              <a:extLst>
                <a:ext uri="{FF2B5EF4-FFF2-40B4-BE49-F238E27FC236}">
                  <a16:creationId xmlns:a16="http://schemas.microsoft.com/office/drawing/2014/main" id="{F77CEFF1-630F-D45F-9E7D-F8708B3424B5}"/>
                </a:ext>
              </a:extLst>
            </p:cNvPr>
            <p:cNvGrpSpPr/>
            <p:nvPr/>
          </p:nvGrpSpPr>
          <p:grpSpPr>
            <a:xfrm>
              <a:off x="1397171" y="-87443"/>
              <a:ext cx="18302888" cy="1408569"/>
              <a:chOff x="0" y="-38100"/>
              <a:chExt cx="7974770" cy="613729"/>
            </a:xfrm>
          </p:grpSpPr>
          <p:sp>
            <p:nvSpPr>
              <p:cNvPr id="428" name="Google Shape;428;p12">
                <a:extLst>
                  <a:ext uri="{FF2B5EF4-FFF2-40B4-BE49-F238E27FC236}">
                    <a16:creationId xmlns:a16="http://schemas.microsoft.com/office/drawing/2014/main" id="{1D266DF6-DA3D-E065-42E4-11F8A2932CC3}"/>
                  </a:ext>
                </a:extLst>
              </p:cNvPr>
              <p:cNvSpPr/>
              <p:nvPr/>
            </p:nvSpPr>
            <p:spPr>
              <a:xfrm>
                <a:off x="0" y="0"/>
                <a:ext cx="7974770" cy="575629"/>
              </a:xfrm>
              <a:custGeom>
                <a:avLst/>
                <a:gdLst/>
                <a:ahLst/>
                <a:cxnLst/>
                <a:rect l="l" t="t" r="r" b="b"/>
                <a:pathLst>
                  <a:path w="7974770" h="575629" extrusionOk="0">
                    <a:moveTo>
                      <a:pt x="38351" y="0"/>
                    </a:moveTo>
                    <a:lnTo>
                      <a:pt x="7936419" y="0"/>
                    </a:lnTo>
                    <a:cubicBezTo>
                      <a:pt x="7946590" y="0"/>
                      <a:pt x="7956345" y="4041"/>
                      <a:pt x="7963537" y="11233"/>
                    </a:cubicBezTo>
                    <a:cubicBezTo>
                      <a:pt x="7970729" y="18425"/>
                      <a:pt x="7974770" y="28180"/>
                      <a:pt x="7974770" y="38351"/>
                    </a:cubicBezTo>
                    <a:lnTo>
                      <a:pt x="7974770" y="537278"/>
                    </a:lnTo>
                    <a:cubicBezTo>
                      <a:pt x="7974770" y="547449"/>
                      <a:pt x="7970729" y="557204"/>
                      <a:pt x="7963537" y="564396"/>
                    </a:cubicBezTo>
                    <a:cubicBezTo>
                      <a:pt x="7956345" y="571588"/>
                      <a:pt x="7946590" y="575629"/>
                      <a:pt x="7936419" y="575629"/>
                    </a:cubicBezTo>
                    <a:lnTo>
                      <a:pt x="38351" y="575629"/>
                    </a:lnTo>
                    <a:cubicBezTo>
                      <a:pt x="28180" y="575629"/>
                      <a:pt x="18425" y="571588"/>
                      <a:pt x="11233" y="564396"/>
                    </a:cubicBezTo>
                    <a:cubicBezTo>
                      <a:pt x="4041" y="557204"/>
                      <a:pt x="0" y="547449"/>
                      <a:pt x="0" y="537278"/>
                    </a:cubicBezTo>
                    <a:lnTo>
                      <a:pt x="0" y="38351"/>
                    </a:lnTo>
                    <a:cubicBezTo>
                      <a:pt x="0" y="28180"/>
                      <a:pt x="4041" y="18425"/>
                      <a:pt x="11233" y="11233"/>
                    </a:cubicBezTo>
                    <a:cubicBezTo>
                      <a:pt x="18425" y="4041"/>
                      <a:pt x="28180" y="0"/>
                      <a:pt x="38351" y="0"/>
                    </a:cubicBezTo>
                    <a:close/>
                  </a:path>
                </a:pathLst>
              </a:custGeom>
              <a:solidFill>
                <a:srgbClr val="FCB50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12">
                <a:extLst>
                  <a:ext uri="{FF2B5EF4-FFF2-40B4-BE49-F238E27FC236}">
                    <a16:creationId xmlns:a16="http://schemas.microsoft.com/office/drawing/2014/main" id="{EDD5C1BD-6BD0-5D5F-0E48-B081D936D4B6}"/>
                  </a:ext>
                </a:extLst>
              </p:cNvPr>
              <p:cNvSpPr txBox="1"/>
              <p:nvPr/>
            </p:nvSpPr>
            <p:spPr>
              <a:xfrm>
                <a:off x="0" y="-38100"/>
                <a:ext cx="7974770" cy="613729"/>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430" name="Google Shape;430;p12">
              <a:extLst>
                <a:ext uri="{FF2B5EF4-FFF2-40B4-BE49-F238E27FC236}">
                  <a16:creationId xmlns:a16="http://schemas.microsoft.com/office/drawing/2014/main" id="{8929BBC9-7095-26D0-E93E-236BD38E93C6}"/>
                </a:ext>
              </a:extLst>
            </p:cNvPr>
            <p:cNvSpPr txBox="1"/>
            <p:nvPr/>
          </p:nvSpPr>
          <p:spPr>
            <a:xfrm>
              <a:off x="7394431" y="80896"/>
              <a:ext cx="10876661" cy="1012039"/>
            </a:xfrm>
            <a:prstGeom prst="rect">
              <a:avLst/>
            </a:prstGeom>
            <a:noFill/>
            <a:ln>
              <a:noFill/>
            </a:ln>
          </p:spPr>
          <p:txBody>
            <a:bodyPr spcFirstLastPara="1" wrap="square" lIns="0" tIns="0" rIns="0" bIns="0" anchor="t" anchorCtr="0">
              <a:spAutoFit/>
            </a:bodyPr>
            <a:lstStyle/>
            <a:p>
              <a:pPr marL="0" marR="0" lvl="0" indent="0" algn="l" rtl="0">
                <a:lnSpc>
                  <a:spcPct val="140008"/>
                </a:lnSpc>
                <a:spcBef>
                  <a:spcPts val="0"/>
                </a:spcBef>
                <a:spcAft>
                  <a:spcPts val="0"/>
                </a:spcAft>
                <a:buNone/>
              </a:pPr>
              <a:r>
                <a:rPr lang="en-US" sz="4594" b="1" i="1" u="none" strike="noStrike" cap="none">
                  <a:solidFill>
                    <a:srgbClr val="F9EEE1"/>
                  </a:solidFill>
                  <a:latin typeface="Open Sans"/>
                  <a:ea typeface="Open Sans"/>
                  <a:cs typeface="Open Sans"/>
                  <a:sym typeface="Open Sans"/>
                </a:rPr>
                <a:t>Tempat</a:t>
              </a:r>
              <a:endParaRPr/>
            </a:p>
          </p:txBody>
        </p:sp>
        <p:sp>
          <p:nvSpPr>
            <p:cNvPr id="431" name="Google Shape;431;p12">
              <a:extLst>
                <a:ext uri="{FF2B5EF4-FFF2-40B4-BE49-F238E27FC236}">
                  <a16:creationId xmlns:a16="http://schemas.microsoft.com/office/drawing/2014/main" id="{E6A1EB03-5626-B8B4-AF83-D6E947301C49}"/>
                </a:ext>
              </a:extLst>
            </p:cNvPr>
            <p:cNvSpPr txBox="1"/>
            <p:nvPr/>
          </p:nvSpPr>
          <p:spPr>
            <a:xfrm>
              <a:off x="602444" y="1479983"/>
              <a:ext cx="19097615" cy="1623133"/>
            </a:xfrm>
            <a:prstGeom prst="rect">
              <a:avLst/>
            </a:prstGeom>
            <a:noFill/>
            <a:ln>
              <a:noFill/>
            </a:ln>
          </p:spPr>
          <p:txBody>
            <a:bodyPr spcFirstLastPara="1" wrap="square" lIns="0" tIns="0" rIns="0" bIns="0" anchor="t" anchorCtr="0">
              <a:spAutoFit/>
            </a:bodyPr>
            <a:lstStyle/>
            <a:p>
              <a:pPr marL="764631" marR="0" lvl="1" indent="-382314" algn="just" rtl="0">
                <a:lnSpc>
                  <a:spcPct val="140016"/>
                </a:lnSpc>
                <a:spcBef>
                  <a:spcPts val="0"/>
                </a:spcBef>
                <a:spcAft>
                  <a:spcPts val="0"/>
                </a:spcAft>
                <a:buClr>
                  <a:srgbClr val="F9EEE1"/>
                </a:buClr>
                <a:buSzPts val="3541"/>
                <a:buFont typeface="Open Sans"/>
                <a:buAutoNum type="arabicPeriod"/>
              </a:pPr>
              <a:r>
                <a:rPr lang="en-US" sz="3541" b="0" i="1" u="none" strike="noStrike" cap="none" dirty="0">
                  <a:solidFill>
                    <a:srgbClr val="F9EEE1"/>
                  </a:solidFill>
                  <a:latin typeface="Open Sans"/>
                  <a:ea typeface="Open Sans"/>
                  <a:cs typeface="Open Sans"/>
                  <a:sym typeface="Open Sans"/>
                </a:rPr>
                <a:t>Area Pleno </a:t>
              </a:r>
              <a:r>
                <a:rPr lang="en-US" sz="3541" b="0" i="1" u="none" strike="noStrike" cap="none" dirty="0" err="1">
                  <a:solidFill>
                    <a:srgbClr val="F9EEE1"/>
                  </a:solidFill>
                  <a:latin typeface="Open Sans"/>
                  <a:ea typeface="Open Sans"/>
                  <a:cs typeface="Open Sans"/>
                  <a:sym typeface="Open Sans"/>
                </a:rPr>
                <a:t>Belakang</a:t>
              </a:r>
              <a:r>
                <a:rPr lang="en-US" sz="3541" b="0" i="1" u="none" strike="noStrike" cap="none" dirty="0">
                  <a:solidFill>
                    <a:srgbClr val="F9EEE1"/>
                  </a:solidFill>
                  <a:latin typeface="Open Sans"/>
                  <a:ea typeface="Open Sans"/>
                  <a:cs typeface="Open Sans"/>
                  <a:sym typeface="Open Sans"/>
                </a:rPr>
                <a:t> </a:t>
              </a:r>
              <a:r>
                <a:rPr lang="en-US" sz="3541" b="0" i="1" u="none" strike="noStrike" cap="none" dirty="0" err="1">
                  <a:solidFill>
                    <a:srgbClr val="F9EEE1"/>
                  </a:solidFill>
                  <a:latin typeface="Open Sans"/>
                  <a:ea typeface="Open Sans"/>
                  <a:cs typeface="Open Sans"/>
                  <a:sym typeface="Open Sans"/>
                </a:rPr>
                <a:t>Direktorat</a:t>
              </a:r>
              <a:r>
                <a:rPr lang="en-US" sz="3541" b="0" i="1" u="none" strike="noStrike" cap="none" dirty="0">
                  <a:solidFill>
                    <a:srgbClr val="F9EEE1"/>
                  </a:solidFill>
                  <a:latin typeface="Open Sans"/>
                  <a:ea typeface="Open Sans"/>
                  <a:cs typeface="Open Sans"/>
                  <a:sym typeface="Open Sans"/>
                </a:rPr>
                <a:t> </a:t>
              </a:r>
              <a:r>
                <a:rPr lang="en-US" sz="3541" b="0" i="1" u="none" strike="noStrike" cap="none" dirty="0" err="1">
                  <a:solidFill>
                    <a:srgbClr val="F9EEE1"/>
                  </a:solidFill>
                  <a:latin typeface="Open Sans"/>
                  <a:ea typeface="Open Sans"/>
                  <a:cs typeface="Open Sans"/>
                  <a:sym typeface="Open Sans"/>
                </a:rPr>
                <a:t>Politeknik</a:t>
              </a:r>
              <a:r>
                <a:rPr lang="en-US" sz="3541" b="0" i="1" u="none" strike="noStrike" cap="none" dirty="0">
                  <a:solidFill>
                    <a:srgbClr val="F9EEE1"/>
                  </a:solidFill>
                  <a:latin typeface="Open Sans"/>
                  <a:ea typeface="Open Sans"/>
                  <a:cs typeface="Open Sans"/>
                  <a:sym typeface="Open Sans"/>
                </a:rPr>
                <a:t> Negeri </a:t>
              </a:r>
              <a:r>
                <a:rPr lang="en-US" sz="3541" b="0" i="1" u="none" strike="noStrike" cap="none" dirty="0" err="1">
                  <a:solidFill>
                    <a:srgbClr val="F9EEE1"/>
                  </a:solidFill>
                  <a:latin typeface="Open Sans"/>
                  <a:ea typeface="Open Sans"/>
                  <a:cs typeface="Open Sans"/>
                  <a:sym typeface="Open Sans"/>
                </a:rPr>
                <a:t>Indramayu</a:t>
              </a:r>
              <a:endParaRPr dirty="0"/>
            </a:p>
            <a:p>
              <a:pPr marL="764631" marR="0" lvl="1" indent="-382314" algn="just" rtl="0">
                <a:lnSpc>
                  <a:spcPct val="140016"/>
                </a:lnSpc>
                <a:spcBef>
                  <a:spcPts val="0"/>
                </a:spcBef>
                <a:spcAft>
                  <a:spcPts val="0"/>
                </a:spcAft>
                <a:buClr>
                  <a:srgbClr val="F9EEE1"/>
                </a:buClr>
                <a:buSzPts val="3541"/>
                <a:buFont typeface="Open Sans"/>
                <a:buAutoNum type="arabicPeriod"/>
              </a:pPr>
              <a:r>
                <a:rPr lang="en-US" sz="3541" b="0" i="1" u="none" strike="noStrike" cap="none" dirty="0" err="1">
                  <a:solidFill>
                    <a:srgbClr val="F9EEE1"/>
                  </a:solidFill>
                  <a:latin typeface="Open Sans"/>
                  <a:ea typeface="Open Sans"/>
                  <a:cs typeface="Open Sans"/>
                  <a:sym typeface="Open Sans"/>
                </a:rPr>
                <a:t>Parkiran</a:t>
              </a:r>
              <a:r>
                <a:rPr lang="en-US" sz="3541" b="0" i="1" u="none" strike="noStrike" cap="none" dirty="0">
                  <a:solidFill>
                    <a:srgbClr val="F9EEE1"/>
                  </a:solidFill>
                  <a:latin typeface="Open Sans"/>
                  <a:ea typeface="Open Sans"/>
                  <a:cs typeface="Open Sans"/>
                  <a:sym typeface="Open Sans"/>
                </a:rPr>
                <a:t> </a:t>
              </a:r>
              <a:r>
                <a:rPr lang="en-US" sz="3541" b="0" i="1" u="none" strike="noStrike" cap="none" dirty="0" err="1">
                  <a:solidFill>
                    <a:srgbClr val="F9EEE1"/>
                  </a:solidFill>
                  <a:latin typeface="Open Sans"/>
                  <a:ea typeface="Open Sans"/>
                  <a:cs typeface="Open Sans"/>
                  <a:sym typeface="Open Sans"/>
                </a:rPr>
                <a:t>Jurusan</a:t>
              </a:r>
              <a:r>
                <a:rPr lang="en-US" sz="3541" b="0" i="1" u="none" strike="noStrike" cap="none" dirty="0">
                  <a:solidFill>
                    <a:srgbClr val="F9EEE1"/>
                  </a:solidFill>
                  <a:latin typeface="Open Sans"/>
                  <a:ea typeface="Open Sans"/>
                  <a:cs typeface="Open Sans"/>
                  <a:sym typeface="Open Sans"/>
                </a:rPr>
                <a:t> Teknik </a:t>
              </a:r>
              <a:r>
                <a:rPr lang="en-US" sz="3541" b="0" i="1" u="none" strike="noStrike" cap="none" dirty="0" err="1">
                  <a:solidFill>
                    <a:srgbClr val="F9EEE1"/>
                  </a:solidFill>
                  <a:latin typeface="Open Sans"/>
                  <a:ea typeface="Open Sans"/>
                  <a:cs typeface="Open Sans"/>
                  <a:sym typeface="Open Sans"/>
                </a:rPr>
                <a:t>Informatika</a:t>
              </a:r>
              <a:r>
                <a:rPr lang="en-US" sz="3541" b="0" i="1" u="none" strike="noStrike" cap="none" dirty="0">
                  <a:solidFill>
                    <a:srgbClr val="F9EEE1"/>
                  </a:solidFill>
                  <a:latin typeface="Open Sans"/>
                  <a:ea typeface="Open Sans"/>
                  <a:cs typeface="Open Sans"/>
                  <a:sym typeface="Open Sans"/>
                </a:rPr>
                <a:t> </a:t>
              </a:r>
              <a:r>
                <a:rPr lang="en-US" sz="3541" b="0" i="1" u="none" strike="noStrike" cap="none" dirty="0" err="1">
                  <a:solidFill>
                    <a:srgbClr val="F9EEE1"/>
                  </a:solidFill>
                  <a:latin typeface="Open Sans"/>
                  <a:ea typeface="Open Sans"/>
                  <a:cs typeface="Open Sans"/>
                  <a:sym typeface="Open Sans"/>
                </a:rPr>
                <a:t>Politeknik</a:t>
              </a:r>
              <a:r>
                <a:rPr lang="en-US" sz="3541" b="0" i="1" u="none" strike="noStrike" cap="none" dirty="0">
                  <a:solidFill>
                    <a:srgbClr val="F9EEE1"/>
                  </a:solidFill>
                  <a:latin typeface="Open Sans"/>
                  <a:ea typeface="Open Sans"/>
                  <a:cs typeface="Open Sans"/>
                  <a:sym typeface="Open Sans"/>
                </a:rPr>
                <a:t> Negeri </a:t>
              </a:r>
              <a:r>
                <a:rPr lang="en-US" sz="3541" b="0" i="1" u="none" strike="noStrike" cap="none" dirty="0" err="1">
                  <a:solidFill>
                    <a:srgbClr val="F9EEE1"/>
                  </a:solidFill>
                  <a:latin typeface="Open Sans"/>
                  <a:ea typeface="Open Sans"/>
                  <a:cs typeface="Open Sans"/>
                  <a:sym typeface="Open Sans"/>
                </a:rPr>
                <a:t>Indramayu</a:t>
              </a:r>
              <a:endParaRPr dirty="0"/>
            </a:p>
          </p:txBody>
        </p:sp>
      </p:grpSp>
    </p:spTree>
    <p:extLst>
      <p:ext uri="{BB962C8B-B14F-4D97-AF65-F5344CB8AC3E}">
        <p14:creationId xmlns:p14="http://schemas.microsoft.com/office/powerpoint/2010/main" val="23133043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35"/>
        <p:cNvGrpSpPr/>
        <p:nvPr/>
      </p:nvGrpSpPr>
      <p:grpSpPr>
        <a:xfrm>
          <a:off x="0" y="0"/>
          <a:ext cx="0" cy="0"/>
          <a:chOff x="0" y="0"/>
          <a:chExt cx="0" cy="0"/>
        </a:xfrm>
      </p:grpSpPr>
      <p:sp>
        <p:nvSpPr>
          <p:cNvPr id="436" name="Google Shape;436;p13"/>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16609" b="-16608"/>
            </a:stretch>
          </a:blipFill>
          <a:ln>
            <a:noFill/>
          </a:ln>
        </p:spPr>
      </p:sp>
      <p:sp>
        <p:nvSpPr>
          <p:cNvPr id="437" name="Google Shape;437;p13"/>
          <p:cNvSpPr txBox="1"/>
          <p:nvPr/>
        </p:nvSpPr>
        <p:spPr>
          <a:xfrm>
            <a:off x="3848321" y="80970"/>
            <a:ext cx="10418235" cy="1342337"/>
          </a:xfrm>
          <a:prstGeom prst="rect">
            <a:avLst/>
          </a:prstGeom>
          <a:noFill/>
          <a:ln>
            <a:noFill/>
          </a:ln>
        </p:spPr>
        <p:txBody>
          <a:bodyPr spcFirstLastPara="1" wrap="square" lIns="0" tIns="0" rIns="0" bIns="0" anchor="t" anchorCtr="0">
            <a:spAutoFit/>
          </a:bodyPr>
          <a:lstStyle/>
          <a:p>
            <a:pPr marL="0" marR="0" lvl="0" indent="0" algn="ctr" rtl="0">
              <a:lnSpc>
                <a:spcPct val="103000"/>
              </a:lnSpc>
              <a:spcBef>
                <a:spcPts val="0"/>
              </a:spcBef>
              <a:spcAft>
                <a:spcPts val="0"/>
              </a:spcAft>
              <a:buNone/>
            </a:pPr>
            <a:r>
              <a:rPr lang="en-US" sz="7665" b="1" i="0" u="none" strike="noStrike" cap="none">
                <a:solidFill>
                  <a:srgbClr val="29455B"/>
                </a:solidFill>
                <a:latin typeface="Arial"/>
                <a:ea typeface="Arial"/>
                <a:cs typeface="Arial"/>
                <a:sym typeface="Arial"/>
              </a:rPr>
              <a:t>LKMM-D</a:t>
            </a:r>
            <a:endParaRPr/>
          </a:p>
          <a:p>
            <a:pPr marL="0" marR="0" lvl="0" indent="0" algn="ctr" rtl="0">
              <a:lnSpc>
                <a:spcPct val="103011"/>
              </a:lnSpc>
              <a:spcBef>
                <a:spcPts val="0"/>
              </a:spcBef>
              <a:spcAft>
                <a:spcPts val="0"/>
              </a:spcAft>
              <a:buNone/>
            </a:pPr>
            <a:r>
              <a:rPr lang="en-US" sz="2756" b="1" i="0" u="none" strike="noStrike" cap="none">
                <a:solidFill>
                  <a:srgbClr val="29455B"/>
                </a:solidFill>
                <a:latin typeface="Arial"/>
                <a:ea typeface="Arial"/>
                <a:cs typeface="Arial"/>
                <a:sym typeface="Arial"/>
              </a:rPr>
              <a:t>SUSUNAN KEPANITIAAN</a:t>
            </a:r>
            <a:endParaRPr/>
          </a:p>
        </p:txBody>
      </p:sp>
      <p:grpSp>
        <p:nvGrpSpPr>
          <p:cNvPr id="438" name="Google Shape;438;p13"/>
          <p:cNvGrpSpPr/>
          <p:nvPr/>
        </p:nvGrpSpPr>
        <p:grpSpPr>
          <a:xfrm>
            <a:off x="1945241" y="4374239"/>
            <a:ext cx="14479699" cy="4005240"/>
            <a:chOff x="0" y="-38100"/>
            <a:chExt cx="5563559" cy="1538940"/>
          </a:xfrm>
        </p:grpSpPr>
        <p:sp>
          <p:nvSpPr>
            <p:cNvPr id="439" name="Google Shape;439;p13"/>
            <p:cNvSpPr/>
            <p:nvPr/>
          </p:nvSpPr>
          <p:spPr>
            <a:xfrm>
              <a:off x="0" y="0"/>
              <a:ext cx="5563559" cy="1500840"/>
            </a:xfrm>
            <a:custGeom>
              <a:avLst/>
              <a:gdLst/>
              <a:ahLst/>
              <a:cxnLst/>
              <a:rect l="l" t="t" r="r" b="b"/>
              <a:pathLst>
                <a:path w="5563559" h="1500840" extrusionOk="0">
                  <a:moveTo>
                    <a:pt x="36358" y="0"/>
                  </a:moveTo>
                  <a:lnTo>
                    <a:pt x="5527201" y="0"/>
                  </a:lnTo>
                  <a:cubicBezTo>
                    <a:pt x="5536844" y="0"/>
                    <a:pt x="5546091" y="3831"/>
                    <a:pt x="5552910" y="10649"/>
                  </a:cubicBezTo>
                  <a:cubicBezTo>
                    <a:pt x="5559728" y="17467"/>
                    <a:pt x="5563559" y="26715"/>
                    <a:pt x="5563559" y="36358"/>
                  </a:cubicBezTo>
                  <a:lnTo>
                    <a:pt x="5563559" y="1464482"/>
                  </a:lnTo>
                  <a:cubicBezTo>
                    <a:pt x="5563559" y="1484562"/>
                    <a:pt x="5547281" y="1500840"/>
                    <a:pt x="5527201" y="1500840"/>
                  </a:cubicBezTo>
                  <a:lnTo>
                    <a:pt x="36358" y="1500840"/>
                  </a:lnTo>
                  <a:cubicBezTo>
                    <a:pt x="26715" y="1500840"/>
                    <a:pt x="17467" y="1497009"/>
                    <a:pt x="10649" y="1490191"/>
                  </a:cubicBezTo>
                  <a:cubicBezTo>
                    <a:pt x="3831" y="1483372"/>
                    <a:pt x="0" y="1474125"/>
                    <a:pt x="0" y="1464482"/>
                  </a:cubicBezTo>
                  <a:lnTo>
                    <a:pt x="0" y="36358"/>
                  </a:lnTo>
                  <a:cubicBezTo>
                    <a:pt x="0" y="16278"/>
                    <a:pt x="16278" y="0"/>
                    <a:pt x="36358" y="0"/>
                  </a:cubicBezTo>
                  <a:close/>
                </a:path>
              </a:pathLst>
            </a:custGeom>
            <a:solidFill>
              <a:srgbClr val="FCB50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13"/>
            <p:cNvSpPr txBox="1"/>
            <p:nvPr/>
          </p:nvSpPr>
          <p:spPr>
            <a:xfrm>
              <a:off x="0" y="-38100"/>
              <a:ext cx="5563559" cy="1538940"/>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41" name="Google Shape;441;p13"/>
          <p:cNvGrpSpPr/>
          <p:nvPr/>
        </p:nvGrpSpPr>
        <p:grpSpPr>
          <a:xfrm>
            <a:off x="666947" y="1672493"/>
            <a:ext cx="16907971" cy="9340532"/>
            <a:chOff x="0" y="-38100"/>
            <a:chExt cx="6496578" cy="3588928"/>
          </a:xfrm>
        </p:grpSpPr>
        <p:sp>
          <p:nvSpPr>
            <p:cNvPr id="442" name="Google Shape;442;p13"/>
            <p:cNvSpPr/>
            <p:nvPr/>
          </p:nvSpPr>
          <p:spPr>
            <a:xfrm>
              <a:off x="0" y="0"/>
              <a:ext cx="6496577" cy="3550828"/>
            </a:xfrm>
            <a:custGeom>
              <a:avLst/>
              <a:gdLst/>
              <a:ahLst/>
              <a:cxnLst/>
              <a:rect l="l" t="t" r="r" b="b"/>
              <a:pathLst>
                <a:path w="6496577" h="3550828" extrusionOk="0">
                  <a:moveTo>
                    <a:pt x="31136" y="0"/>
                  </a:moveTo>
                  <a:lnTo>
                    <a:pt x="6465441" y="0"/>
                  </a:lnTo>
                  <a:cubicBezTo>
                    <a:pt x="6482637" y="0"/>
                    <a:pt x="6496577" y="13940"/>
                    <a:pt x="6496577" y="31136"/>
                  </a:cubicBezTo>
                  <a:lnTo>
                    <a:pt x="6496577" y="3519692"/>
                  </a:lnTo>
                  <a:cubicBezTo>
                    <a:pt x="6496577" y="3527950"/>
                    <a:pt x="6493297" y="3535869"/>
                    <a:pt x="6487458" y="3541709"/>
                  </a:cubicBezTo>
                  <a:cubicBezTo>
                    <a:pt x="6481619" y="3547548"/>
                    <a:pt x="6473699" y="3550828"/>
                    <a:pt x="6465441" y="3550828"/>
                  </a:cubicBezTo>
                  <a:lnTo>
                    <a:pt x="31136" y="3550828"/>
                  </a:lnTo>
                  <a:cubicBezTo>
                    <a:pt x="13940" y="3550828"/>
                    <a:pt x="0" y="3536888"/>
                    <a:pt x="0" y="3519692"/>
                  </a:cubicBezTo>
                  <a:lnTo>
                    <a:pt x="0" y="31136"/>
                  </a:lnTo>
                  <a:cubicBezTo>
                    <a:pt x="0" y="22878"/>
                    <a:pt x="3280" y="14959"/>
                    <a:pt x="9120" y="9120"/>
                  </a:cubicBezTo>
                  <a:cubicBezTo>
                    <a:pt x="14959" y="3280"/>
                    <a:pt x="22878" y="0"/>
                    <a:pt x="31136" y="0"/>
                  </a:cubicBezTo>
                  <a:close/>
                </a:path>
              </a:pathLst>
            </a:custGeom>
            <a:solidFill>
              <a:srgbClr val="2945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13"/>
            <p:cNvSpPr txBox="1"/>
            <p:nvPr/>
          </p:nvSpPr>
          <p:spPr>
            <a:xfrm>
              <a:off x="0" y="-38100"/>
              <a:ext cx="6496578" cy="3588928"/>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444" name="Google Shape;444;p13"/>
          <p:cNvSpPr txBox="1"/>
          <p:nvPr/>
        </p:nvSpPr>
        <p:spPr>
          <a:xfrm>
            <a:off x="854258" y="2086259"/>
            <a:ext cx="16406359" cy="8617744"/>
          </a:xfrm>
          <a:prstGeom prst="rect">
            <a:avLst/>
          </a:prstGeom>
          <a:noFill/>
          <a:ln>
            <a:noFill/>
          </a:ln>
        </p:spPr>
        <p:txBody>
          <a:bodyPr spcFirstLastPara="1" wrap="square" lIns="0" tIns="0" rIns="0" bIns="0" anchor="t" anchorCtr="0">
            <a:spAutoFit/>
          </a:bodyPr>
          <a:lstStyle/>
          <a:p>
            <a:pPr marL="0" marR="0" lvl="0" indent="0" algn="just" rtl="0">
              <a:lnSpc>
                <a:spcPct val="139980"/>
              </a:lnSpc>
              <a:spcBef>
                <a:spcPts val="0"/>
              </a:spcBef>
              <a:spcAft>
                <a:spcPts val="0"/>
              </a:spcAft>
              <a:buNone/>
            </a:pPr>
            <a:r>
              <a:rPr lang="en-US" sz="2500" b="0" i="0" u="none" strike="noStrike" cap="none" dirty="0" err="1">
                <a:solidFill>
                  <a:srgbClr val="F9EEE1"/>
                </a:solidFill>
                <a:latin typeface="Open Sans"/>
                <a:ea typeface="Open Sans"/>
                <a:cs typeface="Open Sans"/>
                <a:sym typeface="Open Sans"/>
              </a:rPr>
              <a:t>Penasehat</a:t>
            </a:r>
            <a:r>
              <a:rPr lang="en-US" sz="2500" b="0" i="0" u="none" strike="noStrike" cap="none" dirty="0">
                <a:solidFill>
                  <a:srgbClr val="F9EEE1"/>
                </a:solidFill>
                <a:latin typeface="Open Sans"/>
                <a:ea typeface="Open Sans"/>
                <a:cs typeface="Open Sans"/>
                <a:sym typeface="Open Sans"/>
              </a:rPr>
              <a:t> : Nur Budi </a:t>
            </a:r>
            <a:r>
              <a:rPr lang="en-US" sz="2500" b="0" i="0" u="none" strike="noStrike" cap="none" dirty="0" err="1">
                <a:solidFill>
                  <a:srgbClr val="F9EEE1"/>
                </a:solidFill>
                <a:latin typeface="Open Sans"/>
                <a:ea typeface="Open Sans"/>
                <a:cs typeface="Open Sans"/>
                <a:sym typeface="Open Sans"/>
              </a:rPr>
              <a:t>Nugraha</a:t>
            </a:r>
            <a:r>
              <a:rPr lang="en-US" sz="2500" b="0" i="0" u="none" strike="noStrike" cap="none" dirty="0">
                <a:solidFill>
                  <a:srgbClr val="F9EEE1"/>
                </a:solidFill>
                <a:latin typeface="Open Sans"/>
                <a:ea typeface="Open Sans"/>
                <a:cs typeface="Open Sans"/>
                <a:sym typeface="Open Sans"/>
              </a:rPr>
              <a:t>, </a:t>
            </a:r>
            <a:r>
              <a:rPr lang="en-US" sz="2500" b="0" i="0" u="none" strike="noStrike" cap="none" dirty="0" err="1">
                <a:solidFill>
                  <a:srgbClr val="F9EEE1"/>
                </a:solidFill>
                <a:latin typeface="Open Sans"/>
                <a:ea typeface="Open Sans"/>
                <a:cs typeface="Open Sans"/>
                <a:sym typeface="Open Sans"/>
              </a:rPr>
              <a:t>S.Kom</a:t>
            </a:r>
            <a:r>
              <a:rPr lang="en-US" sz="2500" b="0" i="0" u="none" strike="noStrike" cap="none" dirty="0">
                <a:solidFill>
                  <a:srgbClr val="F9EEE1"/>
                </a:solidFill>
                <a:latin typeface="Open Sans"/>
                <a:ea typeface="Open Sans"/>
                <a:cs typeface="Open Sans"/>
                <a:sym typeface="Open Sans"/>
              </a:rPr>
              <a:t>., M.T </a:t>
            </a:r>
            <a:endParaRPr sz="2500" dirty="0"/>
          </a:p>
          <a:p>
            <a:pPr marL="0" marR="0" lvl="0" indent="0" algn="just" rtl="0">
              <a:lnSpc>
                <a:spcPct val="139980"/>
              </a:lnSpc>
              <a:spcBef>
                <a:spcPts val="0"/>
              </a:spcBef>
              <a:spcAft>
                <a:spcPts val="0"/>
              </a:spcAft>
              <a:buNone/>
            </a:pPr>
            <a:r>
              <a:rPr lang="en-US" sz="2500" b="0" i="0" u="none" strike="noStrike" cap="none" dirty="0" err="1">
                <a:solidFill>
                  <a:srgbClr val="F9EEE1"/>
                </a:solidFill>
                <a:latin typeface="Open Sans"/>
                <a:ea typeface="Open Sans"/>
                <a:cs typeface="Open Sans"/>
                <a:sym typeface="Open Sans"/>
              </a:rPr>
              <a:t>Penanggung</a:t>
            </a:r>
            <a:r>
              <a:rPr lang="en-US" sz="2500" b="0" i="0" u="none" strike="noStrike" cap="none" dirty="0">
                <a:solidFill>
                  <a:srgbClr val="F9EEE1"/>
                </a:solidFill>
                <a:latin typeface="Open Sans"/>
                <a:ea typeface="Open Sans"/>
                <a:cs typeface="Open Sans"/>
                <a:sym typeface="Open Sans"/>
              </a:rPr>
              <a:t> Jawab : </a:t>
            </a:r>
            <a:r>
              <a:rPr lang="en-US" sz="2500" dirty="0" err="1">
                <a:solidFill>
                  <a:srgbClr val="F9EEE1"/>
                </a:solidFill>
                <a:latin typeface="Open Sans"/>
                <a:ea typeface="Open Sans"/>
                <a:cs typeface="Open Sans"/>
                <a:sym typeface="Open Sans"/>
              </a:rPr>
              <a:t>Ravli</a:t>
            </a:r>
            <a:endParaRPr sz="2500" dirty="0"/>
          </a:p>
          <a:p>
            <a:pPr marL="0" marR="0" lvl="0" indent="0" algn="just" rtl="0">
              <a:lnSpc>
                <a:spcPct val="139980"/>
              </a:lnSpc>
              <a:spcBef>
                <a:spcPts val="0"/>
              </a:spcBef>
              <a:spcAft>
                <a:spcPts val="0"/>
              </a:spcAft>
              <a:buNone/>
            </a:pPr>
            <a:r>
              <a:rPr lang="en-US" sz="2500" b="0" i="0" u="none" strike="noStrike" cap="none" dirty="0" err="1">
                <a:solidFill>
                  <a:srgbClr val="F9EEE1"/>
                </a:solidFill>
                <a:latin typeface="Open Sans"/>
                <a:ea typeface="Open Sans"/>
                <a:cs typeface="Open Sans"/>
                <a:sym typeface="Open Sans"/>
              </a:rPr>
              <a:t>Pengarah</a:t>
            </a:r>
            <a:r>
              <a:rPr lang="en-US" sz="2500" b="0" i="0" u="none" strike="noStrike" cap="none" dirty="0">
                <a:solidFill>
                  <a:srgbClr val="F9EEE1"/>
                </a:solidFill>
                <a:latin typeface="Open Sans"/>
                <a:ea typeface="Open Sans"/>
                <a:cs typeface="Open Sans"/>
                <a:sym typeface="Open Sans"/>
              </a:rPr>
              <a:t> : </a:t>
            </a:r>
            <a:r>
              <a:rPr lang="en-US" sz="2500" b="0" i="0" u="none" strike="noStrike" cap="none" dirty="0" err="1">
                <a:solidFill>
                  <a:srgbClr val="F9EEE1"/>
                </a:solidFill>
                <a:latin typeface="Open Sans"/>
                <a:ea typeface="Open Sans"/>
                <a:cs typeface="Open Sans"/>
                <a:sym typeface="Open Sans"/>
              </a:rPr>
              <a:t>Naiefah</a:t>
            </a:r>
            <a:r>
              <a:rPr lang="en-US" sz="2500" b="0" i="0" u="none" strike="noStrike" cap="none" dirty="0">
                <a:solidFill>
                  <a:srgbClr val="F9EEE1"/>
                </a:solidFill>
                <a:latin typeface="Open Sans"/>
                <a:ea typeface="Open Sans"/>
                <a:cs typeface="Open Sans"/>
                <a:sym typeface="Open Sans"/>
              </a:rPr>
              <a:t> </a:t>
            </a:r>
            <a:r>
              <a:rPr lang="en-US" sz="2500" b="0" i="0" u="none" strike="noStrike" cap="none" dirty="0" err="1">
                <a:solidFill>
                  <a:srgbClr val="F9EEE1"/>
                </a:solidFill>
                <a:latin typeface="Open Sans"/>
                <a:ea typeface="Open Sans"/>
                <a:cs typeface="Open Sans"/>
                <a:sym typeface="Open Sans"/>
              </a:rPr>
              <a:t>Fawwaztiyani</a:t>
            </a:r>
            <a:r>
              <a:rPr lang="en-US" sz="2500" b="0" i="0" u="none" strike="noStrike" cap="none" dirty="0">
                <a:solidFill>
                  <a:srgbClr val="F9EEE1"/>
                </a:solidFill>
                <a:latin typeface="Open Sans"/>
                <a:ea typeface="Open Sans"/>
                <a:cs typeface="Open Sans"/>
                <a:sym typeface="Open Sans"/>
              </a:rPr>
              <a:t>, </a:t>
            </a:r>
            <a:r>
              <a:rPr lang="en-US" sz="2500" b="0" i="0" u="none" strike="noStrike" cap="none" dirty="0" err="1">
                <a:solidFill>
                  <a:srgbClr val="F9EEE1"/>
                </a:solidFill>
                <a:latin typeface="Open Sans"/>
                <a:ea typeface="Open Sans"/>
                <a:cs typeface="Open Sans"/>
                <a:sym typeface="Open Sans"/>
              </a:rPr>
              <a:t>Akrom’mahtul</a:t>
            </a:r>
            <a:r>
              <a:rPr lang="en-US" sz="2500" b="0" i="0" u="none" strike="noStrike" cap="none" dirty="0">
                <a:solidFill>
                  <a:srgbClr val="F9EEE1"/>
                </a:solidFill>
                <a:latin typeface="Open Sans"/>
                <a:ea typeface="Open Sans"/>
                <a:cs typeface="Open Sans"/>
                <a:sym typeface="Open Sans"/>
              </a:rPr>
              <a:t> Hidayah</a:t>
            </a:r>
            <a:endParaRPr sz="2500" dirty="0"/>
          </a:p>
          <a:p>
            <a:pPr marL="0" marR="0" lvl="0" indent="0" algn="just" rtl="0">
              <a:lnSpc>
                <a:spcPct val="139980"/>
              </a:lnSpc>
              <a:spcBef>
                <a:spcPts val="0"/>
              </a:spcBef>
              <a:spcAft>
                <a:spcPts val="0"/>
              </a:spcAft>
              <a:buNone/>
            </a:pPr>
            <a:r>
              <a:rPr lang="en-US" sz="2500" b="0" i="0" u="none" strike="noStrike" cap="none" dirty="0" err="1">
                <a:solidFill>
                  <a:srgbClr val="F9EEE1"/>
                </a:solidFill>
                <a:latin typeface="Open Sans"/>
                <a:ea typeface="Open Sans"/>
                <a:cs typeface="Open Sans"/>
                <a:sym typeface="Open Sans"/>
              </a:rPr>
              <a:t>Ketua</a:t>
            </a:r>
            <a:r>
              <a:rPr lang="en-US" sz="2500" b="0" i="0" u="none" strike="noStrike" cap="none" dirty="0">
                <a:solidFill>
                  <a:srgbClr val="F9EEE1"/>
                </a:solidFill>
                <a:latin typeface="Open Sans"/>
                <a:ea typeface="Open Sans"/>
                <a:cs typeface="Open Sans"/>
                <a:sym typeface="Open Sans"/>
              </a:rPr>
              <a:t> </a:t>
            </a:r>
            <a:r>
              <a:rPr lang="en-US" sz="2500" b="0" i="0" u="none" strike="noStrike" cap="none" dirty="0" err="1">
                <a:solidFill>
                  <a:srgbClr val="F9EEE1"/>
                </a:solidFill>
                <a:latin typeface="Open Sans"/>
                <a:ea typeface="Open Sans"/>
                <a:cs typeface="Open Sans"/>
                <a:sym typeface="Open Sans"/>
              </a:rPr>
              <a:t>Pelaksana</a:t>
            </a:r>
            <a:r>
              <a:rPr lang="en-US" sz="2500" b="0" i="0" u="none" strike="noStrike" cap="none" dirty="0">
                <a:solidFill>
                  <a:srgbClr val="F9EEE1"/>
                </a:solidFill>
                <a:latin typeface="Open Sans"/>
                <a:ea typeface="Open Sans"/>
                <a:cs typeface="Open Sans"/>
                <a:sym typeface="Open Sans"/>
              </a:rPr>
              <a:t> : </a:t>
            </a:r>
            <a:r>
              <a:rPr lang="en-US" sz="2500" b="0" i="0" u="none" strike="noStrike" cap="none" dirty="0" err="1">
                <a:solidFill>
                  <a:srgbClr val="F9EEE1"/>
                </a:solidFill>
                <a:latin typeface="Open Sans"/>
                <a:ea typeface="Open Sans"/>
                <a:cs typeface="Open Sans"/>
                <a:sym typeface="Open Sans"/>
              </a:rPr>
              <a:t>Triontin</a:t>
            </a:r>
            <a:endParaRPr sz="2500" dirty="0"/>
          </a:p>
          <a:p>
            <a:pPr marL="0" marR="0" lvl="0" indent="0" algn="just" rtl="0">
              <a:lnSpc>
                <a:spcPct val="139980"/>
              </a:lnSpc>
              <a:spcBef>
                <a:spcPts val="0"/>
              </a:spcBef>
              <a:spcAft>
                <a:spcPts val="0"/>
              </a:spcAft>
              <a:buNone/>
            </a:pPr>
            <a:r>
              <a:rPr lang="en-US" sz="2500" b="0" i="0" u="none" strike="noStrike" cap="none" dirty="0" err="1">
                <a:solidFill>
                  <a:srgbClr val="F9EEE1"/>
                </a:solidFill>
                <a:latin typeface="Open Sans"/>
                <a:ea typeface="Open Sans"/>
                <a:cs typeface="Open Sans"/>
                <a:sym typeface="Open Sans"/>
              </a:rPr>
              <a:t>Sekertaris</a:t>
            </a:r>
            <a:r>
              <a:rPr lang="en-US" sz="2500" b="0" i="0" u="none" strike="noStrike" cap="none" dirty="0">
                <a:solidFill>
                  <a:srgbClr val="F9EEE1"/>
                </a:solidFill>
                <a:latin typeface="Open Sans"/>
                <a:ea typeface="Open Sans"/>
                <a:cs typeface="Open Sans"/>
                <a:sym typeface="Open Sans"/>
              </a:rPr>
              <a:t> : Siti Sa’adah</a:t>
            </a:r>
            <a:endParaRPr sz="2500" dirty="0"/>
          </a:p>
          <a:p>
            <a:pPr marL="0" marR="0" lvl="0" indent="0" algn="just" rtl="0">
              <a:lnSpc>
                <a:spcPct val="139980"/>
              </a:lnSpc>
              <a:spcBef>
                <a:spcPts val="0"/>
              </a:spcBef>
              <a:spcAft>
                <a:spcPts val="0"/>
              </a:spcAft>
              <a:buNone/>
            </a:pPr>
            <a:r>
              <a:rPr lang="en-US" sz="2500" b="0" i="0" u="none" strike="noStrike" cap="none" dirty="0" err="1">
                <a:solidFill>
                  <a:srgbClr val="F9EEE1"/>
                </a:solidFill>
                <a:latin typeface="Open Sans"/>
                <a:ea typeface="Open Sans"/>
                <a:cs typeface="Open Sans"/>
                <a:sym typeface="Open Sans"/>
              </a:rPr>
              <a:t>Bendahara</a:t>
            </a:r>
            <a:r>
              <a:rPr lang="en-US" sz="2500" b="0" i="0" u="none" strike="noStrike" cap="none" dirty="0">
                <a:solidFill>
                  <a:srgbClr val="F9EEE1"/>
                </a:solidFill>
                <a:latin typeface="Open Sans"/>
                <a:ea typeface="Open Sans"/>
                <a:cs typeface="Open Sans"/>
                <a:sym typeface="Open Sans"/>
              </a:rPr>
              <a:t> : </a:t>
            </a:r>
            <a:r>
              <a:rPr lang="en-US" sz="2500" b="0" i="0" u="none" strike="noStrike" cap="none" dirty="0" err="1">
                <a:solidFill>
                  <a:srgbClr val="F9EEE1"/>
                </a:solidFill>
                <a:latin typeface="Open Sans"/>
                <a:ea typeface="Open Sans"/>
                <a:cs typeface="Open Sans"/>
                <a:sym typeface="Open Sans"/>
              </a:rPr>
              <a:t>Lutfiah</a:t>
            </a:r>
            <a:r>
              <a:rPr lang="en-US" sz="2500" b="0" i="0" u="none" strike="noStrike" cap="none" dirty="0">
                <a:solidFill>
                  <a:srgbClr val="F9EEE1"/>
                </a:solidFill>
                <a:latin typeface="Open Sans"/>
                <a:ea typeface="Open Sans"/>
                <a:cs typeface="Open Sans"/>
                <a:sym typeface="Open Sans"/>
              </a:rPr>
              <a:t> Damayanti</a:t>
            </a:r>
            <a:endParaRPr sz="2500" dirty="0"/>
          </a:p>
          <a:p>
            <a:pPr marL="0" marR="0" lvl="0" indent="0" algn="just" rtl="0">
              <a:lnSpc>
                <a:spcPct val="139980"/>
              </a:lnSpc>
              <a:spcBef>
                <a:spcPts val="0"/>
              </a:spcBef>
              <a:spcAft>
                <a:spcPts val="0"/>
              </a:spcAft>
              <a:buNone/>
            </a:pPr>
            <a:r>
              <a:rPr lang="en-US" sz="2500" b="0" i="0" u="none" strike="noStrike" cap="none" dirty="0">
                <a:solidFill>
                  <a:srgbClr val="F9EEE1"/>
                </a:solidFill>
                <a:latin typeface="Open Sans"/>
                <a:ea typeface="Open Sans"/>
                <a:cs typeface="Open Sans"/>
                <a:sym typeface="Open Sans"/>
              </a:rPr>
              <a:t>Sie. Acara : Saif Ali Mushaddiq, Siti Karinah, Wahyu </a:t>
            </a:r>
            <a:r>
              <a:rPr lang="en-US" sz="2500" b="0" i="0" u="none" strike="noStrike" cap="none" dirty="0" err="1">
                <a:solidFill>
                  <a:srgbClr val="F9EEE1"/>
                </a:solidFill>
                <a:latin typeface="Open Sans"/>
                <a:ea typeface="Open Sans"/>
                <a:cs typeface="Open Sans"/>
                <a:sym typeface="Open Sans"/>
              </a:rPr>
              <a:t>Suhendra</a:t>
            </a:r>
            <a:r>
              <a:rPr lang="en-US" sz="2500" b="0" i="0" u="none" strike="noStrike" cap="none" dirty="0">
                <a:solidFill>
                  <a:srgbClr val="F9EEE1"/>
                </a:solidFill>
                <a:latin typeface="Open Sans"/>
                <a:ea typeface="Open Sans"/>
                <a:cs typeface="Open Sans"/>
                <a:sym typeface="Open Sans"/>
              </a:rPr>
              <a:t>, Iman </a:t>
            </a:r>
            <a:r>
              <a:rPr lang="en-US" sz="2500" b="0" i="0" u="none" strike="noStrike" cap="none" dirty="0" err="1">
                <a:solidFill>
                  <a:srgbClr val="F9EEE1"/>
                </a:solidFill>
                <a:latin typeface="Open Sans"/>
                <a:ea typeface="Open Sans"/>
                <a:cs typeface="Open Sans"/>
                <a:sym typeface="Open Sans"/>
              </a:rPr>
              <a:t>Mardiyanti</a:t>
            </a:r>
            <a:r>
              <a:rPr lang="en-US" sz="2500" b="0" i="0" u="none" strike="noStrike" cap="none" dirty="0">
                <a:solidFill>
                  <a:srgbClr val="F9EEE1"/>
                </a:solidFill>
                <a:latin typeface="Open Sans"/>
                <a:ea typeface="Open Sans"/>
                <a:cs typeface="Open Sans"/>
                <a:sym typeface="Open Sans"/>
              </a:rPr>
              <a:t> Pratama, Muhammad </a:t>
            </a:r>
            <a:r>
              <a:rPr lang="en-US" sz="2500" b="0" i="0" u="none" strike="noStrike" cap="none" dirty="0" err="1">
                <a:solidFill>
                  <a:srgbClr val="F9EEE1"/>
                </a:solidFill>
                <a:latin typeface="Open Sans"/>
                <a:ea typeface="Open Sans"/>
                <a:cs typeface="Open Sans"/>
                <a:sym typeface="Open Sans"/>
              </a:rPr>
              <a:t>Nurfaqiih</a:t>
            </a:r>
            <a:endParaRPr sz="2500" dirty="0"/>
          </a:p>
          <a:p>
            <a:pPr lvl="0" algn="just">
              <a:lnSpc>
                <a:spcPct val="139980"/>
              </a:lnSpc>
            </a:pPr>
            <a:r>
              <a:rPr lang="en-US" sz="2500" b="0" i="0" u="none" strike="noStrike" cap="none" dirty="0">
                <a:solidFill>
                  <a:srgbClr val="F9EEE1"/>
                </a:solidFill>
                <a:latin typeface="Open Sans"/>
                <a:ea typeface="Open Sans"/>
                <a:cs typeface="Open Sans"/>
                <a:sym typeface="Open Sans"/>
              </a:rPr>
              <a:t>Sie. Logistik : </a:t>
            </a:r>
            <a:r>
              <a:rPr lang="en-US" sz="2500" dirty="0">
                <a:solidFill>
                  <a:srgbClr val="F9EEE1"/>
                </a:solidFill>
                <a:latin typeface="Open Sans"/>
                <a:ea typeface="Open Sans"/>
                <a:cs typeface="Open Sans"/>
                <a:sym typeface="Open Sans"/>
              </a:rPr>
              <a:t>Rizal Umaris, </a:t>
            </a:r>
            <a:r>
              <a:rPr lang="en-US" sz="2500" dirty="0" err="1">
                <a:solidFill>
                  <a:srgbClr val="F9EEE1"/>
                </a:solidFill>
                <a:latin typeface="Open Sans"/>
                <a:ea typeface="Open Sans"/>
                <a:cs typeface="Open Sans"/>
                <a:sym typeface="Open Sans"/>
              </a:rPr>
              <a:t>Ainun</a:t>
            </a:r>
            <a:r>
              <a:rPr lang="en-US" sz="2500" dirty="0">
                <a:solidFill>
                  <a:srgbClr val="F9EEE1"/>
                </a:solidFill>
                <a:latin typeface="Open Sans"/>
                <a:ea typeface="Open Sans"/>
                <a:cs typeface="Open Sans"/>
                <a:sym typeface="Open Sans"/>
              </a:rPr>
              <a:t> </a:t>
            </a:r>
            <a:r>
              <a:rPr lang="en-US" sz="2500" dirty="0" err="1">
                <a:solidFill>
                  <a:srgbClr val="F9EEE1"/>
                </a:solidFill>
                <a:latin typeface="Open Sans"/>
                <a:ea typeface="Open Sans"/>
                <a:cs typeface="Open Sans"/>
                <a:sym typeface="Open Sans"/>
              </a:rPr>
              <a:t>Nihayah</a:t>
            </a:r>
            <a:r>
              <a:rPr lang="en-US" sz="2500" dirty="0">
                <a:solidFill>
                  <a:srgbClr val="F9EEE1"/>
                </a:solidFill>
                <a:latin typeface="Open Sans"/>
                <a:ea typeface="Open Sans"/>
                <a:cs typeface="Open Sans"/>
                <a:sym typeface="Open Sans"/>
              </a:rPr>
              <a:t>, Lesmana Adhi Kusuma, </a:t>
            </a:r>
            <a:r>
              <a:rPr lang="en-US" sz="2500" dirty="0" err="1">
                <a:solidFill>
                  <a:srgbClr val="F9EEE1"/>
                </a:solidFill>
                <a:latin typeface="Open Sans"/>
                <a:ea typeface="Open Sans"/>
                <a:cs typeface="Open Sans"/>
                <a:sym typeface="Open Sans"/>
              </a:rPr>
              <a:t>Linggar</a:t>
            </a:r>
            <a:r>
              <a:rPr lang="en-US" sz="2500" dirty="0">
                <a:solidFill>
                  <a:srgbClr val="F9EEE1"/>
                </a:solidFill>
                <a:latin typeface="Open Sans"/>
                <a:ea typeface="Open Sans"/>
                <a:cs typeface="Open Sans"/>
                <a:sym typeface="Open Sans"/>
              </a:rPr>
              <a:t> Sulis Yanti</a:t>
            </a:r>
            <a:endParaRPr sz="2500" dirty="0"/>
          </a:p>
          <a:p>
            <a:pPr lvl="0" algn="just">
              <a:lnSpc>
                <a:spcPct val="139980"/>
              </a:lnSpc>
            </a:pPr>
            <a:r>
              <a:rPr lang="en-US" sz="2500" b="0" i="0" u="none" strike="noStrike" cap="none" dirty="0">
                <a:solidFill>
                  <a:srgbClr val="F9EEE1"/>
                </a:solidFill>
                <a:latin typeface="Open Sans"/>
                <a:ea typeface="Open Sans"/>
                <a:cs typeface="Open Sans"/>
                <a:sym typeface="Open Sans"/>
              </a:rPr>
              <a:t>Sie. </a:t>
            </a:r>
            <a:r>
              <a:rPr lang="en-US" sz="2500" b="0" i="0" u="none" strike="noStrike" cap="none" dirty="0" err="1">
                <a:solidFill>
                  <a:srgbClr val="F9EEE1"/>
                </a:solidFill>
                <a:latin typeface="Open Sans"/>
                <a:ea typeface="Open Sans"/>
                <a:cs typeface="Open Sans"/>
                <a:sym typeface="Open Sans"/>
              </a:rPr>
              <a:t>Korlap</a:t>
            </a:r>
            <a:r>
              <a:rPr lang="en-US" sz="2500" b="0" i="0" u="none" strike="noStrike" cap="none" dirty="0">
                <a:solidFill>
                  <a:srgbClr val="F9EEE1"/>
                </a:solidFill>
                <a:latin typeface="Open Sans"/>
                <a:ea typeface="Open Sans"/>
                <a:cs typeface="Open Sans"/>
                <a:sym typeface="Open Sans"/>
              </a:rPr>
              <a:t> :</a:t>
            </a:r>
            <a:r>
              <a:rPr lang="en-US" sz="2500" dirty="0">
                <a:solidFill>
                  <a:srgbClr val="F9EEE1"/>
                </a:solidFill>
                <a:latin typeface="Open Sans"/>
                <a:ea typeface="Open Sans"/>
                <a:cs typeface="Open Sans"/>
                <a:sym typeface="Open Sans"/>
              </a:rPr>
              <a:t> </a:t>
            </a:r>
            <a:r>
              <a:rPr lang="en-US" sz="2500" dirty="0" err="1">
                <a:solidFill>
                  <a:srgbClr val="F9EEE1"/>
                </a:solidFill>
                <a:latin typeface="Open Sans"/>
                <a:ea typeface="Open Sans"/>
                <a:cs typeface="Open Sans"/>
                <a:sym typeface="Open Sans"/>
              </a:rPr>
              <a:t>Firly</a:t>
            </a:r>
            <a:r>
              <a:rPr lang="en-US" sz="2500" dirty="0">
                <a:solidFill>
                  <a:srgbClr val="F9EEE1"/>
                </a:solidFill>
                <a:latin typeface="Open Sans"/>
                <a:ea typeface="Open Sans"/>
                <a:cs typeface="Open Sans"/>
                <a:sym typeface="Open Sans"/>
              </a:rPr>
              <a:t> Alam </a:t>
            </a:r>
            <a:r>
              <a:rPr lang="en-US" sz="2500" dirty="0" err="1">
                <a:solidFill>
                  <a:srgbClr val="F9EEE1"/>
                </a:solidFill>
                <a:latin typeface="Open Sans"/>
                <a:ea typeface="Open Sans"/>
                <a:cs typeface="Open Sans"/>
                <a:sym typeface="Open Sans"/>
              </a:rPr>
              <a:t>Sudrajat</a:t>
            </a:r>
            <a:r>
              <a:rPr lang="en-US" sz="2500" dirty="0">
                <a:solidFill>
                  <a:srgbClr val="F9EEE1"/>
                </a:solidFill>
                <a:latin typeface="Open Sans"/>
                <a:ea typeface="Open Sans"/>
                <a:cs typeface="Open Sans"/>
                <a:sym typeface="Open Sans"/>
              </a:rPr>
              <a:t>, Maulana Rifqi Dermawan, Lukman </a:t>
            </a:r>
            <a:r>
              <a:rPr lang="en-US" sz="2500" dirty="0" err="1">
                <a:solidFill>
                  <a:srgbClr val="F9EEE1"/>
                </a:solidFill>
                <a:latin typeface="Open Sans"/>
                <a:ea typeface="Open Sans"/>
                <a:cs typeface="Open Sans"/>
                <a:sym typeface="Open Sans"/>
              </a:rPr>
              <a:t>Adiyatna</a:t>
            </a:r>
            <a:r>
              <a:rPr lang="en-US" sz="2500" dirty="0">
                <a:solidFill>
                  <a:srgbClr val="F9EEE1"/>
                </a:solidFill>
                <a:latin typeface="Open Sans"/>
                <a:ea typeface="Open Sans"/>
                <a:cs typeface="Open Sans"/>
                <a:sym typeface="Open Sans"/>
              </a:rPr>
              <a:t>, Nike Mahesa Ayu</a:t>
            </a:r>
            <a:endParaRPr sz="2500" dirty="0"/>
          </a:p>
          <a:p>
            <a:pPr lvl="0" algn="just">
              <a:lnSpc>
                <a:spcPct val="139980"/>
              </a:lnSpc>
            </a:pPr>
            <a:r>
              <a:rPr lang="en-US" sz="2500" b="0" i="0" u="none" strike="noStrike" cap="none" dirty="0">
                <a:solidFill>
                  <a:srgbClr val="F9EEE1"/>
                </a:solidFill>
                <a:latin typeface="Open Sans"/>
                <a:ea typeface="Open Sans"/>
                <a:cs typeface="Open Sans"/>
                <a:sym typeface="Open Sans"/>
              </a:rPr>
              <a:t>Sie. </a:t>
            </a:r>
            <a:r>
              <a:rPr lang="en-US" sz="2500" b="0" i="0" u="none" strike="noStrike" cap="none" dirty="0" err="1">
                <a:solidFill>
                  <a:srgbClr val="F9EEE1"/>
                </a:solidFill>
                <a:latin typeface="Open Sans"/>
                <a:ea typeface="Open Sans"/>
                <a:cs typeface="Open Sans"/>
                <a:sym typeface="Open Sans"/>
              </a:rPr>
              <a:t>Komdis</a:t>
            </a:r>
            <a:r>
              <a:rPr lang="en-US" sz="2500" b="0" i="0" u="none" strike="noStrike" cap="none" dirty="0">
                <a:solidFill>
                  <a:srgbClr val="F9EEE1"/>
                </a:solidFill>
                <a:latin typeface="Open Sans"/>
                <a:ea typeface="Open Sans"/>
                <a:cs typeface="Open Sans"/>
                <a:sym typeface="Open Sans"/>
              </a:rPr>
              <a:t> : </a:t>
            </a:r>
            <a:r>
              <a:rPr lang="en-US" sz="2500" dirty="0">
                <a:solidFill>
                  <a:srgbClr val="F9EEE1"/>
                </a:solidFill>
                <a:latin typeface="Open Sans"/>
                <a:ea typeface="Open Sans"/>
                <a:cs typeface="Open Sans"/>
                <a:sym typeface="Open Sans"/>
              </a:rPr>
              <a:t>Andika </a:t>
            </a:r>
            <a:r>
              <a:rPr lang="en-US" sz="2500" dirty="0" err="1">
                <a:solidFill>
                  <a:srgbClr val="F9EEE1"/>
                </a:solidFill>
                <a:latin typeface="Open Sans"/>
                <a:ea typeface="Open Sans"/>
                <a:cs typeface="Open Sans"/>
                <a:sym typeface="Open Sans"/>
              </a:rPr>
              <a:t>Dwiki</a:t>
            </a:r>
            <a:r>
              <a:rPr lang="en-US" sz="2500" dirty="0">
                <a:solidFill>
                  <a:srgbClr val="F9EEE1"/>
                </a:solidFill>
                <a:latin typeface="Open Sans"/>
                <a:ea typeface="Open Sans"/>
                <a:cs typeface="Open Sans"/>
                <a:sym typeface="Open Sans"/>
              </a:rPr>
              <a:t> Muhammad</a:t>
            </a:r>
            <a:r>
              <a:rPr lang="en-US" sz="2500" b="0" i="0" u="none" strike="noStrike" cap="none" dirty="0">
                <a:solidFill>
                  <a:srgbClr val="F9EEE1"/>
                </a:solidFill>
                <a:latin typeface="Open Sans"/>
                <a:ea typeface="Open Sans"/>
                <a:cs typeface="Open Sans"/>
                <a:sym typeface="Open Sans"/>
              </a:rPr>
              <a:t>, </a:t>
            </a:r>
            <a:r>
              <a:rPr lang="en-US" sz="2500" dirty="0">
                <a:solidFill>
                  <a:srgbClr val="F9EEE1"/>
                </a:solidFill>
                <a:latin typeface="Open Sans"/>
                <a:ea typeface="Open Sans"/>
                <a:cs typeface="Open Sans"/>
                <a:sym typeface="Open Sans"/>
              </a:rPr>
              <a:t>Kusti Rahmawati</a:t>
            </a:r>
            <a:endParaRPr sz="2500" dirty="0"/>
          </a:p>
          <a:p>
            <a:pPr lvl="0" algn="just">
              <a:lnSpc>
                <a:spcPct val="139980"/>
              </a:lnSpc>
            </a:pPr>
            <a:r>
              <a:rPr lang="en-US" sz="2500" b="0" i="0" u="none" strike="noStrike" cap="none" dirty="0">
                <a:solidFill>
                  <a:srgbClr val="F9EEE1"/>
                </a:solidFill>
                <a:latin typeface="Open Sans"/>
                <a:ea typeface="Open Sans"/>
                <a:cs typeface="Open Sans"/>
                <a:sym typeface="Open Sans"/>
              </a:rPr>
              <a:t>Sie. Humas :</a:t>
            </a:r>
            <a:r>
              <a:rPr lang="en-US" sz="2500" dirty="0">
                <a:solidFill>
                  <a:srgbClr val="F9EEE1"/>
                </a:solidFill>
                <a:latin typeface="Open Sans"/>
                <a:ea typeface="Open Sans"/>
                <a:cs typeface="Open Sans"/>
                <a:sym typeface="Open Sans"/>
              </a:rPr>
              <a:t> Deka </a:t>
            </a:r>
            <a:r>
              <a:rPr lang="en-US" sz="2500" dirty="0" err="1">
                <a:solidFill>
                  <a:srgbClr val="F9EEE1"/>
                </a:solidFill>
                <a:latin typeface="Open Sans"/>
                <a:ea typeface="Open Sans"/>
                <a:cs typeface="Open Sans"/>
                <a:sym typeface="Open Sans"/>
              </a:rPr>
              <a:t>Deviara</a:t>
            </a:r>
            <a:r>
              <a:rPr lang="en-US" sz="2500" dirty="0">
                <a:solidFill>
                  <a:srgbClr val="F9EEE1"/>
                </a:solidFill>
                <a:latin typeface="Open Sans"/>
                <a:ea typeface="Open Sans"/>
                <a:cs typeface="Open Sans"/>
                <a:sym typeface="Open Sans"/>
              </a:rPr>
              <a:t>, Hilal Ibrahim Aji</a:t>
            </a:r>
            <a:endParaRPr sz="2500" dirty="0"/>
          </a:p>
          <a:p>
            <a:pPr lvl="0" algn="just">
              <a:lnSpc>
                <a:spcPct val="139980"/>
              </a:lnSpc>
            </a:pPr>
            <a:r>
              <a:rPr lang="en-US" sz="2500" b="0" i="0" u="none" strike="noStrike" cap="none" dirty="0">
                <a:solidFill>
                  <a:srgbClr val="F9EEE1"/>
                </a:solidFill>
                <a:latin typeface="Open Sans"/>
                <a:ea typeface="Open Sans"/>
                <a:cs typeface="Open Sans"/>
                <a:sym typeface="Open Sans"/>
              </a:rPr>
              <a:t>Sie. </a:t>
            </a:r>
            <a:r>
              <a:rPr lang="en-US" sz="2500" b="0" i="0" u="none" strike="noStrike" cap="none" dirty="0" err="1">
                <a:solidFill>
                  <a:srgbClr val="F9EEE1"/>
                </a:solidFill>
                <a:latin typeface="Open Sans"/>
                <a:ea typeface="Open Sans"/>
                <a:cs typeface="Open Sans"/>
                <a:sym typeface="Open Sans"/>
              </a:rPr>
              <a:t>Pubdekdok</a:t>
            </a:r>
            <a:r>
              <a:rPr lang="en-US" sz="2500" b="0" i="0" u="none" strike="noStrike" cap="none" dirty="0">
                <a:solidFill>
                  <a:srgbClr val="F9EEE1"/>
                </a:solidFill>
                <a:latin typeface="Open Sans"/>
                <a:ea typeface="Open Sans"/>
                <a:cs typeface="Open Sans"/>
                <a:sym typeface="Open Sans"/>
              </a:rPr>
              <a:t> :</a:t>
            </a:r>
            <a:r>
              <a:rPr lang="en-US" sz="2500" dirty="0">
                <a:solidFill>
                  <a:srgbClr val="F9EEE1"/>
                </a:solidFill>
                <a:latin typeface="Open Sans"/>
                <a:ea typeface="Open Sans"/>
                <a:cs typeface="Open Sans"/>
                <a:sym typeface="Open Sans"/>
              </a:rPr>
              <a:t> Nova </a:t>
            </a:r>
            <a:r>
              <a:rPr lang="en-US" sz="2500" dirty="0" err="1">
                <a:solidFill>
                  <a:srgbClr val="F9EEE1"/>
                </a:solidFill>
                <a:latin typeface="Open Sans"/>
                <a:ea typeface="Open Sans"/>
                <a:cs typeface="Open Sans"/>
                <a:sym typeface="Open Sans"/>
              </a:rPr>
              <a:t>Yunita</a:t>
            </a:r>
            <a:r>
              <a:rPr lang="en-US" sz="2500" dirty="0">
                <a:solidFill>
                  <a:srgbClr val="F9EEE1"/>
                </a:solidFill>
                <a:latin typeface="Open Sans"/>
                <a:ea typeface="Open Sans"/>
                <a:cs typeface="Open Sans"/>
                <a:sym typeface="Open Sans"/>
              </a:rPr>
              <a:t> </a:t>
            </a:r>
            <a:r>
              <a:rPr lang="en-US" sz="2500" dirty="0" err="1">
                <a:solidFill>
                  <a:srgbClr val="F9EEE1"/>
                </a:solidFill>
                <a:latin typeface="Open Sans"/>
                <a:ea typeface="Open Sans"/>
                <a:cs typeface="Open Sans"/>
                <a:sym typeface="Open Sans"/>
              </a:rPr>
              <a:t>Rizkyana</a:t>
            </a:r>
            <a:r>
              <a:rPr lang="en-US" sz="2500" dirty="0">
                <a:solidFill>
                  <a:srgbClr val="F9EEE1"/>
                </a:solidFill>
                <a:latin typeface="Open Sans"/>
                <a:ea typeface="Open Sans"/>
                <a:cs typeface="Open Sans"/>
                <a:sym typeface="Open Sans"/>
              </a:rPr>
              <a:t>, Ahmad Maulana Kudus, M </a:t>
            </a:r>
            <a:r>
              <a:rPr lang="en-US" sz="2500" dirty="0" err="1">
                <a:solidFill>
                  <a:srgbClr val="F9EEE1"/>
                </a:solidFill>
                <a:latin typeface="Open Sans"/>
                <a:ea typeface="Open Sans"/>
                <a:cs typeface="Open Sans"/>
                <a:sym typeface="Open Sans"/>
              </a:rPr>
              <a:t>Rafly</a:t>
            </a:r>
            <a:r>
              <a:rPr lang="en-US" sz="2500" dirty="0">
                <a:solidFill>
                  <a:srgbClr val="F9EEE1"/>
                </a:solidFill>
                <a:latin typeface="Open Sans"/>
                <a:ea typeface="Open Sans"/>
                <a:cs typeface="Open Sans"/>
                <a:sym typeface="Open Sans"/>
              </a:rPr>
              <a:t> Kurniawan A</a:t>
            </a:r>
            <a:endParaRPr sz="2500" dirty="0"/>
          </a:p>
          <a:p>
            <a:pPr lvl="0" algn="just">
              <a:lnSpc>
                <a:spcPct val="139980"/>
              </a:lnSpc>
            </a:pPr>
            <a:r>
              <a:rPr lang="en-US" sz="2500" b="0" i="0" u="none" strike="noStrike" cap="none" dirty="0">
                <a:solidFill>
                  <a:srgbClr val="F9EEE1"/>
                </a:solidFill>
                <a:latin typeface="Open Sans"/>
                <a:ea typeface="Open Sans"/>
                <a:cs typeface="Open Sans"/>
                <a:sym typeface="Open Sans"/>
              </a:rPr>
              <a:t>Sie. </a:t>
            </a:r>
            <a:r>
              <a:rPr lang="en-US" sz="2500" b="0" i="0" u="none" strike="noStrike" cap="none" dirty="0" err="1">
                <a:solidFill>
                  <a:srgbClr val="F9EEE1"/>
                </a:solidFill>
                <a:latin typeface="Open Sans"/>
                <a:ea typeface="Open Sans"/>
                <a:cs typeface="Open Sans"/>
                <a:sym typeface="Open Sans"/>
              </a:rPr>
              <a:t>Konsumsi</a:t>
            </a:r>
            <a:r>
              <a:rPr lang="en-US" sz="2500" b="0" i="0" u="none" strike="noStrike" cap="none" dirty="0">
                <a:solidFill>
                  <a:srgbClr val="F9EEE1"/>
                </a:solidFill>
                <a:latin typeface="Open Sans"/>
                <a:ea typeface="Open Sans"/>
                <a:cs typeface="Open Sans"/>
                <a:sym typeface="Open Sans"/>
              </a:rPr>
              <a:t> :</a:t>
            </a:r>
            <a:r>
              <a:rPr lang="en-US" sz="2500" dirty="0">
                <a:solidFill>
                  <a:srgbClr val="F9EEE1"/>
                </a:solidFill>
                <a:latin typeface="Open Sans"/>
                <a:ea typeface="Open Sans"/>
                <a:cs typeface="Open Sans"/>
                <a:sym typeface="Open Sans"/>
              </a:rPr>
              <a:t> Virna </a:t>
            </a:r>
            <a:r>
              <a:rPr lang="en-US" sz="2500" dirty="0" err="1">
                <a:solidFill>
                  <a:srgbClr val="F9EEE1"/>
                </a:solidFill>
                <a:latin typeface="Open Sans"/>
                <a:ea typeface="Open Sans"/>
                <a:cs typeface="Open Sans"/>
                <a:sym typeface="Open Sans"/>
              </a:rPr>
              <a:t>Nanju</a:t>
            </a:r>
            <a:r>
              <a:rPr lang="en-US" sz="2500" dirty="0">
                <a:solidFill>
                  <a:srgbClr val="F9EEE1"/>
                </a:solidFill>
                <a:latin typeface="Open Sans"/>
                <a:ea typeface="Open Sans"/>
                <a:cs typeface="Open Sans"/>
                <a:sym typeface="Open Sans"/>
              </a:rPr>
              <a:t> Fernanda, Muhammad Nurul Huda</a:t>
            </a:r>
            <a:endParaRPr sz="2500" dirty="0"/>
          </a:p>
          <a:p>
            <a:pPr lvl="0" algn="just">
              <a:lnSpc>
                <a:spcPct val="139980"/>
              </a:lnSpc>
            </a:pPr>
            <a:r>
              <a:rPr lang="en-US" sz="2500" b="0" i="0" u="none" strike="noStrike" cap="none" dirty="0">
                <a:solidFill>
                  <a:srgbClr val="F9EEE1"/>
                </a:solidFill>
                <a:latin typeface="Open Sans"/>
                <a:ea typeface="Open Sans"/>
                <a:cs typeface="Open Sans"/>
                <a:sym typeface="Open Sans"/>
              </a:rPr>
              <a:t>Dana Usaha : </a:t>
            </a:r>
            <a:r>
              <a:rPr lang="en-US" sz="2500" dirty="0">
                <a:solidFill>
                  <a:srgbClr val="F9EEE1"/>
                </a:solidFill>
                <a:latin typeface="Open Sans"/>
                <a:ea typeface="Open Sans"/>
                <a:cs typeface="Open Sans"/>
                <a:sym typeface="Open Sans"/>
              </a:rPr>
              <a:t>Naila Nur Salsabila</a:t>
            </a:r>
            <a:endParaRPr sz="2500" dirty="0"/>
          </a:p>
          <a:p>
            <a:pPr lvl="0" algn="just">
              <a:lnSpc>
                <a:spcPct val="139980"/>
              </a:lnSpc>
            </a:pPr>
            <a:r>
              <a:rPr lang="en-US" sz="2500" b="0" i="0" u="none" strike="noStrike" cap="none" dirty="0">
                <a:solidFill>
                  <a:srgbClr val="F9EEE1"/>
                </a:solidFill>
                <a:latin typeface="Open Sans"/>
                <a:ea typeface="Open Sans"/>
                <a:cs typeface="Open Sans"/>
                <a:sym typeface="Open Sans"/>
              </a:rPr>
              <a:t>Dewan </a:t>
            </a:r>
            <a:r>
              <a:rPr lang="en-US" sz="2500" b="0" i="0" u="none" strike="noStrike" cap="none" dirty="0" err="1">
                <a:solidFill>
                  <a:srgbClr val="F9EEE1"/>
                </a:solidFill>
                <a:latin typeface="Open Sans"/>
                <a:ea typeface="Open Sans"/>
                <a:cs typeface="Open Sans"/>
                <a:sym typeface="Open Sans"/>
              </a:rPr>
              <a:t>Pembingbing</a:t>
            </a:r>
            <a:r>
              <a:rPr lang="en-US" sz="2500" b="0" i="0" u="none" strike="noStrike" cap="none" dirty="0">
                <a:solidFill>
                  <a:srgbClr val="F9EEE1"/>
                </a:solidFill>
                <a:latin typeface="Open Sans"/>
                <a:ea typeface="Open Sans"/>
                <a:cs typeface="Open Sans"/>
                <a:sym typeface="Open Sans"/>
              </a:rPr>
              <a:t> :</a:t>
            </a:r>
            <a:r>
              <a:rPr lang="en-US" sz="2500" dirty="0">
                <a:solidFill>
                  <a:srgbClr val="F9EEE1"/>
                </a:solidFill>
                <a:latin typeface="Open Sans"/>
                <a:ea typeface="Open Sans"/>
                <a:cs typeface="Open Sans"/>
                <a:sym typeface="Open Sans"/>
              </a:rPr>
              <a:t> Bunga Arini, Alda </a:t>
            </a:r>
            <a:r>
              <a:rPr lang="en-US" sz="2500" dirty="0" err="1">
                <a:solidFill>
                  <a:srgbClr val="F9EEE1"/>
                </a:solidFill>
                <a:latin typeface="Open Sans"/>
                <a:ea typeface="Open Sans"/>
                <a:cs typeface="Open Sans"/>
                <a:sym typeface="Open Sans"/>
              </a:rPr>
              <a:t>Aunillah</a:t>
            </a:r>
            <a:r>
              <a:rPr lang="en-US" sz="2500" dirty="0">
                <a:solidFill>
                  <a:srgbClr val="F9EEE1"/>
                </a:solidFill>
                <a:latin typeface="Open Sans"/>
                <a:ea typeface="Open Sans"/>
                <a:cs typeface="Open Sans"/>
                <a:sym typeface="Open Sans"/>
              </a:rPr>
              <a:t>, Maulana Yusuf </a:t>
            </a:r>
            <a:r>
              <a:rPr lang="en-US" sz="2500" dirty="0" err="1">
                <a:solidFill>
                  <a:srgbClr val="F9EEE1"/>
                </a:solidFill>
                <a:latin typeface="Open Sans"/>
                <a:ea typeface="Open Sans"/>
                <a:cs typeface="Open Sans"/>
                <a:sym typeface="Open Sans"/>
              </a:rPr>
              <a:t>Aniqgraha</a:t>
            </a:r>
            <a:r>
              <a:rPr lang="en-US" sz="2500" dirty="0">
                <a:solidFill>
                  <a:srgbClr val="F9EEE1"/>
                </a:solidFill>
                <a:latin typeface="Open Sans"/>
                <a:ea typeface="Open Sans"/>
                <a:cs typeface="Open Sans"/>
                <a:sym typeface="Open Sans"/>
              </a:rPr>
              <a:t>, Abid Zuhdi Muzammil, Miftah </a:t>
            </a:r>
            <a:r>
              <a:rPr lang="en-US" sz="2500" dirty="0" err="1">
                <a:solidFill>
                  <a:srgbClr val="F9EEE1"/>
                </a:solidFill>
                <a:latin typeface="Open Sans"/>
                <a:ea typeface="Open Sans"/>
                <a:cs typeface="Open Sans"/>
                <a:sym typeface="Open Sans"/>
              </a:rPr>
              <a:t>Durotu</a:t>
            </a:r>
            <a:r>
              <a:rPr lang="en-US" sz="2500" dirty="0">
                <a:solidFill>
                  <a:srgbClr val="F9EEE1"/>
                </a:solidFill>
                <a:latin typeface="Open Sans"/>
                <a:ea typeface="Open Sans"/>
                <a:cs typeface="Open Sans"/>
                <a:sym typeface="Open Sans"/>
              </a:rPr>
              <a:t> Hani, </a:t>
            </a:r>
            <a:r>
              <a:rPr lang="en-US" sz="2500" dirty="0" err="1">
                <a:solidFill>
                  <a:srgbClr val="F9EEE1"/>
                </a:solidFill>
                <a:latin typeface="Open Sans"/>
                <a:ea typeface="Open Sans"/>
                <a:cs typeface="Open Sans"/>
                <a:sym typeface="Open Sans"/>
              </a:rPr>
              <a:t>Syabilah</a:t>
            </a:r>
            <a:r>
              <a:rPr lang="en-US" sz="2500" dirty="0">
                <a:solidFill>
                  <a:srgbClr val="F9EEE1"/>
                </a:solidFill>
                <a:latin typeface="Open Sans"/>
                <a:ea typeface="Open Sans"/>
                <a:cs typeface="Open Sans"/>
                <a:sym typeface="Open Sans"/>
              </a:rPr>
              <a:t> </a:t>
            </a:r>
            <a:r>
              <a:rPr lang="en-US" sz="2500" dirty="0" err="1">
                <a:solidFill>
                  <a:srgbClr val="F9EEE1"/>
                </a:solidFill>
                <a:latin typeface="Open Sans"/>
                <a:ea typeface="Open Sans"/>
                <a:cs typeface="Open Sans"/>
                <a:sym typeface="Open Sans"/>
              </a:rPr>
              <a:t>Nurain</a:t>
            </a:r>
            <a:r>
              <a:rPr lang="en-US" sz="2500" dirty="0">
                <a:solidFill>
                  <a:srgbClr val="F9EEE1"/>
                </a:solidFill>
                <a:latin typeface="Open Sans"/>
                <a:ea typeface="Open Sans"/>
                <a:cs typeface="Open Sans"/>
                <a:sym typeface="Open Sans"/>
              </a:rPr>
              <a:t> Nesa, Adnan Ramadan</a:t>
            </a:r>
            <a:endParaRPr sz="2500" dirty="0"/>
          </a:p>
        </p:txBody>
      </p:sp>
      <p:sp>
        <p:nvSpPr>
          <p:cNvPr id="445" name="Google Shape;445;p13"/>
          <p:cNvSpPr/>
          <p:nvPr/>
        </p:nvSpPr>
        <p:spPr>
          <a:xfrm rot="-5400000">
            <a:off x="15891424" y="6952125"/>
            <a:ext cx="1795277" cy="2605283"/>
          </a:xfrm>
          <a:custGeom>
            <a:avLst/>
            <a:gdLst/>
            <a:ahLst/>
            <a:cxnLst/>
            <a:rect l="l" t="t" r="r" b="b"/>
            <a:pathLst>
              <a:path w="1795277" h="2605283" extrusionOk="0">
                <a:moveTo>
                  <a:pt x="1795277" y="2605283"/>
                </a:moveTo>
                <a:lnTo>
                  <a:pt x="0" y="2605283"/>
                </a:lnTo>
                <a:lnTo>
                  <a:pt x="0" y="0"/>
                </a:lnTo>
                <a:lnTo>
                  <a:pt x="1795277" y="0"/>
                </a:lnTo>
                <a:lnTo>
                  <a:pt x="1795277" y="2605283"/>
                </a:lnTo>
                <a:close/>
              </a:path>
            </a:pathLst>
          </a:custGeom>
          <a:blipFill rotWithShape="1">
            <a:blip r:embed="rId4">
              <a:alphaModFix/>
            </a:blip>
            <a:stretch>
              <a:fillRect/>
            </a:stretch>
          </a:blipFill>
          <a:ln>
            <a:noFill/>
          </a:ln>
        </p:spPr>
      </p:sp>
      <p:sp>
        <p:nvSpPr>
          <p:cNvPr id="447" name="Google Shape;447;p13"/>
          <p:cNvSpPr/>
          <p:nvPr/>
        </p:nvSpPr>
        <p:spPr>
          <a:xfrm rot="10800000">
            <a:off x="-391876" y="-303224"/>
            <a:ext cx="2337117" cy="2393695"/>
          </a:xfrm>
          <a:custGeom>
            <a:avLst/>
            <a:gdLst/>
            <a:ahLst/>
            <a:cxnLst/>
            <a:rect l="l" t="t" r="r" b="b"/>
            <a:pathLst>
              <a:path w="2337117" h="2393695" extrusionOk="0">
                <a:moveTo>
                  <a:pt x="2337117" y="2393695"/>
                </a:moveTo>
                <a:lnTo>
                  <a:pt x="0" y="2393695"/>
                </a:lnTo>
                <a:lnTo>
                  <a:pt x="0" y="0"/>
                </a:lnTo>
                <a:lnTo>
                  <a:pt x="2337117" y="0"/>
                </a:lnTo>
                <a:lnTo>
                  <a:pt x="2337117" y="2393695"/>
                </a:lnTo>
                <a:close/>
              </a:path>
            </a:pathLst>
          </a:custGeom>
          <a:blipFill rotWithShape="1">
            <a:blip r:embed="rId5">
              <a:alphaModFix/>
            </a:blip>
            <a:stretch>
              <a:fillRect/>
            </a:stretch>
          </a:blipFill>
          <a:ln>
            <a:noFill/>
          </a:ln>
        </p:spPr>
      </p:sp>
      <p:sp>
        <p:nvSpPr>
          <p:cNvPr id="448" name="Google Shape;448;p13"/>
          <p:cNvSpPr/>
          <p:nvPr/>
        </p:nvSpPr>
        <p:spPr>
          <a:xfrm rot="10800000" flipH="1">
            <a:off x="15950883" y="0"/>
            <a:ext cx="2337117" cy="2393695"/>
          </a:xfrm>
          <a:custGeom>
            <a:avLst/>
            <a:gdLst/>
            <a:ahLst/>
            <a:cxnLst/>
            <a:rect l="l" t="t" r="r" b="b"/>
            <a:pathLst>
              <a:path w="2337117" h="2393695" extrusionOk="0">
                <a:moveTo>
                  <a:pt x="0" y="2393695"/>
                </a:moveTo>
                <a:lnTo>
                  <a:pt x="2337117" y="2393695"/>
                </a:lnTo>
                <a:lnTo>
                  <a:pt x="2337117" y="0"/>
                </a:lnTo>
                <a:lnTo>
                  <a:pt x="0" y="0"/>
                </a:lnTo>
                <a:lnTo>
                  <a:pt x="0" y="2393695"/>
                </a:lnTo>
                <a:close/>
              </a:path>
            </a:pathLst>
          </a:custGeom>
          <a:blipFill rotWithShape="1">
            <a:blip r:embed="rId5">
              <a:alphaModFix/>
            </a:blip>
            <a:stretch>
              <a:fillRect/>
            </a:stretch>
          </a:blipFill>
          <a:ln>
            <a:noFill/>
          </a:ln>
        </p:spPr>
      </p:sp>
      <p:sp>
        <p:nvSpPr>
          <p:cNvPr id="449" name="Google Shape;449;p13"/>
          <p:cNvSpPr/>
          <p:nvPr/>
        </p:nvSpPr>
        <p:spPr>
          <a:xfrm>
            <a:off x="-1194358" y="1423307"/>
            <a:ext cx="3139599" cy="3116766"/>
          </a:xfrm>
          <a:custGeom>
            <a:avLst/>
            <a:gdLst/>
            <a:ahLst/>
            <a:cxnLst/>
            <a:rect l="l" t="t" r="r" b="b"/>
            <a:pathLst>
              <a:path w="3139599" h="3116766" extrusionOk="0">
                <a:moveTo>
                  <a:pt x="0" y="0"/>
                </a:moveTo>
                <a:lnTo>
                  <a:pt x="3139599" y="0"/>
                </a:lnTo>
                <a:lnTo>
                  <a:pt x="3139599" y="3116766"/>
                </a:lnTo>
                <a:lnTo>
                  <a:pt x="0" y="3116766"/>
                </a:lnTo>
                <a:lnTo>
                  <a:pt x="0" y="0"/>
                </a:lnTo>
                <a:close/>
              </a:path>
            </a:pathLst>
          </a:custGeom>
          <a:blipFill rotWithShape="1">
            <a:blip r:embed="rId6">
              <a:alphaModFix/>
            </a:blip>
            <a:stretch>
              <a:fillRect/>
            </a:stretch>
          </a:blipFill>
          <a:ln>
            <a:noFill/>
          </a:ln>
        </p:spPr>
      </p:sp>
      <p:sp>
        <p:nvSpPr>
          <p:cNvPr id="450" name="Google Shape;450;p13"/>
          <p:cNvSpPr/>
          <p:nvPr/>
        </p:nvSpPr>
        <p:spPr>
          <a:xfrm>
            <a:off x="16370677" y="1423307"/>
            <a:ext cx="3139599" cy="3116766"/>
          </a:xfrm>
          <a:custGeom>
            <a:avLst/>
            <a:gdLst/>
            <a:ahLst/>
            <a:cxnLst/>
            <a:rect l="l" t="t" r="r" b="b"/>
            <a:pathLst>
              <a:path w="3139599" h="3116766" extrusionOk="0">
                <a:moveTo>
                  <a:pt x="0" y="0"/>
                </a:moveTo>
                <a:lnTo>
                  <a:pt x="3139599" y="0"/>
                </a:lnTo>
                <a:lnTo>
                  <a:pt x="3139599" y="3116766"/>
                </a:lnTo>
                <a:lnTo>
                  <a:pt x="0" y="3116766"/>
                </a:lnTo>
                <a:lnTo>
                  <a:pt x="0" y="0"/>
                </a:lnTo>
                <a:close/>
              </a:path>
            </a:pathLst>
          </a:custGeom>
          <a:blipFill rotWithShape="1">
            <a:blip r:embed="rId6">
              <a:alphaModFix/>
            </a:blip>
            <a:stretch>
              <a:fillRect/>
            </a:stretch>
          </a:blipFill>
          <a:ln>
            <a:noFill/>
          </a:ln>
        </p:spPr>
      </p:sp>
      <p:sp>
        <p:nvSpPr>
          <p:cNvPr id="451" name="Google Shape;451;p13"/>
          <p:cNvSpPr/>
          <p:nvPr/>
        </p:nvSpPr>
        <p:spPr>
          <a:xfrm>
            <a:off x="1274400" y="-303224"/>
            <a:ext cx="1341682" cy="1331924"/>
          </a:xfrm>
          <a:custGeom>
            <a:avLst/>
            <a:gdLst/>
            <a:ahLst/>
            <a:cxnLst/>
            <a:rect l="l" t="t" r="r" b="b"/>
            <a:pathLst>
              <a:path w="1341682" h="1331924" extrusionOk="0">
                <a:moveTo>
                  <a:pt x="0" y="0"/>
                </a:moveTo>
                <a:lnTo>
                  <a:pt x="1341682" y="0"/>
                </a:lnTo>
                <a:lnTo>
                  <a:pt x="1341682" y="1331924"/>
                </a:lnTo>
                <a:lnTo>
                  <a:pt x="0" y="1331924"/>
                </a:lnTo>
                <a:lnTo>
                  <a:pt x="0" y="0"/>
                </a:lnTo>
                <a:close/>
              </a:path>
            </a:pathLst>
          </a:custGeom>
          <a:blipFill rotWithShape="1">
            <a:blip r:embed="rId6">
              <a:alphaModFix/>
            </a:blip>
            <a:stretch>
              <a:fillRect/>
            </a:stretch>
          </a:blipFill>
          <a:ln>
            <a:noFill/>
          </a:ln>
        </p:spPr>
      </p:sp>
      <p:sp>
        <p:nvSpPr>
          <p:cNvPr id="452" name="Google Shape;452;p13"/>
          <p:cNvSpPr/>
          <p:nvPr/>
        </p:nvSpPr>
        <p:spPr>
          <a:xfrm>
            <a:off x="15777760" y="-303224"/>
            <a:ext cx="1341682" cy="1331924"/>
          </a:xfrm>
          <a:custGeom>
            <a:avLst/>
            <a:gdLst/>
            <a:ahLst/>
            <a:cxnLst/>
            <a:rect l="l" t="t" r="r" b="b"/>
            <a:pathLst>
              <a:path w="1341682" h="1331924" extrusionOk="0">
                <a:moveTo>
                  <a:pt x="0" y="0"/>
                </a:moveTo>
                <a:lnTo>
                  <a:pt x="1341681" y="0"/>
                </a:lnTo>
                <a:lnTo>
                  <a:pt x="1341681" y="1331924"/>
                </a:lnTo>
                <a:lnTo>
                  <a:pt x="0" y="1331924"/>
                </a:lnTo>
                <a:lnTo>
                  <a:pt x="0" y="0"/>
                </a:lnTo>
                <a:close/>
              </a:path>
            </a:pathLst>
          </a:custGeom>
          <a:blipFill rotWithShape="1">
            <a:blip r:embed="rId6">
              <a:alphaModFix/>
            </a:blip>
            <a:stretch>
              <a:fillRect/>
            </a:stretch>
          </a:blipFill>
          <a:ln>
            <a:noFill/>
          </a:ln>
        </p:spPr>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56"/>
        <p:cNvGrpSpPr/>
        <p:nvPr/>
      </p:nvGrpSpPr>
      <p:grpSpPr>
        <a:xfrm>
          <a:off x="0" y="0"/>
          <a:ext cx="0" cy="0"/>
          <a:chOff x="0" y="0"/>
          <a:chExt cx="0" cy="0"/>
        </a:xfrm>
      </p:grpSpPr>
      <p:sp>
        <p:nvSpPr>
          <p:cNvPr id="457" name="Google Shape;457;p14"/>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16609" b="-16608"/>
            </a:stretch>
          </a:blipFill>
          <a:ln>
            <a:noFill/>
          </a:ln>
        </p:spPr>
      </p:sp>
      <p:sp>
        <p:nvSpPr>
          <p:cNvPr id="458" name="Google Shape;458;p14"/>
          <p:cNvSpPr txBox="1"/>
          <p:nvPr/>
        </p:nvSpPr>
        <p:spPr>
          <a:xfrm>
            <a:off x="321618" y="726667"/>
            <a:ext cx="7659255" cy="1201802"/>
          </a:xfrm>
          <a:prstGeom prst="rect">
            <a:avLst/>
          </a:prstGeom>
          <a:noFill/>
          <a:ln>
            <a:noFill/>
          </a:ln>
        </p:spPr>
        <p:txBody>
          <a:bodyPr spcFirstLastPara="1" wrap="square" lIns="0" tIns="0" rIns="0" bIns="0" anchor="t" anchorCtr="0">
            <a:spAutoFit/>
          </a:bodyPr>
          <a:lstStyle/>
          <a:p>
            <a:pPr marL="0" marR="0" lvl="0" indent="0" algn="l" rtl="0">
              <a:lnSpc>
                <a:spcPct val="103000"/>
              </a:lnSpc>
              <a:spcBef>
                <a:spcPts val="0"/>
              </a:spcBef>
              <a:spcAft>
                <a:spcPts val="0"/>
              </a:spcAft>
              <a:buNone/>
            </a:pPr>
            <a:r>
              <a:rPr lang="en-US" sz="8900" b="1" i="1" u="none" strike="noStrike" cap="none">
                <a:solidFill>
                  <a:srgbClr val="29455B"/>
                </a:solidFill>
                <a:latin typeface="Arial"/>
                <a:ea typeface="Arial"/>
                <a:cs typeface="Arial"/>
                <a:sym typeface="Arial"/>
              </a:rPr>
              <a:t>LKMM-D</a:t>
            </a:r>
            <a:endParaRPr/>
          </a:p>
        </p:txBody>
      </p:sp>
      <p:grpSp>
        <p:nvGrpSpPr>
          <p:cNvPr id="459" name="Google Shape;459;p14"/>
          <p:cNvGrpSpPr/>
          <p:nvPr/>
        </p:nvGrpSpPr>
        <p:grpSpPr>
          <a:xfrm>
            <a:off x="0" y="-73983"/>
            <a:ext cx="9144000" cy="648250"/>
            <a:chOff x="0" y="-38100"/>
            <a:chExt cx="3513414" cy="249078"/>
          </a:xfrm>
        </p:grpSpPr>
        <p:sp>
          <p:nvSpPr>
            <p:cNvPr id="460" name="Google Shape;460;p14"/>
            <p:cNvSpPr/>
            <p:nvPr/>
          </p:nvSpPr>
          <p:spPr>
            <a:xfrm>
              <a:off x="0" y="0"/>
              <a:ext cx="3513414" cy="210978"/>
            </a:xfrm>
            <a:custGeom>
              <a:avLst/>
              <a:gdLst/>
              <a:ahLst/>
              <a:cxnLst/>
              <a:rect l="l" t="t" r="r" b="b"/>
              <a:pathLst>
                <a:path w="3513414" h="210978" extrusionOk="0">
                  <a:moveTo>
                    <a:pt x="0" y="0"/>
                  </a:moveTo>
                  <a:lnTo>
                    <a:pt x="3513414" y="0"/>
                  </a:lnTo>
                  <a:lnTo>
                    <a:pt x="3513414" y="210978"/>
                  </a:lnTo>
                  <a:lnTo>
                    <a:pt x="0" y="210978"/>
                  </a:lnTo>
                  <a:close/>
                </a:path>
              </a:pathLst>
            </a:custGeom>
            <a:solidFill>
              <a:srgbClr val="FCB50F"/>
            </a:solidFill>
            <a:ln>
              <a:noFill/>
            </a:ln>
          </p:spPr>
        </p:sp>
        <p:sp>
          <p:nvSpPr>
            <p:cNvPr id="461" name="Google Shape;461;p14"/>
            <p:cNvSpPr txBox="1"/>
            <p:nvPr/>
          </p:nvSpPr>
          <p:spPr>
            <a:xfrm>
              <a:off x="0" y="-38100"/>
              <a:ext cx="3513414" cy="249078"/>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462" name="Google Shape;462;p14"/>
          <p:cNvSpPr txBox="1"/>
          <p:nvPr/>
        </p:nvSpPr>
        <p:spPr>
          <a:xfrm>
            <a:off x="321618" y="2023718"/>
            <a:ext cx="7659255" cy="737870"/>
          </a:xfrm>
          <a:prstGeom prst="rect">
            <a:avLst/>
          </a:prstGeom>
          <a:noFill/>
          <a:ln>
            <a:noFill/>
          </a:ln>
        </p:spPr>
        <p:txBody>
          <a:bodyPr spcFirstLastPara="1" wrap="square" lIns="0" tIns="0" rIns="0" bIns="0" anchor="t" anchorCtr="0">
            <a:spAutoFit/>
          </a:bodyPr>
          <a:lstStyle/>
          <a:p>
            <a:pPr marL="0" marR="0" lvl="0" indent="0" algn="l" rtl="0">
              <a:lnSpc>
                <a:spcPct val="103000"/>
              </a:lnSpc>
              <a:spcBef>
                <a:spcPts val="0"/>
              </a:spcBef>
              <a:spcAft>
                <a:spcPts val="0"/>
              </a:spcAft>
              <a:buNone/>
            </a:pPr>
            <a:r>
              <a:rPr lang="en-US" sz="5499" b="1" i="0" u="none" strike="noStrike" cap="none">
                <a:solidFill>
                  <a:srgbClr val="29455B"/>
                </a:solidFill>
                <a:latin typeface="Arial"/>
                <a:ea typeface="Arial"/>
                <a:cs typeface="Arial"/>
                <a:sym typeface="Arial"/>
              </a:rPr>
              <a:t>EVALUASI</a:t>
            </a:r>
            <a:endParaRPr/>
          </a:p>
        </p:txBody>
      </p:sp>
      <p:grpSp>
        <p:nvGrpSpPr>
          <p:cNvPr id="463" name="Google Shape;463;p14"/>
          <p:cNvGrpSpPr/>
          <p:nvPr/>
        </p:nvGrpSpPr>
        <p:grpSpPr>
          <a:xfrm>
            <a:off x="10334875" y="9638750"/>
            <a:ext cx="7953125" cy="611035"/>
            <a:chOff x="0" y="-38100"/>
            <a:chExt cx="3055842" cy="234779"/>
          </a:xfrm>
        </p:grpSpPr>
        <p:sp>
          <p:nvSpPr>
            <p:cNvPr id="464" name="Google Shape;464;p14"/>
            <p:cNvSpPr/>
            <p:nvPr/>
          </p:nvSpPr>
          <p:spPr>
            <a:xfrm>
              <a:off x="0" y="0"/>
              <a:ext cx="3055842" cy="196679"/>
            </a:xfrm>
            <a:custGeom>
              <a:avLst/>
              <a:gdLst/>
              <a:ahLst/>
              <a:cxnLst/>
              <a:rect l="l" t="t" r="r" b="b"/>
              <a:pathLst>
                <a:path w="3055842" h="196679" extrusionOk="0">
                  <a:moveTo>
                    <a:pt x="0" y="0"/>
                  </a:moveTo>
                  <a:lnTo>
                    <a:pt x="3055842" y="0"/>
                  </a:lnTo>
                  <a:lnTo>
                    <a:pt x="3055842" y="196679"/>
                  </a:lnTo>
                  <a:lnTo>
                    <a:pt x="0" y="196679"/>
                  </a:lnTo>
                  <a:close/>
                </a:path>
              </a:pathLst>
            </a:custGeom>
            <a:solidFill>
              <a:srgbClr val="FCB50F"/>
            </a:solidFill>
            <a:ln>
              <a:noFill/>
            </a:ln>
          </p:spPr>
        </p:sp>
        <p:sp>
          <p:nvSpPr>
            <p:cNvPr id="465" name="Google Shape;465;p14"/>
            <p:cNvSpPr txBox="1"/>
            <p:nvPr/>
          </p:nvSpPr>
          <p:spPr>
            <a:xfrm>
              <a:off x="0" y="-38100"/>
              <a:ext cx="3055842" cy="234779"/>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466" name="Google Shape;466;p14"/>
          <p:cNvSpPr/>
          <p:nvPr/>
        </p:nvSpPr>
        <p:spPr>
          <a:xfrm rot="10800000" flipH="1">
            <a:off x="15098176" y="25176"/>
            <a:ext cx="3189824" cy="3267046"/>
          </a:xfrm>
          <a:custGeom>
            <a:avLst/>
            <a:gdLst/>
            <a:ahLst/>
            <a:cxnLst/>
            <a:rect l="l" t="t" r="r" b="b"/>
            <a:pathLst>
              <a:path w="3189824" h="3267046" extrusionOk="0">
                <a:moveTo>
                  <a:pt x="0" y="3267045"/>
                </a:moveTo>
                <a:lnTo>
                  <a:pt x="3189824" y="3267045"/>
                </a:lnTo>
                <a:lnTo>
                  <a:pt x="3189824" y="0"/>
                </a:lnTo>
                <a:lnTo>
                  <a:pt x="0" y="0"/>
                </a:lnTo>
                <a:lnTo>
                  <a:pt x="0" y="3267045"/>
                </a:lnTo>
                <a:close/>
              </a:path>
            </a:pathLst>
          </a:custGeom>
          <a:blipFill rotWithShape="1">
            <a:blip r:embed="rId4">
              <a:alphaModFix/>
            </a:blip>
            <a:stretch>
              <a:fillRect/>
            </a:stretch>
          </a:blipFill>
          <a:ln>
            <a:noFill/>
          </a:ln>
        </p:spPr>
      </p:sp>
      <p:sp>
        <p:nvSpPr>
          <p:cNvPr id="467" name="Google Shape;467;p14"/>
          <p:cNvSpPr txBox="1"/>
          <p:nvPr/>
        </p:nvSpPr>
        <p:spPr>
          <a:xfrm>
            <a:off x="578926" y="2923513"/>
            <a:ext cx="16680374" cy="5561522"/>
          </a:xfrm>
          <a:prstGeom prst="rect">
            <a:avLst/>
          </a:prstGeom>
          <a:noFill/>
          <a:ln>
            <a:noFill/>
          </a:ln>
        </p:spPr>
        <p:txBody>
          <a:bodyPr spcFirstLastPara="1" wrap="square" lIns="0" tIns="0" rIns="0" bIns="0" anchor="t" anchorCtr="0">
            <a:spAutoFit/>
          </a:bodyPr>
          <a:lstStyle/>
          <a:p>
            <a:pPr marL="0" marR="0" lvl="0" indent="0" algn="l" rtl="0">
              <a:lnSpc>
                <a:spcPct val="140006"/>
              </a:lnSpc>
              <a:spcBef>
                <a:spcPts val="0"/>
              </a:spcBef>
              <a:spcAft>
                <a:spcPts val="0"/>
              </a:spcAft>
              <a:buNone/>
            </a:pPr>
            <a:r>
              <a:rPr lang="en-US" sz="2857" b="0" i="0" u="none" strike="noStrike" cap="none" dirty="0" err="1">
                <a:solidFill>
                  <a:srgbClr val="29455B"/>
                </a:solidFill>
                <a:latin typeface="Open Sans"/>
                <a:ea typeface="Open Sans"/>
                <a:cs typeface="Open Sans"/>
                <a:sym typeface="Open Sans"/>
              </a:rPr>
              <a:t>Kegiatan</a:t>
            </a:r>
            <a:r>
              <a:rPr lang="en-US" sz="2857" b="0" i="0" u="none" strike="noStrike" cap="none" dirty="0">
                <a:solidFill>
                  <a:srgbClr val="29455B"/>
                </a:solidFill>
                <a:latin typeface="Open Sans"/>
                <a:ea typeface="Open Sans"/>
                <a:cs typeface="Open Sans"/>
                <a:sym typeface="Open Sans"/>
              </a:rPr>
              <a:t> : </a:t>
            </a:r>
            <a:endParaRPr dirty="0"/>
          </a:p>
          <a:p>
            <a:pPr marL="616923" marR="0" lvl="1" indent="-308460" algn="l" rtl="0">
              <a:lnSpc>
                <a:spcPct val="140006"/>
              </a:lnSpc>
              <a:spcBef>
                <a:spcPts val="0"/>
              </a:spcBef>
              <a:spcAft>
                <a:spcPts val="0"/>
              </a:spcAft>
              <a:buClr>
                <a:srgbClr val="29455B"/>
              </a:buClr>
              <a:buSzPts val="2857"/>
              <a:buFont typeface="Arial"/>
              <a:buChar char="•"/>
            </a:pPr>
            <a:r>
              <a:rPr lang="en-US" sz="2857" b="0" i="0" u="none" strike="noStrike" cap="none" dirty="0">
                <a:solidFill>
                  <a:srgbClr val="29455B"/>
                </a:solidFill>
                <a:latin typeface="Open Sans"/>
                <a:ea typeface="Open Sans"/>
                <a:cs typeface="Open Sans"/>
                <a:sym typeface="Open Sans"/>
              </a:rPr>
              <a:t>Ketika </a:t>
            </a:r>
            <a:r>
              <a:rPr lang="en-US" sz="2857" b="0" i="0" u="none" strike="noStrike" cap="none" dirty="0" err="1">
                <a:solidFill>
                  <a:srgbClr val="29455B"/>
                </a:solidFill>
                <a:latin typeface="Open Sans"/>
                <a:ea typeface="Open Sans"/>
                <a:cs typeface="Open Sans"/>
                <a:sym typeface="Open Sans"/>
              </a:rPr>
              <a:t>pematerian</a:t>
            </a:r>
            <a:r>
              <a:rPr lang="en-US" sz="2857" b="0" i="0" u="none" strike="noStrike" cap="none" dirty="0">
                <a:solidFill>
                  <a:srgbClr val="29455B"/>
                </a:solidFill>
                <a:latin typeface="Open Sans"/>
                <a:ea typeface="Open Sans"/>
                <a:cs typeface="Open Sans"/>
                <a:sym typeface="Open Sans"/>
              </a:rPr>
              <a:t> </a:t>
            </a:r>
            <a:r>
              <a:rPr lang="en-US" sz="2857" b="0" i="0" u="none" strike="noStrike" cap="none" dirty="0" err="1">
                <a:solidFill>
                  <a:srgbClr val="29455B"/>
                </a:solidFill>
                <a:latin typeface="Open Sans"/>
                <a:ea typeface="Open Sans"/>
                <a:cs typeface="Open Sans"/>
                <a:sym typeface="Open Sans"/>
              </a:rPr>
              <a:t>panitia</a:t>
            </a:r>
            <a:r>
              <a:rPr lang="en-US" sz="2857" b="0" i="0" u="none" strike="noStrike" cap="none" dirty="0">
                <a:solidFill>
                  <a:srgbClr val="29455B"/>
                </a:solidFill>
                <a:latin typeface="Open Sans"/>
                <a:ea typeface="Open Sans"/>
                <a:cs typeface="Open Sans"/>
                <a:sym typeface="Open Sans"/>
              </a:rPr>
              <a:t> </a:t>
            </a:r>
            <a:r>
              <a:rPr lang="en-US" sz="2857" b="0" i="0" u="none" strike="noStrike" cap="none" dirty="0" err="1">
                <a:solidFill>
                  <a:srgbClr val="29455B"/>
                </a:solidFill>
                <a:latin typeface="Open Sans"/>
                <a:ea typeface="Open Sans"/>
                <a:cs typeface="Open Sans"/>
                <a:sym typeface="Open Sans"/>
              </a:rPr>
              <a:t>kurang</a:t>
            </a:r>
            <a:r>
              <a:rPr lang="en-US" sz="2857" b="0" i="0" u="none" strike="noStrike" cap="none" dirty="0">
                <a:solidFill>
                  <a:srgbClr val="29455B"/>
                </a:solidFill>
                <a:latin typeface="Open Sans"/>
                <a:ea typeface="Open Sans"/>
                <a:cs typeface="Open Sans"/>
                <a:sym typeface="Open Sans"/>
              </a:rPr>
              <a:t> </a:t>
            </a:r>
            <a:r>
              <a:rPr lang="en-US" sz="2857" b="0" i="0" u="none" strike="noStrike" cap="none" dirty="0" err="1">
                <a:solidFill>
                  <a:srgbClr val="29455B"/>
                </a:solidFill>
                <a:latin typeface="Open Sans"/>
                <a:ea typeface="Open Sans"/>
                <a:cs typeface="Open Sans"/>
                <a:sym typeface="Open Sans"/>
              </a:rPr>
              <a:t>mengawasi</a:t>
            </a:r>
            <a:r>
              <a:rPr lang="en-US" sz="2857" b="0" i="0" u="none" strike="noStrike" cap="none" dirty="0">
                <a:solidFill>
                  <a:srgbClr val="29455B"/>
                </a:solidFill>
                <a:latin typeface="Open Sans"/>
                <a:ea typeface="Open Sans"/>
                <a:cs typeface="Open Sans"/>
                <a:sym typeface="Open Sans"/>
              </a:rPr>
              <a:t> </a:t>
            </a:r>
            <a:r>
              <a:rPr lang="en-US" sz="2857" b="0" i="0" u="none" strike="noStrike" cap="none" dirty="0" err="1">
                <a:solidFill>
                  <a:srgbClr val="29455B"/>
                </a:solidFill>
                <a:latin typeface="Open Sans"/>
                <a:ea typeface="Open Sans"/>
                <a:cs typeface="Open Sans"/>
                <a:sym typeface="Open Sans"/>
              </a:rPr>
              <a:t>peserta</a:t>
            </a:r>
            <a:endParaRPr dirty="0"/>
          </a:p>
          <a:p>
            <a:pPr marL="616923" marR="0" lvl="1" indent="-308460" algn="l" rtl="0">
              <a:lnSpc>
                <a:spcPct val="140006"/>
              </a:lnSpc>
              <a:spcBef>
                <a:spcPts val="0"/>
              </a:spcBef>
              <a:spcAft>
                <a:spcPts val="0"/>
              </a:spcAft>
              <a:buClr>
                <a:srgbClr val="29455B"/>
              </a:buClr>
              <a:buSzPts val="2857"/>
              <a:buFont typeface="Arial"/>
              <a:buChar char="•"/>
            </a:pPr>
            <a:r>
              <a:rPr lang="en-US" sz="2857" b="0" i="0" u="none" strike="noStrike" cap="none" dirty="0" err="1">
                <a:solidFill>
                  <a:srgbClr val="29455B"/>
                </a:solidFill>
                <a:latin typeface="Open Sans"/>
                <a:ea typeface="Open Sans"/>
                <a:cs typeface="Open Sans"/>
                <a:sym typeface="Open Sans"/>
              </a:rPr>
              <a:t>Panitia</a:t>
            </a:r>
            <a:r>
              <a:rPr lang="en-US" sz="2857" b="0" i="0" u="none" strike="noStrike" cap="none" dirty="0">
                <a:solidFill>
                  <a:srgbClr val="29455B"/>
                </a:solidFill>
                <a:latin typeface="Open Sans"/>
                <a:ea typeface="Open Sans"/>
                <a:cs typeface="Open Sans"/>
                <a:sym typeface="Open Sans"/>
              </a:rPr>
              <a:t> yang di </a:t>
            </a:r>
            <a:r>
              <a:rPr lang="en-US" sz="2857" b="0" i="0" u="none" strike="noStrike" cap="none" dirty="0" err="1">
                <a:solidFill>
                  <a:srgbClr val="29455B"/>
                </a:solidFill>
                <a:latin typeface="Open Sans"/>
                <a:ea typeface="Open Sans"/>
                <a:cs typeface="Open Sans"/>
                <a:sym typeface="Open Sans"/>
              </a:rPr>
              <a:t>belakang</a:t>
            </a:r>
            <a:r>
              <a:rPr lang="en-US" sz="2857" b="0" i="0" u="none" strike="noStrike" cap="none" dirty="0">
                <a:solidFill>
                  <a:srgbClr val="29455B"/>
                </a:solidFill>
                <a:latin typeface="Open Sans"/>
                <a:ea typeface="Open Sans"/>
                <a:cs typeface="Open Sans"/>
                <a:sym typeface="Open Sans"/>
              </a:rPr>
              <a:t> </a:t>
            </a:r>
            <a:r>
              <a:rPr lang="en-US" sz="2857" b="0" i="0" u="none" strike="noStrike" cap="none" dirty="0" err="1">
                <a:solidFill>
                  <a:srgbClr val="29455B"/>
                </a:solidFill>
                <a:latin typeface="Open Sans"/>
                <a:ea typeface="Open Sans"/>
                <a:cs typeface="Open Sans"/>
                <a:sym typeface="Open Sans"/>
              </a:rPr>
              <a:t>peserta</a:t>
            </a:r>
            <a:r>
              <a:rPr lang="en-US" sz="2857" b="0" i="0" u="none" strike="noStrike" cap="none" dirty="0">
                <a:solidFill>
                  <a:srgbClr val="29455B"/>
                </a:solidFill>
                <a:latin typeface="Open Sans"/>
                <a:ea typeface="Open Sans"/>
                <a:cs typeface="Open Sans"/>
                <a:sym typeface="Open Sans"/>
              </a:rPr>
              <a:t> </a:t>
            </a:r>
            <a:r>
              <a:rPr lang="en-US" sz="2857" b="0" i="0" u="none" strike="noStrike" cap="none" dirty="0" err="1">
                <a:solidFill>
                  <a:srgbClr val="29455B"/>
                </a:solidFill>
                <a:latin typeface="Open Sans"/>
                <a:ea typeface="Open Sans"/>
                <a:cs typeface="Open Sans"/>
                <a:sym typeface="Open Sans"/>
              </a:rPr>
              <a:t>terlalu</a:t>
            </a:r>
            <a:r>
              <a:rPr lang="en-US" sz="2857" b="0" i="0" u="none" strike="noStrike" cap="none" dirty="0">
                <a:solidFill>
                  <a:srgbClr val="29455B"/>
                </a:solidFill>
                <a:latin typeface="Open Sans"/>
                <a:ea typeface="Open Sans"/>
                <a:cs typeface="Open Sans"/>
                <a:sym typeface="Open Sans"/>
              </a:rPr>
              <a:t> </a:t>
            </a:r>
            <a:r>
              <a:rPr lang="en-US" sz="2857" b="0" i="0" u="none" strike="noStrike" cap="none" dirty="0" err="1">
                <a:solidFill>
                  <a:srgbClr val="29455B"/>
                </a:solidFill>
                <a:latin typeface="Open Sans"/>
                <a:ea typeface="Open Sans"/>
                <a:cs typeface="Open Sans"/>
                <a:sym typeface="Open Sans"/>
              </a:rPr>
              <a:t>banyak</a:t>
            </a:r>
            <a:r>
              <a:rPr lang="en-US" sz="2857" b="0" i="0" u="none" strike="noStrike" cap="none" dirty="0">
                <a:solidFill>
                  <a:srgbClr val="29455B"/>
                </a:solidFill>
                <a:latin typeface="Open Sans"/>
                <a:ea typeface="Open Sans"/>
                <a:cs typeface="Open Sans"/>
                <a:sym typeface="Open Sans"/>
              </a:rPr>
              <a:t> </a:t>
            </a:r>
            <a:r>
              <a:rPr lang="en-US" sz="2857" b="0" i="0" u="none" strike="noStrike" cap="none" dirty="0" err="1">
                <a:solidFill>
                  <a:srgbClr val="29455B"/>
                </a:solidFill>
                <a:latin typeface="Open Sans"/>
                <a:ea typeface="Open Sans"/>
                <a:cs typeface="Open Sans"/>
                <a:sym typeface="Open Sans"/>
              </a:rPr>
              <a:t>mengobrol</a:t>
            </a:r>
            <a:r>
              <a:rPr lang="en-US" sz="2857" b="0" i="0" u="none" strike="noStrike" cap="none" dirty="0">
                <a:solidFill>
                  <a:srgbClr val="29455B"/>
                </a:solidFill>
                <a:latin typeface="Open Sans"/>
                <a:ea typeface="Open Sans"/>
                <a:cs typeface="Open Sans"/>
                <a:sym typeface="Open Sans"/>
              </a:rPr>
              <a:t>.</a:t>
            </a:r>
            <a:endParaRPr dirty="0"/>
          </a:p>
          <a:p>
            <a:pPr marL="616923" marR="0" lvl="1" indent="-308460" algn="l" rtl="0">
              <a:lnSpc>
                <a:spcPct val="140006"/>
              </a:lnSpc>
              <a:spcBef>
                <a:spcPts val="0"/>
              </a:spcBef>
              <a:spcAft>
                <a:spcPts val="0"/>
              </a:spcAft>
              <a:buClr>
                <a:srgbClr val="29455B"/>
              </a:buClr>
              <a:buSzPts val="2857"/>
              <a:buFont typeface="Arial"/>
              <a:buChar char="•"/>
            </a:pPr>
            <a:r>
              <a:rPr lang="en-US" sz="2857" b="0" i="0" u="none" strike="noStrike" cap="none" dirty="0" err="1">
                <a:solidFill>
                  <a:srgbClr val="29455B"/>
                </a:solidFill>
                <a:latin typeface="Open Sans"/>
                <a:ea typeface="Open Sans"/>
                <a:cs typeface="Open Sans"/>
                <a:sym typeface="Open Sans"/>
              </a:rPr>
              <a:t>Keteledoran</a:t>
            </a:r>
            <a:r>
              <a:rPr lang="en-US" sz="2857" b="0" i="0" u="none" strike="noStrike" cap="none" dirty="0">
                <a:solidFill>
                  <a:srgbClr val="29455B"/>
                </a:solidFill>
                <a:latin typeface="Open Sans"/>
                <a:ea typeface="Open Sans"/>
                <a:cs typeface="Open Sans"/>
                <a:sym typeface="Open Sans"/>
              </a:rPr>
              <a:t> </a:t>
            </a:r>
            <a:r>
              <a:rPr lang="en-US" sz="2857" b="0" i="0" u="none" strike="noStrike" cap="none" dirty="0" err="1">
                <a:solidFill>
                  <a:srgbClr val="29455B"/>
                </a:solidFill>
                <a:latin typeface="Open Sans"/>
                <a:ea typeface="Open Sans"/>
                <a:cs typeface="Open Sans"/>
                <a:sym typeface="Open Sans"/>
              </a:rPr>
              <a:t>panitia</a:t>
            </a:r>
            <a:r>
              <a:rPr lang="en-US" sz="2857" b="0" i="0" u="none" strike="noStrike" cap="none" dirty="0">
                <a:solidFill>
                  <a:srgbClr val="29455B"/>
                </a:solidFill>
                <a:latin typeface="Open Sans"/>
                <a:ea typeface="Open Sans"/>
                <a:cs typeface="Open Sans"/>
                <a:sym typeface="Open Sans"/>
              </a:rPr>
              <a:t> </a:t>
            </a:r>
            <a:r>
              <a:rPr lang="en-US" sz="2857" b="0" i="0" u="none" strike="noStrike" cap="none" dirty="0" err="1">
                <a:solidFill>
                  <a:srgbClr val="29455B"/>
                </a:solidFill>
                <a:latin typeface="Open Sans"/>
                <a:ea typeface="Open Sans"/>
                <a:cs typeface="Open Sans"/>
                <a:sym typeface="Open Sans"/>
              </a:rPr>
              <a:t>dalam</a:t>
            </a:r>
            <a:r>
              <a:rPr lang="en-US" sz="2857" b="0" i="0" u="none" strike="noStrike" cap="none" dirty="0">
                <a:solidFill>
                  <a:srgbClr val="29455B"/>
                </a:solidFill>
                <a:latin typeface="Open Sans"/>
                <a:ea typeface="Open Sans"/>
                <a:cs typeface="Open Sans"/>
                <a:sym typeface="Open Sans"/>
              </a:rPr>
              <a:t> </a:t>
            </a:r>
            <a:r>
              <a:rPr lang="en-US" sz="2857" b="0" i="0" u="none" strike="noStrike" cap="none" dirty="0" err="1">
                <a:solidFill>
                  <a:srgbClr val="29455B"/>
                </a:solidFill>
                <a:latin typeface="Open Sans"/>
                <a:ea typeface="Open Sans"/>
                <a:cs typeface="Open Sans"/>
                <a:sym typeface="Open Sans"/>
              </a:rPr>
              <a:t>penaruhan</a:t>
            </a:r>
            <a:r>
              <a:rPr lang="en-US" sz="2857" b="0" i="0" u="none" strike="noStrike" cap="none" dirty="0">
                <a:solidFill>
                  <a:srgbClr val="29455B"/>
                </a:solidFill>
                <a:latin typeface="Open Sans"/>
                <a:ea typeface="Open Sans"/>
                <a:cs typeface="Open Sans"/>
                <a:sym typeface="Open Sans"/>
              </a:rPr>
              <a:t> HT.</a:t>
            </a:r>
            <a:endParaRPr dirty="0"/>
          </a:p>
          <a:p>
            <a:pPr marL="616923" marR="0" lvl="1" indent="-308460" algn="l" rtl="0">
              <a:lnSpc>
                <a:spcPct val="140006"/>
              </a:lnSpc>
              <a:spcBef>
                <a:spcPts val="0"/>
              </a:spcBef>
              <a:spcAft>
                <a:spcPts val="0"/>
              </a:spcAft>
              <a:buClr>
                <a:srgbClr val="29455B"/>
              </a:buClr>
              <a:buSzPts val="2857"/>
              <a:buFont typeface="Arial"/>
              <a:buChar char="•"/>
            </a:pPr>
            <a:r>
              <a:rPr lang="en-US" sz="2857" b="0" i="0" u="none" strike="noStrike" cap="none" dirty="0">
                <a:solidFill>
                  <a:srgbClr val="29455B"/>
                </a:solidFill>
                <a:latin typeface="Open Sans"/>
                <a:ea typeface="Open Sans"/>
                <a:cs typeface="Open Sans"/>
                <a:sym typeface="Open Sans"/>
              </a:rPr>
              <a:t>Pada </a:t>
            </a:r>
            <a:r>
              <a:rPr lang="en-US" sz="2857" b="0" i="0" u="none" strike="noStrike" cap="none" dirty="0" err="1">
                <a:solidFill>
                  <a:srgbClr val="29455B"/>
                </a:solidFill>
                <a:latin typeface="Open Sans"/>
                <a:ea typeface="Open Sans"/>
                <a:cs typeface="Open Sans"/>
                <a:sym typeface="Open Sans"/>
              </a:rPr>
              <a:t>saat</a:t>
            </a:r>
            <a:r>
              <a:rPr lang="en-US" sz="2857" b="0" i="0" u="none" strike="noStrike" cap="none" dirty="0">
                <a:solidFill>
                  <a:srgbClr val="29455B"/>
                </a:solidFill>
                <a:latin typeface="Open Sans"/>
                <a:ea typeface="Open Sans"/>
                <a:cs typeface="Open Sans"/>
                <a:sym typeface="Open Sans"/>
              </a:rPr>
              <a:t> arak-</a:t>
            </a:r>
            <a:r>
              <a:rPr lang="en-US" sz="2857" b="0" i="0" u="none" strike="noStrike" cap="none" dirty="0" err="1">
                <a:solidFill>
                  <a:srgbClr val="29455B"/>
                </a:solidFill>
                <a:latin typeface="Open Sans"/>
                <a:ea typeface="Open Sans"/>
                <a:cs typeface="Open Sans"/>
                <a:sym typeface="Open Sans"/>
              </a:rPr>
              <a:t>arakan</a:t>
            </a:r>
            <a:r>
              <a:rPr lang="en-US" sz="2857" b="0" i="0" u="none" strike="noStrike" cap="none" dirty="0">
                <a:solidFill>
                  <a:srgbClr val="29455B"/>
                </a:solidFill>
                <a:latin typeface="Open Sans"/>
                <a:ea typeface="Open Sans"/>
                <a:cs typeface="Open Sans"/>
                <a:sym typeface="Open Sans"/>
              </a:rPr>
              <a:t> </a:t>
            </a:r>
            <a:r>
              <a:rPr lang="en-US" sz="2857" b="0" i="0" u="none" strike="noStrike" cap="none" dirty="0" err="1">
                <a:solidFill>
                  <a:srgbClr val="29455B"/>
                </a:solidFill>
                <a:latin typeface="Open Sans"/>
                <a:ea typeface="Open Sans"/>
                <a:cs typeface="Open Sans"/>
                <a:sym typeface="Open Sans"/>
              </a:rPr>
              <a:t>tidak</a:t>
            </a:r>
            <a:r>
              <a:rPr lang="en-US" sz="2857" b="0" i="0" u="none" strike="noStrike" cap="none" dirty="0">
                <a:solidFill>
                  <a:srgbClr val="29455B"/>
                </a:solidFill>
                <a:latin typeface="Open Sans"/>
                <a:ea typeface="Open Sans"/>
                <a:cs typeface="Open Sans"/>
                <a:sym typeface="Open Sans"/>
              </a:rPr>
              <a:t> </a:t>
            </a:r>
            <a:r>
              <a:rPr lang="en-US" sz="2857" b="0" i="0" u="none" strike="noStrike" cap="none" dirty="0" err="1">
                <a:solidFill>
                  <a:srgbClr val="29455B"/>
                </a:solidFill>
                <a:latin typeface="Open Sans"/>
                <a:ea typeface="Open Sans"/>
                <a:cs typeface="Open Sans"/>
                <a:sym typeface="Open Sans"/>
              </a:rPr>
              <a:t>sesuai</a:t>
            </a:r>
            <a:r>
              <a:rPr lang="en-US" sz="2857" b="0" i="0" u="none" strike="noStrike" cap="none" dirty="0">
                <a:solidFill>
                  <a:srgbClr val="29455B"/>
                </a:solidFill>
                <a:latin typeface="Open Sans"/>
                <a:ea typeface="Open Sans"/>
                <a:cs typeface="Open Sans"/>
                <a:sym typeface="Open Sans"/>
              </a:rPr>
              <a:t> </a:t>
            </a:r>
            <a:r>
              <a:rPr lang="en-US" sz="2857" b="0" i="0" u="none" strike="noStrike" cap="none" dirty="0" err="1">
                <a:solidFill>
                  <a:srgbClr val="29455B"/>
                </a:solidFill>
                <a:latin typeface="Open Sans"/>
                <a:ea typeface="Open Sans"/>
                <a:cs typeface="Open Sans"/>
                <a:sym typeface="Open Sans"/>
              </a:rPr>
              <a:t>dengan</a:t>
            </a:r>
            <a:r>
              <a:rPr lang="en-US" sz="2857" b="0" i="0" u="none" strike="noStrike" cap="none" dirty="0">
                <a:solidFill>
                  <a:srgbClr val="29455B"/>
                </a:solidFill>
                <a:latin typeface="Open Sans"/>
                <a:ea typeface="Open Sans"/>
                <a:cs typeface="Open Sans"/>
                <a:sym typeface="Open Sans"/>
              </a:rPr>
              <a:t> </a:t>
            </a:r>
            <a:r>
              <a:rPr lang="en-US" sz="2857" b="0" i="0" u="none" strike="noStrike" cap="none" dirty="0" err="1">
                <a:solidFill>
                  <a:srgbClr val="29455B"/>
                </a:solidFill>
                <a:latin typeface="Open Sans"/>
                <a:ea typeface="Open Sans"/>
                <a:cs typeface="Open Sans"/>
                <a:sym typeface="Open Sans"/>
              </a:rPr>
              <a:t>lirik</a:t>
            </a:r>
            <a:r>
              <a:rPr lang="en-US" sz="2857" b="0" i="0" u="none" strike="noStrike" cap="none" dirty="0">
                <a:solidFill>
                  <a:srgbClr val="29455B"/>
                </a:solidFill>
                <a:latin typeface="Open Sans"/>
                <a:ea typeface="Open Sans"/>
                <a:cs typeface="Open Sans"/>
                <a:sym typeface="Open Sans"/>
              </a:rPr>
              <a:t>.</a:t>
            </a:r>
            <a:endParaRPr dirty="0"/>
          </a:p>
          <a:p>
            <a:pPr marL="0" marR="0" lvl="0" indent="0" algn="l" rtl="0">
              <a:lnSpc>
                <a:spcPct val="140006"/>
              </a:lnSpc>
              <a:spcBef>
                <a:spcPts val="0"/>
              </a:spcBef>
              <a:spcAft>
                <a:spcPts val="0"/>
              </a:spcAft>
              <a:buNone/>
            </a:pPr>
            <a:r>
              <a:rPr lang="en-US" sz="2957" b="0" i="0" u="none" strike="noStrike" cap="none" dirty="0" err="1">
                <a:solidFill>
                  <a:srgbClr val="29455B"/>
                </a:solidFill>
                <a:latin typeface="Open Sans"/>
                <a:ea typeface="Open Sans"/>
                <a:cs typeface="Open Sans"/>
                <a:sym typeface="Open Sans"/>
              </a:rPr>
              <a:t>Ketuplak</a:t>
            </a:r>
            <a:r>
              <a:rPr lang="en-US" sz="2957" b="0" i="0" u="none" strike="noStrike" cap="none" dirty="0">
                <a:solidFill>
                  <a:srgbClr val="29455B"/>
                </a:solidFill>
                <a:latin typeface="Open Sans"/>
                <a:ea typeface="Open Sans"/>
                <a:cs typeface="Open Sans"/>
                <a:sym typeface="Open Sans"/>
              </a:rPr>
              <a:t> : </a:t>
            </a:r>
            <a:endParaRPr dirty="0"/>
          </a:p>
          <a:p>
            <a:pPr marL="616923" marR="0" lvl="1" indent="-308460" algn="l" rtl="0">
              <a:lnSpc>
                <a:spcPct val="140006"/>
              </a:lnSpc>
              <a:spcBef>
                <a:spcPts val="0"/>
              </a:spcBef>
              <a:spcAft>
                <a:spcPts val="0"/>
              </a:spcAft>
              <a:buClr>
                <a:srgbClr val="29455B"/>
              </a:buClr>
              <a:buSzPts val="2857"/>
              <a:buFont typeface="Arial"/>
              <a:buChar char="•"/>
            </a:pPr>
            <a:r>
              <a:rPr lang="en-US" sz="2857" b="0" i="0" u="none" strike="noStrike" cap="none" dirty="0" err="1">
                <a:solidFill>
                  <a:srgbClr val="29455B"/>
                </a:solidFill>
                <a:latin typeface="Open Sans"/>
                <a:ea typeface="Open Sans"/>
                <a:cs typeface="Open Sans"/>
                <a:sym typeface="Open Sans"/>
              </a:rPr>
              <a:t>Kurangnya</a:t>
            </a:r>
            <a:r>
              <a:rPr lang="en-US" sz="2857" b="0" i="0" u="none" strike="noStrike" cap="none" dirty="0">
                <a:solidFill>
                  <a:srgbClr val="29455B"/>
                </a:solidFill>
                <a:latin typeface="Open Sans"/>
                <a:ea typeface="Open Sans"/>
                <a:cs typeface="Open Sans"/>
                <a:sym typeface="Open Sans"/>
              </a:rPr>
              <a:t> </a:t>
            </a:r>
            <a:r>
              <a:rPr lang="en-US" sz="2857" b="0" i="0" u="none" strike="noStrike" cap="none" dirty="0" err="1">
                <a:solidFill>
                  <a:srgbClr val="29455B"/>
                </a:solidFill>
                <a:latin typeface="Open Sans"/>
                <a:ea typeface="Open Sans"/>
                <a:cs typeface="Open Sans"/>
                <a:sym typeface="Open Sans"/>
              </a:rPr>
              <a:t>koordinasi</a:t>
            </a:r>
            <a:r>
              <a:rPr lang="en-US" sz="2857" b="0" i="0" u="none" strike="noStrike" cap="none" dirty="0">
                <a:solidFill>
                  <a:srgbClr val="29455B"/>
                </a:solidFill>
                <a:latin typeface="Open Sans"/>
                <a:ea typeface="Open Sans"/>
                <a:cs typeface="Open Sans"/>
                <a:sym typeface="Open Sans"/>
              </a:rPr>
              <a:t> </a:t>
            </a:r>
            <a:r>
              <a:rPr lang="en-US" sz="2857" b="0" i="0" u="none" strike="noStrike" cap="none" dirty="0" err="1">
                <a:solidFill>
                  <a:srgbClr val="29455B"/>
                </a:solidFill>
                <a:latin typeface="Open Sans"/>
                <a:ea typeface="Open Sans"/>
                <a:cs typeface="Open Sans"/>
                <a:sym typeface="Open Sans"/>
              </a:rPr>
              <a:t>dengan</a:t>
            </a:r>
            <a:r>
              <a:rPr lang="en-US" sz="2857" b="0" i="0" u="none" strike="noStrike" cap="none" dirty="0">
                <a:solidFill>
                  <a:srgbClr val="29455B"/>
                </a:solidFill>
                <a:latin typeface="Open Sans"/>
                <a:ea typeface="Open Sans"/>
                <a:cs typeface="Open Sans"/>
                <a:sym typeface="Open Sans"/>
              </a:rPr>
              <a:t> </a:t>
            </a:r>
            <a:r>
              <a:rPr lang="en-US" sz="2857" b="0" i="0" u="none" strike="noStrike" cap="none" dirty="0" err="1">
                <a:solidFill>
                  <a:srgbClr val="29455B"/>
                </a:solidFill>
                <a:latin typeface="Open Sans"/>
                <a:ea typeface="Open Sans"/>
                <a:cs typeface="Open Sans"/>
                <a:sym typeface="Open Sans"/>
              </a:rPr>
              <a:t>kedua</a:t>
            </a:r>
            <a:r>
              <a:rPr lang="en-US" sz="2857" b="0" i="0" u="none" strike="noStrike" cap="none" dirty="0">
                <a:solidFill>
                  <a:srgbClr val="29455B"/>
                </a:solidFill>
                <a:latin typeface="Open Sans"/>
                <a:ea typeface="Open Sans"/>
                <a:cs typeface="Open Sans"/>
                <a:sym typeface="Open Sans"/>
              </a:rPr>
              <a:t> SC</a:t>
            </a:r>
          </a:p>
          <a:p>
            <a:pPr marL="616923" marR="0" lvl="1" indent="-308460" algn="l" rtl="0">
              <a:lnSpc>
                <a:spcPct val="140006"/>
              </a:lnSpc>
              <a:spcBef>
                <a:spcPts val="0"/>
              </a:spcBef>
              <a:spcAft>
                <a:spcPts val="0"/>
              </a:spcAft>
              <a:buClr>
                <a:srgbClr val="29455B"/>
              </a:buClr>
              <a:buSzPts val="2857"/>
              <a:buFont typeface="Arial"/>
              <a:buChar char="•"/>
            </a:pPr>
            <a:r>
              <a:rPr lang="en-US" sz="2857" b="0" i="0" u="none" strike="noStrike" cap="none" dirty="0" err="1">
                <a:solidFill>
                  <a:srgbClr val="29455B"/>
                </a:solidFill>
                <a:latin typeface="Open Sans"/>
                <a:ea typeface="Open Sans"/>
                <a:cs typeface="Open Sans"/>
                <a:sym typeface="Open Sans"/>
              </a:rPr>
              <a:t>Kurangya</a:t>
            </a:r>
            <a:r>
              <a:rPr lang="en-US" sz="2857" b="0" i="0" u="none" strike="noStrike" cap="none" dirty="0">
                <a:solidFill>
                  <a:srgbClr val="29455B"/>
                </a:solidFill>
                <a:latin typeface="Open Sans"/>
                <a:ea typeface="Open Sans"/>
                <a:cs typeface="Open Sans"/>
                <a:sym typeface="Open Sans"/>
              </a:rPr>
              <a:t> </a:t>
            </a:r>
            <a:r>
              <a:rPr lang="en-US" sz="2857" b="0" i="0" u="none" strike="noStrike" cap="none" dirty="0" err="1">
                <a:solidFill>
                  <a:srgbClr val="29455B"/>
                </a:solidFill>
                <a:latin typeface="Open Sans"/>
                <a:ea typeface="Open Sans"/>
                <a:cs typeface="Open Sans"/>
                <a:sym typeface="Open Sans"/>
              </a:rPr>
              <a:t>kom</a:t>
            </a:r>
            <a:r>
              <a:rPr lang="en-US" sz="2857" dirty="0" err="1">
                <a:solidFill>
                  <a:srgbClr val="29455B"/>
                </a:solidFill>
                <a:latin typeface="Open Sans"/>
                <a:ea typeface="Open Sans"/>
                <a:cs typeface="Open Sans"/>
                <a:sym typeface="Open Sans"/>
              </a:rPr>
              <a:t>unikasi</a:t>
            </a:r>
            <a:r>
              <a:rPr lang="en-US" sz="2857" dirty="0">
                <a:solidFill>
                  <a:srgbClr val="29455B"/>
                </a:solidFill>
                <a:latin typeface="Open Sans"/>
                <a:ea typeface="Open Sans"/>
                <a:cs typeface="Open Sans"/>
                <a:sym typeface="Open Sans"/>
              </a:rPr>
              <a:t> </a:t>
            </a:r>
            <a:r>
              <a:rPr lang="en-US" sz="2857" dirty="0" err="1">
                <a:solidFill>
                  <a:srgbClr val="29455B"/>
                </a:solidFill>
                <a:latin typeface="Open Sans"/>
                <a:ea typeface="Open Sans"/>
                <a:cs typeface="Open Sans"/>
                <a:sym typeface="Open Sans"/>
              </a:rPr>
              <a:t>dengan</a:t>
            </a:r>
            <a:r>
              <a:rPr lang="en-US" sz="2857" dirty="0">
                <a:solidFill>
                  <a:srgbClr val="29455B"/>
                </a:solidFill>
                <a:latin typeface="Open Sans"/>
                <a:ea typeface="Open Sans"/>
                <a:cs typeface="Open Sans"/>
                <a:sym typeface="Open Sans"/>
              </a:rPr>
              <a:t> internal</a:t>
            </a:r>
          </a:p>
          <a:p>
            <a:pPr marL="616923" marR="0" lvl="1" indent="-308460" algn="l" rtl="0">
              <a:lnSpc>
                <a:spcPct val="140006"/>
              </a:lnSpc>
              <a:spcBef>
                <a:spcPts val="0"/>
              </a:spcBef>
              <a:spcAft>
                <a:spcPts val="0"/>
              </a:spcAft>
              <a:buClr>
                <a:srgbClr val="29455B"/>
              </a:buClr>
              <a:buSzPts val="2857"/>
              <a:buFont typeface="Arial"/>
              <a:buChar char="•"/>
            </a:pPr>
            <a:r>
              <a:rPr lang="en-US" sz="2857" b="0" i="0" u="none" strike="noStrike" cap="none" dirty="0" err="1">
                <a:solidFill>
                  <a:srgbClr val="29455B"/>
                </a:solidFill>
                <a:latin typeface="Open Sans"/>
                <a:ea typeface="Open Sans"/>
                <a:cs typeface="Open Sans"/>
                <a:sym typeface="Open Sans"/>
              </a:rPr>
              <a:t>Pengambilan</a:t>
            </a:r>
            <a:r>
              <a:rPr lang="en-US" sz="2857" b="0" i="0" u="none" strike="noStrike" cap="none" dirty="0">
                <a:solidFill>
                  <a:srgbClr val="29455B"/>
                </a:solidFill>
                <a:latin typeface="Open Sans"/>
                <a:ea typeface="Open Sans"/>
                <a:cs typeface="Open Sans"/>
                <a:sym typeface="Open Sans"/>
              </a:rPr>
              <a:t> </a:t>
            </a:r>
            <a:r>
              <a:rPr lang="en-US" sz="2857" b="0" i="0" u="none" strike="noStrike" cap="none" dirty="0" err="1">
                <a:solidFill>
                  <a:srgbClr val="29455B"/>
                </a:solidFill>
                <a:latin typeface="Open Sans"/>
                <a:ea typeface="Open Sans"/>
                <a:cs typeface="Open Sans"/>
                <a:sym typeface="Open Sans"/>
              </a:rPr>
              <a:t>keputusan</a:t>
            </a:r>
            <a:r>
              <a:rPr lang="en-US" sz="2857" b="0" i="0" u="none" strike="noStrike" cap="none" dirty="0">
                <a:solidFill>
                  <a:srgbClr val="29455B"/>
                </a:solidFill>
                <a:latin typeface="Open Sans"/>
                <a:ea typeface="Open Sans"/>
                <a:cs typeface="Open Sans"/>
                <a:sym typeface="Open Sans"/>
              </a:rPr>
              <a:t> yang </a:t>
            </a:r>
            <a:r>
              <a:rPr lang="en-US" sz="2857" b="0" i="0" u="none" strike="noStrike" cap="none" dirty="0" err="1">
                <a:solidFill>
                  <a:srgbClr val="29455B"/>
                </a:solidFill>
                <a:latin typeface="Open Sans"/>
                <a:ea typeface="Open Sans"/>
                <a:cs typeface="Open Sans"/>
                <a:sym typeface="Open Sans"/>
              </a:rPr>
              <a:t>mendadak</a:t>
            </a:r>
            <a:r>
              <a:rPr lang="en-US" sz="2857" b="0" i="0" u="none" strike="noStrike" cap="none" dirty="0">
                <a:solidFill>
                  <a:srgbClr val="29455B"/>
                </a:solidFill>
                <a:latin typeface="Open Sans"/>
                <a:ea typeface="Open Sans"/>
                <a:cs typeface="Open Sans"/>
                <a:sym typeface="Open Sans"/>
              </a:rPr>
              <a:t> </a:t>
            </a:r>
            <a:endParaRPr dirty="0"/>
          </a:p>
        </p:txBody>
      </p:sp>
      <p:cxnSp>
        <p:nvCxnSpPr>
          <p:cNvPr id="468" name="Google Shape;468;p14"/>
          <p:cNvCxnSpPr/>
          <p:nvPr/>
        </p:nvCxnSpPr>
        <p:spPr>
          <a:xfrm>
            <a:off x="321618" y="2837788"/>
            <a:ext cx="4424255" cy="0"/>
          </a:xfrm>
          <a:prstGeom prst="straightConnector1">
            <a:avLst/>
          </a:prstGeom>
          <a:noFill/>
          <a:ln w="38100" cap="rnd" cmpd="sng">
            <a:solidFill>
              <a:srgbClr val="EF8126"/>
            </a:solidFill>
            <a:prstDash val="solid"/>
            <a:round/>
            <a:headEnd type="none" w="sm" len="sm"/>
            <a:tailEnd type="none" w="sm" len="sm"/>
          </a:ln>
        </p:spPr>
      </p:cxnSp>
      <p:sp>
        <p:nvSpPr>
          <p:cNvPr id="469" name="Google Shape;469;p14"/>
          <p:cNvSpPr/>
          <p:nvPr/>
        </p:nvSpPr>
        <p:spPr>
          <a:xfrm>
            <a:off x="13302173" y="-984116"/>
            <a:ext cx="3139599" cy="3116766"/>
          </a:xfrm>
          <a:custGeom>
            <a:avLst/>
            <a:gdLst/>
            <a:ahLst/>
            <a:cxnLst/>
            <a:rect l="l" t="t" r="r" b="b"/>
            <a:pathLst>
              <a:path w="3139599" h="3116766" extrusionOk="0">
                <a:moveTo>
                  <a:pt x="0" y="0"/>
                </a:moveTo>
                <a:lnTo>
                  <a:pt x="3139599" y="0"/>
                </a:lnTo>
                <a:lnTo>
                  <a:pt x="3139599" y="3116766"/>
                </a:lnTo>
                <a:lnTo>
                  <a:pt x="0" y="3116766"/>
                </a:lnTo>
                <a:lnTo>
                  <a:pt x="0" y="0"/>
                </a:lnTo>
                <a:close/>
              </a:path>
            </a:pathLst>
          </a:custGeom>
          <a:blipFill rotWithShape="1">
            <a:blip r:embed="rId5">
              <a:alphaModFix/>
            </a:blip>
            <a:stretch>
              <a:fillRect/>
            </a:stretch>
          </a:blipFill>
          <a:ln>
            <a:noFill/>
          </a:ln>
        </p:spPr>
      </p:sp>
      <p:cxnSp>
        <p:nvCxnSpPr>
          <p:cNvPr id="470" name="Google Shape;470;p14"/>
          <p:cNvCxnSpPr/>
          <p:nvPr/>
        </p:nvCxnSpPr>
        <p:spPr>
          <a:xfrm>
            <a:off x="321618" y="2923513"/>
            <a:ext cx="4424255" cy="0"/>
          </a:xfrm>
          <a:prstGeom prst="straightConnector1">
            <a:avLst/>
          </a:prstGeom>
          <a:noFill/>
          <a:ln w="38100" cap="rnd" cmpd="sng">
            <a:solidFill>
              <a:srgbClr val="EF8126"/>
            </a:solidFill>
            <a:prstDash val="solid"/>
            <a:round/>
            <a:headEnd type="none" w="sm" len="sm"/>
            <a:tailEnd type="none" w="sm" len="sm"/>
          </a:ln>
        </p:spPr>
      </p:cxn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92"/>
        <p:cNvGrpSpPr/>
        <p:nvPr/>
      </p:nvGrpSpPr>
      <p:grpSpPr>
        <a:xfrm>
          <a:off x="0" y="0"/>
          <a:ext cx="0" cy="0"/>
          <a:chOff x="0" y="0"/>
          <a:chExt cx="0" cy="0"/>
        </a:xfrm>
      </p:grpSpPr>
      <p:sp>
        <p:nvSpPr>
          <p:cNvPr id="493" name="Google Shape;493;p16"/>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16609" b="-16608"/>
            </a:stretch>
          </a:blipFill>
          <a:ln>
            <a:noFill/>
          </a:ln>
        </p:spPr>
      </p:sp>
      <p:sp>
        <p:nvSpPr>
          <p:cNvPr id="494" name="Google Shape;494;p16"/>
          <p:cNvSpPr txBox="1"/>
          <p:nvPr/>
        </p:nvSpPr>
        <p:spPr>
          <a:xfrm>
            <a:off x="354136" y="726667"/>
            <a:ext cx="7659255" cy="1201802"/>
          </a:xfrm>
          <a:prstGeom prst="rect">
            <a:avLst/>
          </a:prstGeom>
          <a:noFill/>
          <a:ln>
            <a:noFill/>
          </a:ln>
        </p:spPr>
        <p:txBody>
          <a:bodyPr spcFirstLastPara="1" wrap="square" lIns="0" tIns="0" rIns="0" bIns="0" anchor="t" anchorCtr="0">
            <a:spAutoFit/>
          </a:bodyPr>
          <a:lstStyle/>
          <a:p>
            <a:pPr marL="0" marR="0" lvl="0" indent="0" algn="l" rtl="0">
              <a:lnSpc>
                <a:spcPct val="103000"/>
              </a:lnSpc>
              <a:spcBef>
                <a:spcPts val="0"/>
              </a:spcBef>
              <a:spcAft>
                <a:spcPts val="0"/>
              </a:spcAft>
              <a:buNone/>
            </a:pPr>
            <a:r>
              <a:rPr lang="en-US" sz="8900" b="1" i="0" u="none" strike="noStrike" cap="none">
                <a:solidFill>
                  <a:srgbClr val="29455B"/>
                </a:solidFill>
                <a:latin typeface="Arial"/>
                <a:ea typeface="Arial"/>
                <a:cs typeface="Arial"/>
                <a:sym typeface="Arial"/>
              </a:rPr>
              <a:t>LKMM-D</a:t>
            </a:r>
            <a:endParaRPr/>
          </a:p>
        </p:txBody>
      </p:sp>
      <p:grpSp>
        <p:nvGrpSpPr>
          <p:cNvPr id="495" name="Google Shape;495;p16"/>
          <p:cNvGrpSpPr/>
          <p:nvPr/>
        </p:nvGrpSpPr>
        <p:grpSpPr>
          <a:xfrm>
            <a:off x="0" y="-73983"/>
            <a:ext cx="9144000" cy="648250"/>
            <a:chOff x="0" y="-38100"/>
            <a:chExt cx="3513414" cy="249078"/>
          </a:xfrm>
        </p:grpSpPr>
        <p:sp>
          <p:nvSpPr>
            <p:cNvPr id="496" name="Google Shape;496;p16"/>
            <p:cNvSpPr/>
            <p:nvPr/>
          </p:nvSpPr>
          <p:spPr>
            <a:xfrm>
              <a:off x="0" y="0"/>
              <a:ext cx="3513414" cy="210978"/>
            </a:xfrm>
            <a:custGeom>
              <a:avLst/>
              <a:gdLst/>
              <a:ahLst/>
              <a:cxnLst/>
              <a:rect l="l" t="t" r="r" b="b"/>
              <a:pathLst>
                <a:path w="3513414" h="210978" extrusionOk="0">
                  <a:moveTo>
                    <a:pt x="0" y="0"/>
                  </a:moveTo>
                  <a:lnTo>
                    <a:pt x="3513414" y="0"/>
                  </a:lnTo>
                  <a:lnTo>
                    <a:pt x="3513414" y="210978"/>
                  </a:lnTo>
                  <a:lnTo>
                    <a:pt x="0" y="210978"/>
                  </a:lnTo>
                  <a:close/>
                </a:path>
              </a:pathLst>
            </a:custGeom>
            <a:solidFill>
              <a:srgbClr val="FCB50F"/>
            </a:solidFill>
            <a:ln>
              <a:noFill/>
            </a:ln>
          </p:spPr>
        </p:sp>
        <p:sp>
          <p:nvSpPr>
            <p:cNvPr id="497" name="Google Shape;497;p16"/>
            <p:cNvSpPr txBox="1"/>
            <p:nvPr/>
          </p:nvSpPr>
          <p:spPr>
            <a:xfrm>
              <a:off x="0" y="-38100"/>
              <a:ext cx="3513414" cy="249078"/>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498" name="Google Shape;498;p16"/>
          <p:cNvSpPr txBox="1"/>
          <p:nvPr/>
        </p:nvSpPr>
        <p:spPr>
          <a:xfrm>
            <a:off x="354136" y="2023718"/>
            <a:ext cx="7659255" cy="737870"/>
          </a:xfrm>
          <a:prstGeom prst="rect">
            <a:avLst/>
          </a:prstGeom>
          <a:noFill/>
          <a:ln>
            <a:noFill/>
          </a:ln>
        </p:spPr>
        <p:txBody>
          <a:bodyPr spcFirstLastPara="1" wrap="square" lIns="0" tIns="0" rIns="0" bIns="0" anchor="t" anchorCtr="0">
            <a:spAutoFit/>
          </a:bodyPr>
          <a:lstStyle/>
          <a:p>
            <a:pPr marL="0" marR="0" lvl="0" indent="0" algn="l" rtl="0">
              <a:lnSpc>
                <a:spcPct val="103000"/>
              </a:lnSpc>
              <a:spcBef>
                <a:spcPts val="0"/>
              </a:spcBef>
              <a:spcAft>
                <a:spcPts val="0"/>
              </a:spcAft>
              <a:buNone/>
            </a:pPr>
            <a:r>
              <a:rPr lang="en-US" sz="5499" b="1" i="0" u="none" strike="noStrike" cap="none">
                <a:solidFill>
                  <a:srgbClr val="29455B"/>
                </a:solidFill>
                <a:latin typeface="Arial"/>
                <a:ea typeface="Arial"/>
                <a:cs typeface="Arial"/>
                <a:sym typeface="Arial"/>
              </a:rPr>
              <a:t>EVALUASI</a:t>
            </a:r>
            <a:endParaRPr/>
          </a:p>
        </p:txBody>
      </p:sp>
      <p:sp>
        <p:nvSpPr>
          <p:cNvPr id="499" name="Google Shape;499;p16"/>
          <p:cNvSpPr/>
          <p:nvPr/>
        </p:nvSpPr>
        <p:spPr>
          <a:xfrm rot="10800000" flipH="1">
            <a:off x="15098176" y="25176"/>
            <a:ext cx="3189824" cy="3267046"/>
          </a:xfrm>
          <a:custGeom>
            <a:avLst/>
            <a:gdLst/>
            <a:ahLst/>
            <a:cxnLst/>
            <a:rect l="l" t="t" r="r" b="b"/>
            <a:pathLst>
              <a:path w="3189824" h="3267046" extrusionOk="0">
                <a:moveTo>
                  <a:pt x="0" y="3267045"/>
                </a:moveTo>
                <a:lnTo>
                  <a:pt x="3189824" y="3267045"/>
                </a:lnTo>
                <a:lnTo>
                  <a:pt x="3189824" y="0"/>
                </a:lnTo>
                <a:lnTo>
                  <a:pt x="0" y="0"/>
                </a:lnTo>
                <a:lnTo>
                  <a:pt x="0" y="3267045"/>
                </a:lnTo>
                <a:close/>
              </a:path>
            </a:pathLst>
          </a:custGeom>
          <a:blipFill rotWithShape="1">
            <a:blip r:embed="rId4">
              <a:alphaModFix/>
            </a:blip>
            <a:stretch>
              <a:fillRect/>
            </a:stretch>
          </a:blipFill>
          <a:ln>
            <a:noFill/>
          </a:ln>
        </p:spPr>
      </p:sp>
      <p:sp>
        <p:nvSpPr>
          <p:cNvPr id="500" name="Google Shape;500;p16"/>
          <p:cNvSpPr txBox="1"/>
          <p:nvPr/>
        </p:nvSpPr>
        <p:spPr>
          <a:xfrm>
            <a:off x="468195" y="3244596"/>
            <a:ext cx="18288000" cy="4459682"/>
          </a:xfrm>
          <a:prstGeom prst="rect">
            <a:avLst/>
          </a:prstGeom>
          <a:noFill/>
          <a:ln>
            <a:noFill/>
          </a:ln>
        </p:spPr>
        <p:txBody>
          <a:bodyPr spcFirstLastPara="1" wrap="square" lIns="0" tIns="0" rIns="0" bIns="0" anchor="t" anchorCtr="0">
            <a:spAutoFit/>
          </a:bodyPr>
          <a:lstStyle/>
          <a:p>
            <a:pPr marL="0" marR="0" lvl="0" indent="0" algn="l" rtl="0">
              <a:lnSpc>
                <a:spcPct val="140006"/>
              </a:lnSpc>
              <a:spcBef>
                <a:spcPts val="0"/>
              </a:spcBef>
              <a:spcAft>
                <a:spcPts val="0"/>
              </a:spcAft>
              <a:buNone/>
            </a:pPr>
            <a:r>
              <a:rPr lang="en-US" sz="2957" b="0" i="0" u="none" strike="noStrike" cap="none" dirty="0" err="1">
                <a:solidFill>
                  <a:srgbClr val="29455B"/>
                </a:solidFill>
                <a:latin typeface="Open Sans"/>
                <a:ea typeface="Open Sans"/>
                <a:cs typeface="Open Sans"/>
                <a:sym typeface="Open Sans"/>
              </a:rPr>
              <a:t>Sekretaris</a:t>
            </a:r>
            <a:r>
              <a:rPr lang="en-US" sz="2957" b="0" i="0" u="none" strike="noStrike" cap="none" dirty="0">
                <a:solidFill>
                  <a:srgbClr val="29455B"/>
                </a:solidFill>
                <a:latin typeface="Open Sans"/>
                <a:ea typeface="Open Sans"/>
                <a:cs typeface="Open Sans"/>
                <a:sym typeface="Open Sans"/>
              </a:rPr>
              <a:t>:</a:t>
            </a:r>
            <a:endParaRPr lang="en-US" dirty="0"/>
          </a:p>
          <a:p>
            <a:pPr marL="638512" marR="0" lvl="1" indent="-319256" algn="l" rtl="0">
              <a:lnSpc>
                <a:spcPct val="140006"/>
              </a:lnSpc>
              <a:spcBef>
                <a:spcPts val="0"/>
              </a:spcBef>
              <a:spcAft>
                <a:spcPts val="0"/>
              </a:spcAft>
              <a:buClr>
                <a:srgbClr val="29455B"/>
              </a:buClr>
              <a:buSzPts val="2957"/>
              <a:buFont typeface="Arial"/>
              <a:buChar char="•"/>
            </a:pPr>
            <a:r>
              <a:rPr lang="en-US" sz="2957" b="0" i="0" u="none" strike="noStrike" cap="none" dirty="0" err="1">
                <a:solidFill>
                  <a:srgbClr val="29455B"/>
                </a:solidFill>
                <a:latin typeface="Open Sans"/>
                <a:ea typeface="Open Sans"/>
                <a:cs typeface="Open Sans"/>
                <a:sym typeface="Open Sans"/>
              </a:rPr>
              <a:t>Nutulensi</a:t>
            </a:r>
            <a:r>
              <a:rPr lang="en-US" sz="2957" b="0" i="0" u="none" strike="noStrike" cap="none" dirty="0">
                <a:solidFill>
                  <a:srgbClr val="29455B"/>
                </a:solidFill>
                <a:latin typeface="Open Sans"/>
                <a:ea typeface="Open Sans"/>
                <a:cs typeface="Open Sans"/>
                <a:sym typeface="Open Sans"/>
              </a:rPr>
              <a:t> </a:t>
            </a:r>
            <a:r>
              <a:rPr lang="en-US" sz="2957" b="0" i="0" u="none" strike="noStrike" cap="none" dirty="0" err="1">
                <a:solidFill>
                  <a:srgbClr val="29455B"/>
                </a:solidFill>
                <a:latin typeface="Open Sans"/>
                <a:ea typeface="Open Sans"/>
                <a:cs typeface="Open Sans"/>
                <a:sym typeface="Open Sans"/>
              </a:rPr>
              <a:t>tidak</a:t>
            </a:r>
            <a:r>
              <a:rPr lang="en-US" sz="2957" b="0" i="0" u="none" strike="noStrike" cap="none" dirty="0">
                <a:solidFill>
                  <a:srgbClr val="29455B"/>
                </a:solidFill>
                <a:latin typeface="Open Sans"/>
                <a:ea typeface="Open Sans"/>
                <a:cs typeface="Open Sans"/>
                <a:sym typeface="Open Sans"/>
              </a:rPr>
              <a:t> di </a:t>
            </a:r>
            <a:r>
              <a:rPr lang="en-US" sz="2957" b="0" i="0" u="none" strike="noStrike" cap="none" dirty="0" err="1">
                <a:solidFill>
                  <a:srgbClr val="29455B"/>
                </a:solidFill>
                <a:latin typeface="Open Sans"/>
                <a:ea typeface="Open Sans"/>
                <a:cs typeface="Open Sans"/>
                <a:sym typeface="Open Sans"/>
              </a:rPr>
              <a:t>kirim</a:t>
            </a:r>
            <a:endParaRPr lang="en-US" sz="2957" b="0" i="0" u="none" strike="noStrike" cap="none" dirty="0">
              <a:solidFill>
                <a:srgbClr val="29455B"/>
              </a:solidFill>
              <a:latin typeface="Open Sans"/>
              <a:ea typeface="Open Sans"/>
              <a:cs typeface="Open Sans"/>
              <a:sym typeface="Open Sans"/>
            </a:endParaRPr>
          </a:p>
          <a:p>
            <a:pPr marL="638512" marR="0" lvl="1" indent="-319256" algn="l" rtl="0">
              <a:lnSpc>
                <a:spcPct val="140006"/>
              </a:lnSpc>
              <a:spcBef>
                <a:spcPts val="0"/>
              </a:spcBef>
              <a:spcAft>
                <a:spcPts val="0"/>
              </a:spcAft>
              <a:buClr>
                <a:srgbClr val="29455B"/>
              </a:buClr>
              <a:buSzPts val="2957"/>
              <a:buFont typeface="Arial"/>
              <a:buChar char="•"/>
            </a:pPr>
            <a:r>
              <a:rPr lang="en-US" sz="2957" dirty="0" err="1">
                <a:solidFill>
                  <a:srgbClr val="29455B"/>
                </a:solidFill>
                <a:latin typeface="Open Sans"/>
                <a:ea typeface="Open Sans"/>
                <a:cs typeface="Open Sans"/>
                <a:sym typeface="Open Sans"/>
              </a:rPr>
              <a:t>Terlalu</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banyak</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alasan</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saat</a:t>
            </a:r>
            <a:r>
              <a:rPr lang="en-US" sz="2957" dirty="0">
                <a:solidFill>
                  <a:srgbClr val="29455B"/>
                </a:solidFill>
                <a:latin typeface="Open Sans"/>
                <a:ea typeface="Open Sans"/>
                <a:cs typeface="Open Sans"/>
                <a:sym typeface="Open Sans"/>
              </a:rPr>
              <a:t> di </a:t>
            </a:r>
            <a:r>
              <a:rPr lang="en-US" sz="2957" dirty="0" err="1">
                <a:solidFill>
                  <a:srgbClr val="29455B"/>
                </a:solidFill>
                <a:latin typeface="Open Sans"/>
                <a:ea typeface="Open Sans"/>
                <a:cs typeface="Open Sans"/>
                <a:sym typeface="Open Sans"/>
              </a:rPr>
              <a:t>minta</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tolong</a:t>
            </a:r>
            <a:endParaRPr lang="en-US" sz="2957" dirty="0">
              <a:solidFill>
                <a:srgbClr val="29455B"/>
              </a:solidFill>
              <a:latin typeface="Open Sans"/>
              <a:ea typeface="Open Sans"/>
              <a:cs typeface="Open Sans"/>
              <a:sym typeface="Open Sans"/>
            </a:endParaRPr>
          </a:p>
          <a:p>
            <a:pPr marL="638512" marR="0" lvl="1" indent="-319256" algn="l" rtl="0">
              <a:lnSpc>
                <a:spcPct val="140006"/>
              </a:lnSpc>
              <a:spcBef>
                <a:spcPts val="0"/>
              </a:spcBef>
              <a:spcAft>
                <a:spcPts val="0"/>
              </a:spcAft>
              <a:buClr>
                <a:srgbClr val="29455B"/>
              </a:buClr>
              <a:buSzPts val="2957"/>
              <a:buFont typeface="Arial"/>
              <a:buChar char="•"/>
            </a:pPr>
            <a:r>
              <a:rPr lang="en-US" sz="2957" dirty="0">
                <a:solidFill>
                  <a:srgbClr val="29455B"/>
                </a:solidFill>
                <a:latin typeface="Open Sans"/>
                <a:ea typeface="Open Sans"/>
                <a:cs typeface="Open Sans"/>
                <a:sym typeface="Open Sans"/>
              </a:rPr>
              <a:t>Kurang </a:t>
            </a:r>
            <a:r>
              <a:rPr lang="en-US" sz="2957" dirty="0" err="1">
                <a:solidFill>
                  <a:srgbClr val="29455B"/>
                </a:solidFill>
                <a:latin typeface="Open Sans"/>
                <a:ea typeface="Open Sans"/>
                <a:cs typeface="Open Sans"/>
                <a:sym typeface="Open Sans"/>
              </a:rPr>
              <a:t>teliti</a:t>
            </a:r>
            <a:endParaRPr lang="en-US" sz="2957" dirty="0">
              <a:solidFill>
                <a:srgbClr val="29455B"/>
              </a:solidFill>
              <a:latin typeface="Open Sans"/>
              <a:ea typeface="Open Sans"/>
              <a:cs typeface="Open Sans"/>
              <a:sym typeface="Open Sans"/>
            </a:endParaRPr>
          </a:p>
          <a:p>
            <a:pPr marL="638512" marR="0" lvl="1" indent="-319256" algn="l" rtl="0">
              <a:lnSpc>
                <a:spcPct val="140006"/>
              </a:lnSpc>
              <a:spcBef>
                <a:spcPts val="0"/>
              </a:spcBef>
              <a:spcAft>
                <a:spcPts val="0"/>
              </a:spcAft>
              <a:buClr>
                <a:srgbClr val="29455B"/>
              </a:buClr>
              <a:buSzPts val="2957"/>
              <a:buFont typeface="Arial"/>
              <a:buChar char="•"/>
            </a:pPr>
            <a:r>
              <a:rPr lang="en-US" sz="2957" dirty="0" err="1">
                <a:solidFill>
                  <a:srgbClr val="29455B"/>
                </a:solidFill>
                <a:latin typeface="Open Sans"/>
                <a:ea typeface="Open Sans"/>
                <a:cs typeface="Open Sans"/>
                <a:sym typeface="Open Sans"/>
              </a:rPr>
              <a:t>Terdapat</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perubahan</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tempat</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cek</a:t>
            </a:r>
            <a:r>
              <a:rPr lang="en-US" sz="2957" dirty="0">
                <a:solidFill>
                  <a:srgbClr val="29455B"/>
                </a:solidFill>
                <a:latin typeface="Open Sans"/>
                <a:ea typeface="Open Sans"/>
                <a:cs typeface="Open Sans"/>
                <a:sym typeface="Open Sans"/>
              </a:rPr>
              <a:t>-in </a:t>
            </a:r>
            <a:r>
              <a:rPr lang="en-US" sz="2957" dirty="0" err="1">
                <a:solidFill>
                  <a:srgbClr val="29455B"/>
                </a:solidFill>
                <a:latin typeface="Open Sans"/>
                <a:ea typeface="Open Sans"/>
                <a:cs typeface="Open Sans"/>
                <a:sym typeface="Open Sans"/>
              </a:rPr>
              <a:t>peserta</a:t>
            </a:r>
            <a:r>
              <a:rPr lang="en-US" sz="2957" dirty="0">
                <a:solidFill>
                  <a:srgbClr val="29455B"/>
                </a:solidFill>
                <a:latin typeface="Open Sans"/>
                <a:ea typeface="Open Sans"/>
                <a:cs typeface="Open Sans"/>
                <a:sym typeface="Open Sans"/>
              </a:rPr>
              <a:t>, yang </a:t>
            </a:r>
            <a:r>
              <a:rPr lang="en-US" sz="2957" dirty="0" err="1">
                <a:solidFill>
                  <a:srgbClr val="29455B"/>
                </a:solidFill>
                <a:latin typeface="Open Sans"/>
                <a:ea typeface="Open Sans"/>
                <a:cs typeface="Open Sans"/>
                <a:sym typeface="Open Sans"/>
              </a:rPr>
              <a:t>menyebabkan</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tidak</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kondusif</a:t>
            </a:r>
            <a:r>
              <a:rPr lang="en-US" sz="2957" dirty="0">
                <a:solidFill>
                  <a:srgbClr val="29455B"/>
                </a:solidFill>
                <a:latin typeface="Open Sans"/>
                <a:ea typeface="Open Sans"/>
                <a:cs typeface="Open Sans"/>
                <a:sym typeface="Open Sans"/>
              </a:rPr>
              <a:t>.</a:t>
            </a:r>
            <a:endParaRPr lang="en-US" dirty="0"/>
          </a:p>
          <a:p>
            <a:pPr marL="0" marR="0" lvl="0" indent="0" algn="l" rtl="0">
              <a:lnSpc>
                <a:spcPct val="140006"/>
              </a:lnSpc>
              <a:spcBef>
                <a:spcPts val="0"/>
              </a:spcBef>
              <a:spcAft>
                <a:spcPts val="0"/>
              </a:spcAft>
              <a:buNone/>
            </a:pPr>
            <a:r>
              <a:rPr lang="en-US" sz="2957" dirty="0" err="1">
                <a:solidFill>
                  <a:srgbClr val="29455B"/>
                </a:solidFill>
                <a:latin typeface="Open Sans"/>
                <a:ea typeface="Open Sans"/>
                <a:cs typeface="Open Sans"/>
                <a:sym typeface="Open Sans"/>
              </a:rPr>
              <a:t>Bendahara</a:t>
            </a:r>
            <a:endParaRPr lang="en-US" dirty="0"/>
          </a:p>
          <a:p>
            <a:pPr marL="638512" marR="0" lvl="1" indent="-319256" algn="l" rtl="0">
              <a:lnSpc>
                <a:spcPct val="140006"/>
              </a:lnSpc>
              <a:spcBef>
                <a:spcPts val="0"/>
              </a:spcBef>
              <a:spcAft>
                <a:spcPts val="0"/>
              </a:spcAft>
              <a:buClr>
                <a:srgbClr val="29455B"/>
              </a:buClr>
              <a:buSzPts val="2957"/>
              <a:buFont typeface="Arial"/>
              <a:buChar char="•"/>
            </a:pPr>
            <a:r>
              <a:rPr lang="en-US" sz="2957" dirty="0">
                <a:solidFill>
                  <a:srgbClr val="29455B"/>
                </a:solidFill>
                <a:latin typeface="Open Sans"/>
                <a:ea typeface="Open Sans"/>
                <a:cs typeface="Open Sans"/>
                <a:sym typeface="Open Sans"/>
              </a:rPr>
              <a:t>Aman </a:t>
            </a:r>
            <a:endParaRPr dirty="0"/>
          </a:p>
        </p:txBody>
      </p:sp>
      <p:cxnSp>
        <p:nvCxnSpPr>
          <p:cNvPr id="501" name="Google Shape;501;p16"/>
          <p:cNvCxnSpPr/>
          <p:nvPr/>
        </p:nvCxnSpPr>
        <p:spPr>
          <a:xfrm>
            <a:off x="354136" y="2837788"/>
            <a:ext cx="4424255" cy="0"/>
          </a:xfrm>
          <a:prstGeom prst="straightConnector1">
            <a:avLst/>
          </a:prstGeom>
          <a:noFill/>
          <a:ln w="38100" cap="rnd" cmpd="sng">
            <a:solidFill>
              <a:srgbClr val="EF8126"/>
            </a:solidFill>
            <a:prstDash val="solid"/>
            <a:round/>
            <a:headEnd type="none" w="sm" len="sm"/>
            <a:tailEnd type="none" w="sm" len="sm"/>
          </a:ln>
        </p:spPr>
      </p:cxnSp>
      <p:sp>
        <p:nvSpPr>
          <p:cNvPr id="502" name="Google Shape;502;p16"/>
          <p:cNvSpPr/>
          <p:nvPr/>
        </p:nvSpPr>
        <p:spPr>
          <a:xfrm>
            <a:off x="13302173" y="-984116"/>
            <a:ext cx="3139599" cy="3116766"/>
          </a:xfrm>
          <a:custGeom>
            <a:avLst/>
            <a:gdLst/>
            <a:ahLst/>
            <a:cxnLst/>
            <a:rect l="l" t="t" r="r" b="b"/>
            <a:pathLst>
              <a:path w="3139599" h="3116766" extrusionOk="0">
                <a:moveTo>
                  <a:pt x="0" y="0"/>
                </a:moveTo>
                <a:lnTo>
                  <a:pt x="3139599" y="0"/>
                </a:lnTo>
                <a:lnTo>
                  <a:pt x="3139599" y="3116766"/>
                </a:lnTo>
                <a:lnTo>
                  <a:pt x="0" y="3116766"/>
                </a:lnTo>
                <a:lnTo>
                  <a:pt x="0" y="0"/>
                </a:lnTo>
                <a:close/>
              </a:path>
            </a:pathLst>
          </a:custGeom>
          <a:blipFill rotWithShape="1">
            <a:blip r:embed="rId5">
              <a:alphaModFix/>
            </a:blip>
            <a:stretch>
              <a:fillRect/>
            </a:stretch>
          </a:blipFill>
          <a:ln>
            <a:noFill/>
          </a:ln>
        </p:spPr>
      </p:sp>
      <p:cxnSp>
        <p:nvCxnSpPr>
          <p:cNvPr id="503" name="Google Shape;503;p16"/>
          <p:cNvCxnSpPr/>
          <p:nvPr/>
        </p:nvCxnSpPr>
        <p:spPr>
          <a:xfrm>
            <a:off x="354136" y="2923513"/>
            <a:ext cx="4424255" cy="0"/>
          </a:xfrm>
          <a:prstGeom prst="straightConnector1">
            <a:avLst/>
          </a:prstGeom>
          <a:noFill/>
          <a:ln w="38100" cap="rnd" cmpd="sng">
            <a:solidFill>
              <a:srgbClr val="EF8126"/>
            </a:solidFill>
            <a:prstDash val="solid"/>
            <a:round/>
            <a:headEnd type="none" w="sm" len="sm"/>
            <a:tailEnd type="none" w="sm" len="sm"/>
          </a:ln>
        </p:spPr>
      </p:cxn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92"/>
        <p:cNvGrpSpPr/>
        <p:nvPr/>
      </p:nvGrpSpPr>
      <p:grpSpPr>
        <a:xfrm>
          <a:off x="0" y="0"/>
          <a:ext cx="0" cy="0"/>
          <a:chOff x="0" y="0"/>
          <a:chExt cx="0" cy="0"/>
        </a:xfrm>
      </p:grpSpPr>
      <p:sp>
        <p:nvSpPr>
          <p:cNvPr id="493" name="Google Shape;493;p16"/>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16609" b="-16608"/>
            </a:stretch>
          </a:blipFill>
          <a:ln>
            <a:noFill/>
          </a:ln>
        </p:spPr>
      </p:sp>
      <p:sp>
        <p:nvSpPr>
          <p:cNvPr id="494" name="Google Shape;494;p16"/>
          <p:cNvSpPr txBox="1"/>
          <p:nvPr/>
        </p:nvSpPr>
        <p:spPr>
          <a:xfrm>
            <a:off x="354136" y="726667"/>
            <a:ext cx="7659255" cy="1201802"/>
          </a:xfrm>
          <a:prstGeom prst="rect">
            <a:avLst/>
          </a:prstGeom>
          <a:noFill/>
          <a:ln>
            <a:noFill/>
          </a:ln>
        </p:spPr>
        <p:txBody>
          <a:bodyPr spcFirstLastPara="1" wrap="square" lIns="0" tIns="0" rIns="0" bIns="0" anchor="t" anchorCtr="0">
            <a:spAutoFit/>
          </a:bodyPr>
          <a:lstStyle/>
          <a:p>
            <a:pPr marL="0" marR="0" lvl="0" indent="0" algn="l" rtl="0">
              <a:lnSpc>
                <a:spcPct val="103000"/>
              </a:lnSpc>
              <a:spcBef>
                <a:spcPts val="0"/>
              </a:spcBef>
              <a:spcAft>
                <a:spcPts val="0"/>
              </a:spcAft>
              <a:buNone/>
            </a:pPr>
            <a:r>
              <a:rPr lang="en-US" sz="8900" b="1" i="0" u="none" strike="noStrike" cap="none">
                <a:solidFill>
                  <a:srgbClr val="29455B"/>
                </a:solidFill>
                <a:latin typeface="Arial"/>
                <a:ea typeface="Arial"/>
                <a:cs typeface="Arial"/>
                <a:sym typeface="Arial"/>
              </a:rPr>
              <a:t>LKMM-D</a:t>
            </a:r>
            <a:endParaRPr/>
          </a:p>
        </p:txBody>
      </p:sp>
      <p:grpSp>
        <p:nvGrpSpPr>
          <p:cNvPr id="495" name="Google Shape;495;p16"/>
          <p:cNvGrpSpPr/>
          <p:nvPr/>
        </p:nvGrpSpPr>
        <p:grpSpPr>
          <a:xfrm>
            <a:off x="0" y="-73983"/>
            <a:ext cx="9144000" cy="648250"/>
            <a:chOff x="0" y="-38100"/>
            <a:chExt cx="3513414" cy="249078"/>
          </a:xfrm>
        </p:grpSpPr>
        <p:sp>
          <p:nvSpPr>
            <p:cNvPr id="496" name="Google Shape;496;p16"/>
            <p:cNvSpPr/>
            <p:nvPr/>
          </p:nvSpPr>
          <p:spPr>
            <a:xfrm>
              <a:off x="0" y="0"/>
              <a:ext cx="3513414" cy="210978"/>
            </a:xfrm>
            <a:custGeom>
              <a:avLst/>
              <a:gdLst/>
              <a:ahLst/>
              <a:cxnLst/>
              <a:rect l="l" t="t" r="r" b="b"/>
              <a:pathLst>
                <a:path w="3513414" h="210978" extrusionOk="0">
                  <a:moveTo>
                    <a:pt x="0" y="0"/>
                  </a:moveTo>
                  <a:lnTo>
                    <a:pt x="3513414" y="0"/>
                  </a:lnTo>
                  <a:lnTo>
                    <a:pt x="3513414" y="210978"/>
                  </a:lnTo>
                  <a:lnTo>
                    <a:pt x="0" y="210978"/>
                  </a:lnTo>
                  <a:close/>
                </a:path>
              </a:pathLst>
            </a:custGeom>
            <a:solidFill>
              <a:srgbClr val="FCB50F"/>
            </a:solidFill>
            <a:ln>
              <a:noFill/>
            </a:ln>
          </p:spPr>
        </p:sp>
        <p:sp>
          <p:nvSpPr>
            <p:cNvPr id="497" name="Google Shape;497;p16"/>
            <p:cNvSpPr txBox="1"/>
            <p:nvPr/>
          </p:nvSpPr>
          <p:spPr>
            <a:xfrm>
              <a:off x="0" y="-38100"/>
              <a:ext cx="3513414" cy="249078"/>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498" name="Google Shape;498;p16"/>
          <p:cNvSpPr txBox="1"/>
          <p:nvPr/>
        </p:nvSpPr>
        <p:spPr>
          <a:xfrm>
            <a:off x="354136" y="2023718"/>
            <a:ext cx="7659255" cy="737870"/>
          </a:xfrm>
          <a:prstGeom prst="rect">
            <a:avLst/>
          </a:prstGeom>
          <a:noFill/>
          <a:ln>
            <a:noFill/>
          </a:ln>
        </p:spPr>
        <p:txBody>
          <a:bodyPr spcFirstLastPara="1" wrap="square" lIns="0" tIns="0" rIns="0" bIns="0" anchor="t" anchorCtr="0">
            <a:spAutoFit/>
          </a:bodyPr>
          <a:lstStyle/>
          <a:p>
            <a:pPr marL="0" marR="0" lvl="0" indent="0" algn="l" rtl="0">
              <a:lnSpc>
                <a:spcPct val="103000"/>
              </a:lnSpc>
              <a:spcBef>
                <a:spcPts val="0"/>
              </a:spcBef>
              <a:spcAft>
                <a:spcPts val="0"/>
              </a:spcAft>
              <a:buNone/>
            </a:pPr>
            <a:r>
              <a:rPr lang="en-US" sz="5499" b="1" i="0" u="none" strike="noStrike" cap="none">
                <a:solidFill>
                  <a:srgbClr val="29455B"/>
                </a:solidFill>
                <a:latin typeface="Arial"/>
                <a:ea typeface="Arial"/>
                <a:cs typeface="Arial"/>
                <a:sym typeface="Arial"/>
              </a:rPr>
              <a:t>EVALUASI</a:t>
            </a:r>
            <a:endParaRPr/>
          </a:p>
        </p:txBody>
      </p:sp>
      <p:sp>
        <p:nvSpPr>
          <p:cNvPr id="499" name="Google Shape;499;p16"/>
          <p:cNvSpPr/>
          <p:nvPr/>
        </p:nvSpPr>
        <p:spPr>
          <a:xfrm rot="10800000" flipH="1">
            <a:off x="15098176" y="25176"/>
            <a:ext cx="3189824" cy="3267046"/>
          </a:xfrm>
          <a:custGeom>
            <a:avLst/>
            <a:gdLst/>
            <a:ahLst/>
            <a:cxnLst/>
            <a:rect l="l" t="t" r="r" b="b"/>
            <a:pathLst>
              <a:path w="3189824" h="3267046" extrusionOk="0">
                <a:moveTo>
                  <a:pt x="0" y="3267045"/>
                </a:moveTo>
                <a:lnTo>
                  <a:pt x="3189824" y="3267045"/>
                </a:lnTo>
                <a:lnTo>
                  <a:pt x="3189824" y="0"/>
                </a:lnTo>
                <a:lnTo>
                  <a:pt x="0" y="0"/>
                </a:lnTo>
                <a:lnTo>
                  <a:pt x="0" y="3267045"/>
                </a:lnTo>
                <a:close/>
              </a:path>
            </a:pathLst>
          </a:custGeom>
          <a:blipFill rotWithShape="1">
            <a:blip r:embed="rId4">
              <a:alphaModFix/>
            </a:blip>
            <a:stretch>
              <a:fillRect/>
            </a:stretch>
          </a:blipFill>
          <a:ln>
            <a:noFill/>
          </a:ln>
        </p:spPr>
      </p:sp>
      <p:sp>
        <p:nvSpPr>
          <p:cNvPr id="500" name="Google Shape;500;p16"/>
          <p:cNvSpPr txBox="1"/>
          <p:nvPr/>
        </p:nvSpPr>
        <p:spPr>
          <a:xfrm>
            <a:off x="468195" y="3244596"/>
            <a:ext cx="18288000" cy="6667979"/>
          </a:xfrm>
          <a:prstGeom prst="rect">
            <a:avLst/>
          </a:prstGeom>
          <a:noFill/>
          <a:ln>
            <a:noFill/>
          </a:ln>
        </p:spPr>
        <p:txBody>
          <a:bodyPr spcFirstLastPara="1" wrap="square" lIns="0" tIns="0" rIns="0" bIns="0" anchor="t" anchorCtr="0">
            <a:spAutoFit/>
          </a:bodyPr>
          <a:lstStyle/>
          <a:p>
            <a:pPr marL="0" marR="0" lvl="0" indent="0" algn="l" rtl="0">
              <a:lnSpc>
                <a:spcPct val="140006"/>
              </a:lnSpc>
              <a:spcBef>
                <a:spcPts val="0"/>
              </a:spcBef>
              <a:spcAft>
                <a:spcPts val="0"/>
              </a:spcAft>
              <a:buNone/>
            </a:pPr>
            <a:r>
              <a:rPr lang="en-US" sz="2957" b="0" i="0" u="none" strike="noStrike" cap="none" dirty="0">
                <a:solidFill>
                  <a:srgbClr val="29455B"/>
                </a:solidFill>
                <a:latin typeface="Open Sans"/>
                <a:ea typeface="Open Sans"/>
                <a:cs typeface="Open Sans"/>
                <a:sym typeface="Open Sans"/>
              </a:rPr>
              <a:t>Sie Acara:</a:t>
            </a:r>
            <a:endParaRPr lang="en-US" dirty="0"/>
          </a:p>
          <a:p>
            <a:pPr marL="638512" marR="0" lvl="1" indent="-319256" algn="l" rtl="0">
              <a:lnSpc>
                <a:spcPct val="140006"/>
              </a:lnSpc>
              <a:spcBef>
                <a:spcPts val="0"/>
              </a:spcBef>
              <a:spcAft>
                <a:spcPts val="0"/>
              </a:spcAft>
              <a:buClr>
                <a:srgbClr val="29455B"/>
              </a:buClr>
              <a:buSzPts val="2957"/>
              <a:buFont typeface="Arial"/>
              <a:buChar char="•"/>
            </a:pPr>
            <a:r>
              <a:rPr lang="en-US" sz="2957" dirty="0" err="1">
                <a:solidFill>
                  <a:srgbClr val="29455B"/>
                </a:solidFill>
                <a:latin typeface="Open Sans"/>
                <a:ea typeface="Open Sans"/>
                <a:cs typeface="Open Sans"/>
                <a:sym typeface="Open Sans"/>
              </a:rPr>
              <a:t>Terdapat</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ketidak</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sesuaian</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antara</a:t>
            </a:r>
            <a:r>
              <a:rPr lang="en-US" sz="2957" dirty="0">
                <a:solidFill>
                  <a:srgbClr val="29455B"/>
                </a:solidFill>
                <a:latin typeface="Open Sans"/>
                <a:ea typeface="Open Sans"/>
                <a:cs typeface="Open Sans"/>
                <a:sym typeface="Open Sans"/>
              </a:rPr>
              <a:t> PPT yang </a:t>
            </a:r>
            <a:r>
              <a:rPr lang="en-US" sz="2957" dirty="0" err="1">
                <a:solidFill>
                  <a:srgbClr val="29455B"/>
                </a:solidFill>
                <a:latin typeface="Open Sans"/>
                <a:ea typeface="Open Sans"/>
                <a:cs typeface="Open Sans"/>
                <a:sym typeface="Open Sans"/>
              </a:rPr>
              <a:t>dibagikan</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ke</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peserta</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dengan</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peraturan</a:t>
            </a:r>
            <a:r>
              <a:rPr lang="en-US" sz="2957" dirty="0">
                <a:solidFill>
                  <a:srgbClr val="29455B"/>
                </a:solidFill>
                <a:latin typeface="Open Sans"/>
                <a:ea typeface="Open Sans"/>
                <a:cs typeface="Open Sans"/>
                <a:sym typeface="Open Sans"/>
              </a:rPr>
              <a:t> yang </a:t>
            </a:r>
            <a:r>
              <a:rPr lang="en-US" sz="2957" dirty="0" err="1">
                <a:solidFill>
                  <a:srgbClr val="29455B"/>
                </a:solidFill>
                <a:latin typeface="Open Sans"/>
                <a:ea typeface="Open Sans"/>
                <a:cs typeface="Open Sans"/>
                <a:sym typeface="Open Sans"/>
              </a:rPr>
              <a:t>berlaku</a:t>
            </a:r>
            <a:endParaRPr lang="en-US" sz="2957" dirty="0">
              <a:solidFill>
                <a:srgbClr val="29455B"/>
              </a:solidFill>
              <a:latin typeface="Open Sans"/>
              <a:ea typeface="Open Sans"/>
              <a:cs typeface="Open Sans"/>
              <a:sym typeface="Open Sans"/>
            </a:endParaRPr>
          </a:p>
          <a:p>
            <a:pPr marL="638512" marR="0" lvl="1" indent="-319256" algn="l" rtl="0">
              <a:lnSpc>
                <a:spcPct val="140006"/>
              </a:lnSpc>
              <a:spcBef>
                <a:spcPts val="0"/>
              </a:spcBef>
              <a:spcAft>
                <a:spcPts val="0"/>
              </a:spcAft>
              <a:buClr>
                <a:srgbClr val="29455B"/>
              </a:buClr>
              <a:buSzPts val="2957"/>
              <a:buFont typeface="Arial"/>
              <a:buChar char="•"/>
            </a:pPr>
            <a:r>
              <a:rPr lang="en-US" sz="2957" dirty="0" err="1">
                <a:solidFill>
                  <a:srgbClr val="29455B"/>
                </a:solidFill>
                <a:latin typeface="Open Sans"/>
                <a:ea typeface="Open Sans"/>
                <a:cs typeface="Open Sans"/>
                <a:sym typeface="Open Sans"/>
              </a:rPr>
              <a:t>Terdapat</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ketidaksesuan</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antara</a:t>
            </a:r>
            <a:r>
              <a:rPr lang="en-US" sz="2957" dirty="0">
                <a:solidFill>
                  <a:srgbClr val="29455B"/>
                </a:solidFill>
                <a:latin typeface="Open Sans"/>
                <a:ea typeface="Open Sans"/>
                <a:cs typeface="Open Sans"/>
                <a:sym typeface="Open Sans"/>
              </a:rPr>
              <a:t> Rundown </a:t>
            </a:r>
            <a:r>
              <a:rPr lang="en-US" sz="2957" dirty="0" err="1">
                <a:solidFill>
                  <a:srgbClr val="29455B"/>
                </a:solidFill>
                <a:latin typeface="Open Sans"/>
                <a:ea typeface="Open Sans"/>
                <a:cs typeface="Open Sans"/>
                <a:sym typeface="Open Sans"/>
              </a:rPr>
              <a:t>dengan</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kegiatan</a:t>
            </a:r>
            <a:r>
              <a:rPr lang="en-US" sz="2957" dirty="0">
                <a:solidFill>
                  <a:srgbClr val="29455B"/>
                </a:solidFill>
                <a:latin typeface="Open Sans"/>
                <a:ea typeface="Open Sans"/>
                <a:cs typeface="Open Sans"/>
                <a:sym typeface="Open Sans"/>
              </a:rPr>
              <a:t> yang </a:t>
            </a:r>
            <a:r>
              <a:rPr lang="en-US" sz="2957" dirty="0" err="1">
                <a:solidFill>
                  <a:srgbClr val="29455B"/>
                </a:solidFill>
                <a:latin typeface="Open Sans"/>
                <a:ea typeface="Open Sans"/>
                <a:cs typeface="Open Sans"/>
                <a:sym typeface="Open Sans"/>
              </a:rPr>
              <a:t>berjalan</a:t>
            </a:r>
            <a:endParaRPr lang="en-US" sz="2957" dirty="0">
              <a:solidFill>
                <a:srgbClr val="29455B"/>
              </a:solidFill>
              <a:latin typeface="Open Sans"/>
              <a:ea typeface="Open Sans"/>
              <a:cs typeface="Open Sans"/>
              <a:sym typeface="Open Sans"/>
            </a:endParaRPr>
          </a:p>
          <a:p>
            <a:pPr marL="638512" marR="0" lvl="1" indent="-319256" algn="l" rtl="0">
              <a:lnSpc>
                <a:spcPct val="140006"/>
              </a:lnSpc>
              <a:spcBef>
                <a:spcPts val="0"/>
              </a:spcBef>
              <a:spcAft>
                <a:spcPts val="0"/>
              </a:spcAft>
              <a:buClr>
                <a:srgbClr val="29455B"/>
              </a:buClr>
              <a:buSzPts val="2957"/>
              <a:buFont typeface="Arial"/>
              <a:buChar char="•"/>
            </a:pPr>
            <a:r>
              <a:rPr lang="en-US" sz="2957" dirty="0" err="1">
                <a:solidFill>
                  <a:srgbClr val="29455B"/>
                </a:solidFill>
                <a:latin typeface="Open Sans"/>
                <a:ea typeface="Open Sans"/>
                <a:cs typeface="Open Sans"/>
                <a:sym typeface="Open Sans"/>
              </a:rPr>
              <a:t>Cepat</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dalam</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pengerjaan</a:t>
            </a:r>
            <a:r>
              <a:rPr lang="en-US" sz="2957" dirty="0">
                <a:solidFill>
                  <a:srgbClr val="29455B"/>
                </a:solidFill>
                <a:latin typeface="Open Sans"/>
                <a:ea typeface="Open Sans"/>
                <a:cs typeface="Open Sans"/>
                <a:sym typeface="Open Sans"/>
              </a:rPr>
              <a:t> progress </a:t>
            </a:r>
            <a:r>
              <a:rPr lang="en-US" sz="2957" dirty="0" err="1">
                <a:solidFill>
                  <a:srgbClr val="29455B"/>
                </a:solidFill>
                <a:latin typeface="Open Sans"/>
                <a:ea typeface="Open Sans"/>
                <a:cs typeface="Open Sans"/>
                <a:sym typeface="Open Sans"/>
              </a:rPr>
              <a:t>namun</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kurang</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teliti</a:t>
            </a:r>
            <a:endParaRPr lang="en-US" sz="2957" dirty="0">
              <a:solidFill>
                <a:srgbClr val="29455B"/>
              </a:solidFill>
              <a:latin typeface="Open Sans"/>
              <a:ea typeface="Open Sans"/>
              <a:cs typeface="Open Sans"/>
              <a:sym typeface="Open Sans"/>
            </a:endParaRPr>
          </a:p>
          <a:p>
            <a:pPr marL="638512" marR="0" lvl="1" indent="-319256" algn="l" rtl="0">
              <a:lnSpc>
                <a:spcPct val="140006"/>
              </a:lnSpc>
              <a:spcBef>
                <a:spcPts val="0"/>
              </a:spcBef>
              <a:spcAft>
                <a:spcPts val="0"/>
              </a:spcAft>
              <a:buClr>
                <a:srgbClr val="29455B"/>
              </a:buClr>
              <a:buSzPts val="2957"/>
              <a:buFont typeface="Arial"/>
              <a:buChar char="•"/>
            </a:pPr>
            <a:r>
              <a:rPr lang="en-US" sz="2957" dirty="0" err="1">
                <a:solidFill>
                  <a:srgbClr val="29455B"/>
                </a:solidFill>
                <a:latin typeface="Open Sans"/>
                <a:ea typeface="Open Sans"/>
                <a:cs typeface="Open Sans"/>
                <a:sym typeface="Open Sans"/>
              </a:rPr>
              <a:t>Kurangnya</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koonfirmasi</a:t>
            </a:r>
            <a:r>
              <a:rPr lang="en-US" sz="2957" dirty="0">
                <a:solidFill>
                  <a:srgbClr val="29455B"/>
                </a:solidFill>
                <a:latin typeface="Open Sans"/>
                <a:ea typeface="Open Sans"/>
                <a:cs typeface="Open Sans"/>
                <a:sym typeface="Open Sans"/>
              </a:rPr>
              <a:t> Ketika </a:t>
            </a:r>
            <a:r>
              <a:rPr lang="en-US" sz="2957" dirty="0" err="1">
                <a:solidFill>
                  <a:srgbClr val="29455B"/>
                </a:solidFill>
                <a:latin typeface="Open Sans"/>
                <a:ea typeface="Open Sans"/>
                <a:cs typeface="Open Sans"/>
                <a:sym typeface="Open Sans"/>
              </a:rPr>
              <a:t>ada</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suatu</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perubahan</a:t>
            </a:r>
            <a:endParaRPr lang="en-US" dirty="0"/>
          </a:p>
          <a:p>
            <a:pPr marL="0" marR="0" lvl="0" indent="0" algn="l" rtl="0">
              <a:lnSpc>
                <a:spcPct val="140006"/>
              </a:lnSpc>
              <a:spcBef>
                <a:spcPts val="0"/>
              </a:spcBef>
              <a:spcAft>
                <a:spcPts val="0"/>
              </a:spcAft>
              <a:buNone/>
            </a:pPr>
            <a:r>
              <a:rPr lang="en-US" sz="2957" dirty="0">
                <a:solidFill>
                  <a:srgbClr val="29455B"/>
                </a:solidFill>
                <a:latin typeface="Open Sans"/>
                <a:ea typeface="Open Sans"/>
                <a:cs typeface="Open Sans"/>
                <a:sym typeface="Open Sans"/>
              </a:rPr>
              <a:t>Sie </a:t>
            </a:r>
            <a:r>
              <a:rPr lang="en-US" sz="2957" dirty="0" err="1">
                <a:solidFill>
                  <a:srgbClr val="29455B"/>
                </a:solidFill>
                <a:latin typeface="Open Sans"/>
                <a:ea typeface="Open Sans"/>
                <a:cs typeface="Open Sans"/>
                <a:sym typeface="Open Sans"/>
              </a:rPr>
              <a:t>Komite</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Disiplin</a:t>
            </a:r>
            <a:endParaRPr lang="en-US" dirty="0"/>
          </a:p>
          <a:p>
            <a:pPr marL="638512" marR="0" lvl="1" indent="-319256" algn="l" rtl="0">
              <a:lnSpc>
                <a:spcPct val="140006"/>
              </a:lnSpc>
              <a:spcBef>
                <a:spcPts val="0"/>
              </a:spcBef>
              <a:spcAft>
                <a:spcPts val="0"/>
              </a:spcAft>
              <a:buClr>
                <a:srgbClr val="29455B"/>
              </a:buClr>
              <a:buSzPts val="2957"/>
              <a:buFont typeface="Arial"/>
              <a:buChar char="•"/>
            </a:pPr>
            <a:r>
              <a:rPr lang="en-US" sz="2957" dirty="0">
                <a:solidFill>
                  <a:srgbClr val="29455B"/>
                </a:solidFill>
                <a:latin typeface="Open Sans"/>
                <a:ea typeface="Open Sans"/>
                <a:cs typeface="Open Sans"/>
                <a:sym typeface="Open Sans"/>
              </a:rPr>
              <a:t>Kurang </a:t>
            </a:r>
            <a:r>
              <a:rPr lang="en-US" sz="2957" dirty="0" err="1">
                <a:solidFill>
                  <a:srgbClr val="29455B"/>
                </a:solidFill>
                <a:latin typeface="Open Sans"/>
                <a:ea typeface="Open Sans"/>
                <a:cs typeface="Open Sans"/>
                <a:sym typeface="Open Sans"/>
              </a:rPr>
              <a:t>teliti</a:t>
            </a:r>
            <a:r>
              <a:rPr lang="en-US" sz="2957" dirty="0">
                <a:solidFill>
                  <a:srgbClr val="29455B"/>
                </a:solidFill>
                <a:latin typeface="Open Sans"/>
                <a:ea typeface="Open Sans"/>
                <a:cs typeface="Open Sans"/>
                <a:sym typeface="Open Sans"/>
              </a:rPr>
              <a:t> pada draft </a:t>
            </a:r>
            <a:r>
              <a:rPr lang="en-US" sz="2957" dirty="0" err="1">
                <a:solidFill>
                  <a:srgbClr val="29455B"/>
                </a:solidFill>
                <a:latin typeface="Open Sans"/>
                <a:ea typeface="Open Sans"/>
                <a:cs typeface="Open Sans"/>
                <a:sym typeface="Open Sans"/>
              </a:rPr>
              <a:t>peraturan</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sehingga</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terjadi</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miskom</a:t>
            </a:r>
            <a:endParaRPr lang="en-US" sz="2957" dirty="0">
              <a:solidFill>
                <a:srgbClr val="29455B"/>
              </a:solidFill>
              <a:latin typeface="Open Sans"/>
              <a:ea typeface="Open Sans"/>
              <a:cs typeface="Open Sans"/>
              <a:sym typeface="Open Sans"/>
            </a:endParaRPr>
          </a:p>
          <a:p>
            <a:pPr marL="0" marR="0" lvl="0" indent="0" algn="l" rtl="0">
              <a:lnSpc>
                <a:spcPct val="140008"/>
              </a:lnSpc>
              <a:spcBef>
                <a:spcPts val="0"/>
              </a:spcBef>
              <a:spcAft>
                <a:spcPts val="0"/>
              </a:spcAft>
              <a:buNone/>
            </a:pPr>
            <a:r>
              <a:rPr lang="en-US" sz="2950" b="0" i="0" u="none" strike="noStrike" cap="none" dirty="0">
                <a:solidFill>
                  <a:srgbClr val="29455B"/>
                </a:solidFill>
                <a:latin typeface="Open Sans"/>
                <a:ea typeface="Open Sans"/>
                <a:cs typeface="Open Sans"/>
                <a:sym typeface="Open Sans"/>
              </a:rPr>
              <a:t>Sie </a:t>
            </a:r>
            <a:r>
              <a:rPr lang="en-US" sz="2950" b="0" i="0" u="none" strike="noStrike" cap="none" dirty="0" err="1">
                <a:solidFill>
                  <a:srgbClr val="29455B"/>
                </a:solidFill>
                <a:latin typeface="Open Sans"/>
                <a:ea typeface="Open Sans"/>
                <a:cs typeface="Open Sans"/>
                <a:sym typeface="Open Sans"/>
              </a:rPr>
              <a:t>Logistik</a:t>
            </a:r>
            <a:r>
              <a:rPr lang="en-US" sz="2950" b="0" i="0" u="none" strike="noStrike" cap="none" dirty="0">
                <a:solidFill>
                  <a:srgbClr val="29455B"/>
                </a:solidFill>
                <a:latin typeface="Open Sans"/>
                <a:ea typeface="Open Sans"/>
                <a:cs typeface="Open Sans"/>
                <a:sym typeface="Open Sans"/>
              </a:rPr>
              <a:t> </a:t>
            </a:r>
            <a:endParaRPr lang="en-US" sz="2950" dirty="0"/>
          </a:p>
          <a:p>
            <a:pPr marL="487386" marR="0" lvl="1" indent="-243693" algn="l" rtl="0">
              <a:lnSpc>
                <a:spcPct val="140008"/>
              </a:lnSpc>
              <a:spcBef>
                <a:spcPts val="0"/>
              </a:spcBef>
              <a:spcAft>
                <a:spcPts val="0"/>
              </a:spcAft>
              <a:buClr>
                <a:srgbClr val="29455B"/>
              </a:buClr>
              <a:buSzPts val="2257"/>
              <a:buFont typeface="Arial"/>
              <a:buChar char="•"/>
            </a:pPr>
            <a:r>
              <a:rPr lang="en-US" sz="2950" dirty="0"/>
              <a:t>Kurang </a:t>
            </a:r>
            <a:r>
              <a:rPr lang="en-US" sz="2950" dirty="0" err="1"/>
              <a:t>teliti</a:t>
            </a:r>
            <a:r>
              <a:rPr lang="en-US" sz="2950" dirty="0"/>
              <a:t> pada before-after </a:t>
            </a:r>
            <a:r>
              <a:rPr lang="en-US" sz="2950" dirty="0" err="1"/>
              <a:t>nya</a:t>
            </a:r>
            <a:endParaRPr lang="en-US" sz="2950" dirty="0"/>
          </a:p>
          <a:p>
            <a:pPr marL="487386" marR="0" lvl="1" indent="-243693" algn="l" rtl="0">
              <a:lnSpc>
                <a:spcPct val="140008"/>
              </a:lnSpc>
              <a:spcBef>
                <a:spcPts val="0"/>
              </a:spcBef>
              <a:spcAft>
                <a:spcPts val="0"/>
              </a:spcAft>
              <a:buClr>
                <a:srgbClr val="29455B"/>
              </a:buClr>
              <a:buSzPts val="2257"/>
              <a:buFont typeface="Arial"/>
              <a:buChar char="•"/>
            </a:pPr>
            <a:r>
              <a:rPr lang="en-US" sz="2950" dirty="0"/>
              <a:t>Kurang </a:t>
            </a:r>
            <a:r>
              <a:rPr lang="en-US" sz="2950" dirty="0" err="1"/>
              <a:t>komunikasi</a:t>
            </a:r>
            <a:r>
              <a:rPr lang="en-US" sz="2950" dirty="0"/>
              <a:t> </a:t>
            </a:r>
            <a:endParaRPr sz="2950" dirty="0"/>
          </a:p>
          <a:p>
            <a:pPr marL="0" marR="0" lvl="0" indent="0" algn="l" rtl="0">
              <a:lnSpc>
                <a:spcPct val="140006"/>
              </a:lnSpc>
              <a:spcBef>
                <a:spcPts val="0"/>
              </a:spcBef>
              <a:spcAft>
                <a:spcPts val="0"/>
              </a:spcAft>
              <a:buNone/>
            </a:pPr>
            <a:endParaRPr dirty="0"/>
          </a:p>
        </p:txBody>
      </p:sp>
      <p:cxnSp>
        <p:nvCxnSpPr>
          <p:cNvPr id="501" name="Google Shape;501;p16"/>
          <p:cNvCxnSpPr/>
          <p:nvPr/>
        </p:nvCxnSpPr>
        <p:spPr>
          <a:xfrm>
            <a:off x="354136" y="2837788"/>
            <a:ext cx="4424255" cy="0"/>
          </a:xfrm>
          <a:prstGeom prst="straightConnector1">
            <a:avLst/>
          </a:prstGeom>
          <a:noFill/>
          <a:ln w="38100" cap="rnd" cmpd="sng">
            <a:solidFill>
              <a:srgbClr val="EF8126"/>
            </a:solidFill>
            <a:prstDash val="solid"/>
            <a:round/>
            <a:headEnd type="none" w="sm" len="sm"/>
            <a:tailEnd type="none" w="sm" len="sm"/>
          </a:ln>
        </p:spPr>
      </p:cxnSp>
      <p:sp>
        <p:nvSpPr>
          <p:cNvPr id="502" name="Google Shape;502;p16"/>
          <p:cNvSpPr/>
          <p:nvPr/>
        </p:nvSpPr>
        <p:spPr>
          <a:xfrm>
            <a:off x="13302173" y="-984116"/>
            <a:ext cx="3139599" cy="3116766"/>
          </a:xfrm>
          <a:custGeom>
            <a:avLst/>
            <a:gdLst/>
            <a:ahLst/>
            <a:cxnLst/>
            <a:rect l="l" t="t" r="r" b="b"/>
            <a:pathLst>
              <a:path w="3139599" h="3116766" extrusionOk="0">
                <a:moveTo>
                  <a:pt x="0" y="0"/>
                </a:moveTo>
                <a:lnTo>
                  <a:pt x="3139599" y="0"/>
                </a:lnTo>
                <a:lnTo>
                  <a:pt x="3139599" y="3116766"/>
                </a:lnTo>
                <a:lnTo>
                  <a:pt x="0" y="3116766"/>
                </a:lnTo>
                <a:lnTo>
                  <a:pt x="0" y="0"/>
                </a:lnTo>
                <a:close/>
              </a:path>
            </a:pathLst>
          </a:custGeom>
          <a:blipFill rotWithShape="1">
            <a:blip r:embed="rId5">
              <a:alphaModFix/>
            </a:blip>
            <a:stretch>
              <a:fillRect/>
            </a:stretch>
          </a:blipFill>
          <a:ln>
            <a:noFill/>
          </a:ln>
        </p:spPr>
      </p:sp>
      <p:cxnSp>
        <p:nvCxnSpPr>
          <p:cNvPr id="503" name="Google Shape;503;p16"/>
          <p:cNvCxnSpPr/>
          <p:nvPr/>
        </p:nvCxnSpPr>
        <p:spPr>
          <a:xfrm>
            <a:off x="354136" y="2923513"/>
            <a:ext cx="4424255" cy="0"/>
          </a:xfrm>
          <a:prstGeom prst="straightConnector1">
            <a:avLst/>
          </a:prstGeom>
          <a:noFill/>
          <a:ln w="38100" cap="rnd" cmpd="sng">
            <a:solidFill>
              <a:srgbClr val="EF8126"/>
            </a:solidFill>
            <a:prstDash val="solid"/>
            <a:round/>
            <a:headEnd type="none" w="sm" len="sm"/>
            <a:tailEnd type="none" w="sm" len="sm"/>
          </a:ln>
        </p:spPr>
      </p:cxnSp>
    </p:spTree>
    <p:extLst>
      <p:ext uri="{BB962C8B-B14F-4D97-AF65-F5344CB8AC3E}">
        <p14:creationId xmlns:p14="http://schemas.microsoft.com/office/powerpoint/2010/main" val="23947902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92"/>
        <p:cNvGrpSpPr/>
        <p:nvPr/>
      </p:nvGrpSpPr>
      <p:grpSpPr>
        <a:xfrm>
          <a:off x="0" y="0"/>
          <a:ext cx="0" cy="0"/>
          <a:chOff x="0" y="0"/>
          <a:chExt cx="0" cy="0"/>
        </a:xfrm>
      </p:grpSpPr>
      <p:sp>
        <p:nvSpPr>
          <p:cNvPr id="493" name="Google Shape;493;p16"/>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16609" b="-16608"/>
            </a:stretch>
          </a:blipFill>
          <a:ln>
            <a:noFill/>
          </a:ln>
        </p:spPr>
      </p:sp>
      <p:sp>
        <p:nvSpPr>
          <p:cNvPr id="494" name="Google Shape;494;p16"/>
          <p:cNvSpPr txBox="1"/>
          <p:nvPr/>
        </p:nvSpPr>
        <p:spPr>
          <a:xfrm>
            <a:off x="354136" y="726667"/>
            <a:ext cx="7659255" cy="1201802"/>
          </a:xfrm>
          <a:prstGeom prst="rect">
            <a:avLst/>
          </a:prstGeom>
          <a:noFill/>
          <a:ln>
            <a:noFill/>
          </a:ln>
        </p:spPr>
        <p:txBody>
          <a:bodyPr spcFirstLastPara="1" wrap="square" lIns="0" tIns="0" rIns="0" bIns="0" anchor="t" anchorCtr="0">
            <a:spAutoFit/>
          </a:bodyPr>
          <a:lstStyle/>
          <a:p>
            <a:pPr marL="0" marR="0" lvl="0" indent="0" algn="l" rtl="0">
              <a:lnSpc>
                <a:spcPct val="103000"/>
              </a:lnSpc>
              <a:spcBef>
                <a:spcPts val="0"/>
              </a:spcBef>
              <a:spcAft>
                <a:spcPts val="0"/>
              </a:spcAft>
              <a:buNone/>
            </a:pPr>
            <a:r>
              <a:rPr lang="en-US" sz="8900" b="1" i="0" u="none" strike="noStrike" cap="none">
                <a:solidFill>
                  <a:srgbClr val="29455B"/>
                </a:solidFill>
                <a:latin typeface="Arial"/>
                <a:ea typeface="Arial"/>
                <a:cs typeface="Arial"/>
                <a:sym typeface="Arial"/>
              </a:rPr>
              <a:t>LKMM-D</a:t>
            </a:r>
            <a:endParaRPr/>
          </a:p>
        </p:txBody>
      </p:sp>
      <p:grpSp>
        <p:nvGrpSpPr>
          <p:cNvPr id="495" name="Google Shape;495;p16"/>
          <p:cNvGrpSpPr/>
          <p:nvPr/>
        </p:nvGrpSpPr>
        <p:grpSpPr>
          <a:xfrm>
            <a:off x="0" y="-73983"/>
            <a:ext cx="9144000" cy="648250"/>
            <a:chOff x="0" y="-38100"/>
            <a:chExt cx="3513414" cy="249078"/>
          </a:xfrm>
        </p:grpSpPr>
        <p:sp>
          <p:nvSpPr>
            <p:cNvPr id="496" name="Google Shape;496;p16"/>
            <p:cNvSpPr/>
            <p:nvPr/>
          </p:nvSpPr>
          <p:spPr>
            <a:xfrm>
              <a:off x="0" y="0"/>
              <a:ext cx="3513414" cy="210978"/>
            </a:xfrm>
            <a:custGeom>
              <a:avLst/>
              <a:gdLst/>
              <a:ahLst/>
              <a:cxnLst/>
              <a:rect l="l" t="t" r="r" b="b"/>
              <a:pathLst>
                <a:path w="3513414" h="210978" extrusionOk="0">
                  <a:moveTo>
                    <a:pt x="0" y="0"/>
                  </a:moveTo>
                  <a:lnTo>
                    <a:pt x="3513414" y="0"/>
                  </a:lnTo>
                  <a:lnTo>
                    <a:pt x="3513414" y="210978"/>
                  </a:lnTo>
                  <a:lnTo>
                    <a:pt x="0" y="210978"/>
                  </a:lnTo>
                  <a:close/>
                </a:path>
              </a:pathLst>
            </a:custGeom>
            <a:solidFill>
              <a:srgbClr val="FCB50F"/>
            </a:solidFill>
            <a:ln>
              <a:noFill/>
            </a:ln>
          </p:spPr>
        </p:sp>
        <p:sp>
          <p:nvSpPr>
            <p:cNvPr id="497" name="Google Shape;497;p16"/>
            <p:cNvSpPr txBox="1"/>
            <p:nvPr/>
          </p:nvSpPr>
          <p:spPr>
            <a:xfrm>
              <a:off x="0" y="-38100"/>
              <a:ext cx="3513414" cy="249078"/>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498" name="Google Shape;498;p16"/>
          <p:cNvSpPr txBox="1"/>
          <p:nvPr/>
        </p:nvSpPr>
        <p:spPr>
          <a:xfrm>
            <a:off x="354136" y="2023718"/>
            <a:ext cx="7659255" cy="737870"/>
          </a:xfrm>
          <a:prstGeom prst="rect">
            <a:avLst/>
          </a:prstGeom>
          <a:noFill/>
          <a:ln>
            <a:noFill/>
          </a:ln>
        </p:spPr>
        <p:txBody>
          <a:bodyPr spcFirstLastPara="1" wrap="square" lIns="0" tIns="0" rIns="0" bIns="0" anchor="t" anchorCtr="0">
            <a:spAutoFit/>
          </a:bodyPr>
          <a:lstStyle/>
          <a:p>
            <a:pPr marL="0" marR="0" lvl="0" indent="0" algn="l" rtl="0">
              <a:lnSpc>
                <a:spcPct val="103000"/>
              </a:lnSpc>
              <a:spcBef>
                <a:spcPts val="0"/>
              </a:spcBef>
              <a:spcAft>
                <a:spcPts val="0"/>
              </a:spcAft>
              <a:buNone/>
            </a:pPr>
            <a:r>
              <a:rPr lang="en-US" sz="5499" b="1" i="0" u="none" strike="noStrike" cap="none">
                <a:solidFill>
                  <a:srgbClr val="29455B"/>
                </a:solidFill>
                <a:latin typeface="Arial"/>
                <a:ea typeface="Arial"/>
                <a:cs typeface="Arial"/>
                <a:sym typeface="Arial"/>
              </a:rPr>
              <a:t>EVALUASI</a:t>
            </a:r>
            <a:endParaRPr/>
          </a:p>
        </p:txBody>
      </p:sp>
      <p:sp>
        <p:nvSpPr>
          <p:cNvPr id="499" name="Google Shape;499;p16"/>
          <p:cNvSpPr/>
          <p:nvPr/>
        </p:nvSpPr>
        <p:spPr>
          <a:xfrm rot="10800000" flipH="1">
            <a:off x="15098176" y="25176"/>
            <a:ext cx="3189824" cy="3267046"/>
          </a:xfrm>
          <a:custGeom>
            <a:avLst/>
            <a:gdLst/>
            <a:ahLst/>
            <a:cxnLst/>
            <a:rect l="l" t="t" r="r" b="b"/>
            <a:pathLst>
              <a:path w="3189824" h="3267046" extrusionOk="0">
                <a:moveTo>
                  <a:pt x="0" y="3267045"/>
                </a:moveTo>
                <a:lnTo>
                  <a:pt x="3189824" y="3267045"/>
                </a:lnTo>
                <a:lnTo>
                  <a:pt x="3189824" y="0"/>
                </a:lnTo>
                <a:lnTo>
                  <a:pt x="0" y="0"/>
                </a:lnTo>
                <a:lnTo>
                  <a:pt x="0" y="3267045"/>
                </a:lnTo>
                <a:close/>
              </a:path>
            </a:pathLst>
          </a:custGeom>
          <a:blipFill rotWithShape="1">
            <a:blip r:embed="rId4">
              <a:alphaModFix/>
            </a:blip>
            <a:stretch>
              <a:fillRect/>
            </a:stretch>
          </a:blipFill>
          <a:ln>
            <a:noFill/>
          </a:ln>
        </p:spPr>
      </p:sp>
      <p:sp>
        <p:nvSpPr>
          <p:cNvPr id="500" name="Google Shape;500;p16"/>
          <p:cNvSpPr txBox="1"/>
          <p:nvPr/>
        </p:nvSpPr>
        <p:spPr>
          <a:xfrm>
            <a:off x="468195" y="3244596"/>
            <a:ext cx="18288000" cy="6672596"/>
          </a:xfrm>
          <a:prstGeom prst="rect">
            <a:avLst/>
          </a:prstGeom>
          <a:noFill/>
          <a:ln>
            <a:noFill/>
          </a:ln>
        </p:spPr>
        <p:txBody>
          <a:bodyPr spcFirstLastPara="1" wrap="square" lIns="0" tIns="0" rIns="0" bIns="0" anchor="t" anchorCtr="0">
            <a:spAutoFit/>
          </a:bodyPr>
          <a:lstStyle/>
          <a:p>
            <a:pPr marL="0" marR="0" lvl="0" indent="0" algn="l" rtl="0">
              <a:lnSpc>
                <a:spcPct val="140006"/>
              </a:lnSpc>
              <a:spcBef>
                <a:spcPts val="0"/>
              </a:spcBef>
              <a:spcAft>
                <a:spcPts val="0"/>
              </a:spcAft>
              <a:buNone/>
            </a:pPr>
            <a:r>
              <a:rPr lang="en-US" sz="2957" b="0" i="0" u="none" strike="noStrike" cap="none" dirty="0">
                <a:solidFill>
                  <a:srgbClr val="29455B"/>
                </a:solidFill>
                <a:latin typeface="Open Sans"/>
                <a:ea typeface="Open Sans"/>
                <a:cs typeface="Open Sans"/>
                <a:sym typeface="Open Sans"/>
              </a:rPr>
              <a:t>Sie </a:t>
            </a:r>
            <a:r>
              <a:rPr lang="en-US" sz="2957" b="0" i="0" u="none" strike="noStrike" cap="none" dirty="0" err="1">
                <a:solidFill>
                  <a:srgbClr val="29455B"/>
                </a:solidFill>
                <a:latin typeface="Open Sans"/>
                <a:ea typeface="Open Sans"/>
                <a:cs typeface="Open Sans"/>
                <a:sym typeface="Open Sans"/>
              </a:rPr>
              <a:t>Korlap</a:t>
            </a:r>
            <a:r>
              <a:rPr lang="en-US" sz="2957" b="0" i="0" u="none" strike="noStrike" cap="none" dirty="0">
                <a:solidFill>
                  <a:srgbClr val="29455B"/>
                </a:solidFill>
                <a:latin typeface="Open Sans"/>
                <a:ea typeface="Open Sans"/>
                <a:cs typeface="Open Sans"/>
                <a:sym typeface="Open Sans"/>
              </a:rPr>
              <a:t>  :</a:t>
            </a:r>
            <a:endParaRPr dirty="0"/>
          </a:p>
          <a:p>
            <a:pPr marL="638512" marR="0" lvl="1" indent="-319256" algn="l" rtl="0">
              <a:lnSpc>
                <a:spcPct val="140006"/>
              </a:lnSpc>
              <a:spcBef>
                <a:spcPts val="0"/>
              </a:spcBef>
              <a:spcAft>
                <a:spcPts val="0"/>
              </a:spcAft>
              <a:buClr>
                <a:srgbClr val="29455B"/>
              </a:buClr>
              <a:buSzPts val="2957"/>
              <a:buFont typeface="Arial"/>
              <a:buChar char="•"/>
            </a:pPr>
            <a:r>
              <a:rPr lang="en-US" sz="2957" dirty="0">
                <a:solidFill>
                  <a:srgbClr val="29455B"/>
                </a:solidFill>
                <a:latin typeface="Open Sans"/>
                <a:ea typeface="Open Sans"/>
                <a:cs typeface="Open Sans"/>
                <a:sym typeface="Open Sans"/>
              </a:rPr>
              <a:t>Maba </a:t>
            </a:r>
            <a:r>
              <a:rPr lang="en-US" sz="2957" dirty="0" err="1">
                <a:solidFill>
                  <a:srgbClr val="29455B"/>
                </a:solidFill>
                <a:latin typeface="Open Sans"/>
                <a:ea typeface="Open Sans"/>
                <a:cs typeface="Open Sans"/>
                <a:sym typeface="Open Sans"/>
              </a:rPr>
              <a:t>banyak</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ke</a:t>
            </a:r>
            <a:r>
              <a:rPr lang="en-US" sz="2957" dirty="0">
                <a:solidFill>
                  <a:srgbClr val="29455B"/>
                </a:solidFill>
                <a:latin typeface="Open Sans"/>
                <a:ea typeface="Open Sans"/>
                <a:cs typeface="Open Sans"/>
                <a:sym typeface="Open Sans"/>
              </a:rPr>
              <a:t> WC yang </a:t>
            </a:r>
            <a:r>
              <a:rPr lang="en-US" sz="2957" dirty="0" err="1">
                <a:solidFill>
                  <a:srgbClr val="29455B"/>
                </a:solidFill>
                <a:latin typeface="Open Sans"/>
                <a:ea typeface="Open Sans"/>
                <a:cs typeface="Open Sans"/>
                <a:sym typeface="Open Sans"/>
              </a:rPr>
              <a:t>sendiri</a:t>
            </a:r>
            <a:r>
              <a:rPr lang="en-US" sz="2957" dirty="0">
                <a:solidFill>
                  <a:srgbClr val="29455B"/>
                </a:solidFill>
                <a:latin typeface="Open Sans"/>
                <a:ea typeface="Open Sans"/>
                <a:cs typeface="Open Sans"/>
                <a:sym typeface="Open Sans"/>
              </a:rPr>
              <a:t> an</a:t>
            </a:r>
          </a:p>
          <a:p>
            <a:pPr marL="638512" marR="0" lvl="1" indent="-319256" algn="l" rtl="0">
              <a:lnSpc>
                <a:spcPct val="140006"/>
              </a:lnSpc>
              <a:spcBef>
                <a:spcPts val="0"/>
              </a:spcBef>
              <a:spcAft>
                <a:spcPts val="0"/>
              </a:spcAft>
              <a:buClr>
                <a:srgbClr val="29455B"/>
              </a:buClr>
              <a:buSzPts val="2957"/>
              <a:buFont typeface="Arial"/>
              <a:buChar char="•"/>
            </a:pPr>
            <a:r>
              <a:rPr lang="en-US" sz="2957" b="0" i="0" u="none" strike="noStrike" cap="none" dirty="0" err="1">
                <a:solidFill>
                  <a:srgbClr val="29455B"/>
                </a:solidFill>
                <a:latin typeface="Open Sans"/>
                <a:ea typeface="Open Sans"/>
                <a:cs typeface="Open Sans"/>
                <a:sym typeface="Open Sans"/>
              </a:rPr>
              <a:t>Saat</a:t>
            </a:r>
            <a:r>
              <a:rPr lang="en-US" sz="2957" b="0" i="0" u="none" strike="noStrike" cap="none" dirty="0">
                <a:solidFill>
                  <a:srgbClr val="29455B"/>
                </a:solidFill>
                <a:latin typeface="Open Sans"/>
                <a:ea typeface="Open Sans"/>
                <a:cs typeface="Open Sans"/>
                <a:sym typeface="Open Sans"/>
              </a:rPr>
              <a:t> </a:t>
            </a:r>
            <a:r>
              <a:rPr lang="en-US" sz="2957" b="0" i="0" u="none" strike="noStrike" cap="none" dirty="0" err="1">
                <a:solidFill>
                  <a:srgbClr val="29455B"/>
                </a:solidFill>
                <a:latin typeface="Open Sans"/>
                <a:ea typeface="Open Sans"/>
                <a:cs typeface="Open Sans"/>
                <a:sym typeface="Open Sans"/>
              </a:rPr>
              <a:t>diperlukan</a:t>
            </a:r>
            <a:r>
              <a:rPr lang="en-US" sz="2957" b="0" i="0" u="none" strike="noStrike" cap="none" dirty="0">
                <a:solidFill>
                  <a:srgbClr val="29455B"/>
                </a:solidFill>
                <a:latin typeface="Open Sans"/>
                <a:ea typeface="Open Sans"/>
                <a:cs typeface="Open Sans"/>
                <a:sym typeface="Open Sans"/>
              </a:rPr>
              <a:t> </a:t>
            </a:r>
            <a:r>
              <a:rPr lang="en-US" sz="2957" b="0" i="0" u="none" strike="noStrike" cap="none" dirty="0" err="1">
                <a:solidFill>
                  <a:srgbClr val="29455B"/>
                </a:solidFill>
                <a:latin typeface="Open Sans"/>
                <a:ea typeface="Open Sans"/>
                <a:cs typeface="Open Sans"/>
                <a:sym typeface="Open Sans"/>
              </a:rPr>
              <a:t>tidak</a:t>
            </a:r>
            <a:r>
              <a:rPr lang="en-US" sz="2957" b="0" i="0" u="none" strike="noStrike" cap="none" dirty="0">
                <a:solidFill>
                  <a:srgbClr val="29455B"/>
                </a:solidFill>
                <a:latin typeface="Open Sans"/>
                <a:ea typeface="Open Sans"/>
                <a:cs typeface="Open Sans"/>
                <a:sym typeface="Open Sans"/>
              </a:rPr>
              <a:t> </a:t>
            </a:r>
            <a:r>
              <a:rPr lang="en-US" sz="2957" b="0" i="0" u="none" strike="noStrike" cap="none" dirty="0" err="1">
                <a:solidFill>
                  <a:srgbClr val="29455B"/>
                </a:solidFill>
                <a:latin typeface="Open Sans"/>
                <a:ea typeface="Open Sans"/>
                <a:cs typeface="Open Sans"/>
                <a:sym typeface="Open Sans"/>
              </a:rPr>
              <a:t>ada</a:t>
            </a:r>
            <a:endParaRPr lang="en-US" sz="2957" b="0" i="0" u="none" strike="noStrike" cap="none" dirty="0">
              <a:solidFill>
                <a:srgbClr val="29455B"/>
              </a:solidFill>
              <a:latin typeface="Open Sans"/>
              <a:ea typeface="Open Sans"/>
              <a:cs typeface="Open Sans"/>
              <a:sym typeface="Open Sans"/>
            </a:endParaRPr>
          </a:p>
          <a:p>
            <a:pPr marL="638512" marR="0" lvl="1" indent="-319256" algn="l" rtl="0">
              <a:lnSpc>
                <a:spcPct val="140006"/>
              </a:lnSpc>
              <a:spcBef>
                <a:spcPts val="0"/>
              </a:spcBef>
              <a:spcAft>
                <a:spcPts val="0"/>
              </a:spcAft>
              <a:buClr>
                <a:srgbClr val="29455B"/>
              </a:buClr>
              <a:buSzPts val="2957"/>
              <a:buFont typeface="Arial"/>
              <a:buChar char="•"/>
            </a:pPr>
            <a:r>
              <a:rPr lang="en-US" sz="2957" dirty="0" err="1">
                <a:solidFill>
                  <a:srgbClr val="29455B"/>
                </a:solidFill>
                <a:latin typeface="Open Sans"/>
                <a:ea typeface="Open Sans"/>
                <a:cs typeface="Open Sans"/>
                <a:sym typeface="Open Sans"/>
              </a:rPr>
              <a:t>Terlalu</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mengandalkan</a:t>
            </a:r>
            <a:r>
              <a:rPr lang="en-US" sz="2957" dirty="0">
                <a:solidFill>
                  <a:srgbClr val="29455B"/>
                </a:solidFill>
                <a:latin typeface="Open Sans"/>
                <a:ea typeface="Open Sans"/>
                <a:cs typeface="Open Sans"/>
                <a:sym typeface="Open Sans"/>
              </a:rPr>
              <a:t> PJ</a:t>
            </a:r>
          </a:p>
          <a:p>
            <a:pPr marL="638512" marR="0" lvl="1" indent="-319256" algn="l" rtl="0">
              <a:lnSpc>
                <a:spcPct val="140006"/>
              </a:lnSpc>
              <a:spcBef>
                <a:spcPts val="0"/>
              </a:spcBef>
              <a:spcAft>
                <a:spcPts val="0"/>
              </a:spcAft>
              <a:buClr>
                <a:srgbClr val="29455B"/>
              </a:buClr>
              <a:buSzPts val="2957"/>
              <a:buFont typeface="Arial"/>
              <a:buChar char="•"/>
            </a:pPr>
            <a:r>
              <a:rPr lang="en-US" sz="2957" dirty="0" err="1">
                <a:solidFill>
                  <a:srgbClr val="29455B"/>
                </a:solidFill>
                <a:latin typeface="Open Sans"/>
                <a:ea typeface="Open Sans"/>
                <a:cs typeface="Open Sans"/>
                <a:sym typeface="Open Sans"/>
              </a:rPr>
              <a:t>Penundaan</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pengerjaan</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tugas</a:t>
            </a:r>
            <a:endParaRPr lang="en-US" sz="2957" dirty="0">
              <a:solidFill>
                <a:srgbClr val="29455B"/>
              </a:solidFill>
              <a:latin typeface="Open Sans"/>
              <a:ea typeface="Open Sans"/>
              <a:cs typeface="Open Sans"/>
              <a:sym typeface="Open Sans"/>
            </a:endParaRPr>
          </a:p>
          <a:p>
            <a:pPr marL="638512" marR="0" lvl="1" indent="-319256" algn="l" rtl="0">
              <a:lnSpc>
                <a:spcPct val="140006"/>
              </a:lnSpc>
              <a:spcBef>
                <a:spcPts val="0"/>
              </a:spcBef>
              <a:spcAft>
                <a:spcPts val="0"/>
              </a:spcAft>
              <a:buClr>
                <a:srgbClr val="29455B"/>
              </a:buClr>
              <a:buSzPts val="2957"/>
              <a:buFont typeface="Arial"/>
              <a:buChar char="•"/>
            </a:pPr>
            <a:r>
              <a:rPr lang="en-US" sz="2957" dirty="0" err="1">
                <a:solidFill>
                  <a:srgbClr val="29455B"/>
                </a:solidFill>
                <a:latin typeface="Open Sans"/>
                <a:ea typeface="Open Sans"/>
                <a:cs typeface="Open Sans"/>
                <a:sym typeface="Open Sans"/>
              </a:rPr>
              <a:t>Terlihat</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seperti</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tidak</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niat</a:t>
            </a:r>
            <a:r>
              <a:rPr lang="en-US" sz="2957" dirty="0">
                <a:solidFill>
                  <a:srgbClr val="29455B"/>
                </a:solidFill>
                <a:latin typeface="Open Sans"/>
                <a:ea typeface="Open Sans"/>
                <a:cs typeface="Open Sans"/>
                <a:sym typeface="Open Sans"/>
              </a:rPr>
              <a:t> Ketika </a:t>
            </a:r>
            <a:r>
              <a:rPr lang="en-US" sz="2957" dirty="0" err="1">
                <a:solidFill>
                  <a:srgbClr val="29455B"/>
                </a:solidFill>
                <a:latin typeface="Open Sans"/>
                <a:ea typeface="Open Sans"/>
                <a:cs typeface="Open Sans"/>
                <a:sym typeface="Open Sans"/>
              </a:rPr>
              <a:t>mengatur</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barisan</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peserta</a:t>
            </a:r>
            <a:endParaRPr lang="en-US" dirty="0"/>
          </a:p>
          <a:p>
            <a:pPr marL="0" marR="0" lvl="0" indent="0" algn="l" rtl="0">
              <a:lnSpc>
                <a:spcPct val="140006"/>
              </a:lnSpc>
              <a:spcBef>
                <a:spcPts val="0"/>
              </a:spcBef>
              <a:spcAft>
                <a:spcPts val="0"/>
              </a:spcAft>
              <a:buNone/>
            </a:pPr>
            <a:r>
              <a:rPr lang="en-US" sz="2957" b="0" i="0" u="none" strike="noStrike" cap="none" dirty="0">
                <a:solidFill>
                  <a:srgbClr val="29455B"/>
                </a:solidFill>
                <a:latin typeface="Open Sans"/>
                <a:ea typeface="Open Sans"/>
                <a:cs typeface="Open Sans"/>
                <a:sym typeface="Open Sans"/>
              </a:rPr>
              <a:t>Sie PDD</a:t>
            </a:r>
            <a:endParaRPr lang="en-US" dirty="0"/>
          </a:p>
          <a:p>
            <a:pPr marL="638512" marR="0" lvl="1" indent="-319256" algn="l" rtl="0">
              <a:lnSpc>
                <a:spcPct val="140006"/>
              </a:lnSpc>
              <a:spcBef>
                <a:spcPts val="0"/>
              </a:spcBef>
              <a:spcAft>
                <a:spcPts val="0"/>
              </a:spcAft>
              <a:buClr>
                <a:srgbClr val="29455B"/>
              </a:buClr>
              <a:buSzPts val="2957"/>
              <a:buFont typeface="Arial"/>
              <a:buChar char="•"/>
            </a:pPr>
            <a:r>
              <a:rPr lang="en-US" sz="2957" b="0" i="0" u="none" strike="noStrike" cap="none" dirty="0" err="1">
                <a:solidFill>
                  <a:srgbClr val="29455B"/>
                </a:solidFill>
                <a:latin typeface="Open Sans"/>
                <a:ea typeface="Open Sans"/>
                <a:cs typeface="Open Sans"/>
                <a:sym typeface="Open Sans"/>
              </a:rPr>
              <a:t>kurang</a:t>
            </a:r>
            <a:r>
              <a:rPr lang="en-US" sz="2957" b="0" i="0" u="none" strike="noStrike" cap="none" dirty="0">
                <a:solidFill>
                  <a:srgbClr val="29455B"/>
                </a:solidFill>
                <a:latin typeface="Open Sans"/>
                <a:ea typeface="Open Sans"/>
                <a:cs typeface="Open Sans"/>
                <a:sym typeface="Open Sans"/>
              </a:rPr>
              <a:t> </a:t>
            </a:r>
            <a:r>
              <a:rPr lang="en-US" sz="2957" b="0" i="0" u="none" strike="noStrike" cap="none" dirty="0" err="1">
                <a:solidFill>
                  <a:srgbClr val="29455B"/>
                </a:solidFill>
                <a:latin typeface="Open Sans"/>
                <a:ea typeface="Open Sans"/>
                <a:cs typeface="Open Sans"/>
                <a:sym typeface="Open Sans"/>
              </a:rPr>
              <a:t>maksimal</a:t>
            </a:r>
            <a:r>
              <a:rPr lang="en-US" sz="2957" b="0" i="0" u="none" strike="noStrike" cap="none" dirty="0">
                <a:solidFill>
                  <a:srgbClr val="29455B"/>
                </a:solidFill>
                <a:latin typeface="Open Sans"/>
                <a:ea typeface="Open Sans"/>
                <a:cs typeface="Open Sans"/>
                <a:sym typeface="Open Sans"/>
              </a:rPr>
              <a:t> </a:t>
            </a:r>
            <a:r>
              <a:rPr lang="en-US" sz="2957" b="0" i="0" u="none" strike="noStrike" cap="none" dirty="0" err="1">
                <a:solidFill>
                  <a:srgbClr val="29455B"/>
                </a:solidFill>
                <a:latin typeface="Open Sans"/>
                <a:ea typeface="Open Sans"/>
                <a:cs typeface="Open Sans"/>
                <a:sym typeface="Open Sans"/>
              </a:rPr>
              <a:t>dalam</a:t>
            </a:r>
            <a:r>
              <a:rPr lang="en-US" sz="2957" b="0" i="0" u="none" strike="noStrike" cap="none" dirty="0">
                <a:solidFill>
                  <a:srgbClr val="29455B"/>
                </a:solidFill>
                <a:latin typeface="Open Sans"/>
                <a:ea typeface="Open Sans"/>
                <a:cs typeface="Open Sans"/>
                <a:sym typeface="Open Sans"/>
              </a:rPr>
              <a:t> </a:t>
            </a:r>
            <a:r>
              <a:rPr lang="en-US" sz="2957" b="0" i="0" u="none" strike="noStrike" cap="none" dirty="0" err="1">
                <a:solidFill>
                  <a:srgbClr val="29455B"/>
                </a:solidFill>
                <a:latin typeface="Open Sans"/>
                <a:ea typeface="Open Sans"/>
                <a:cs typeface="Open Sans"/>
                <a:sym typeface="Open Sans"/>
              </a:rPr>
              <a:t>pembagian</a:t>
            </a:r>
            <a:r>
              <a:rPr lang="en-US" sz="2957" b="0" i="0" u="none" strike="noStrike" cap="none" dirty="0">
                <a:solidFill>
                  <a:srgbClr val="29455B"/>
                </a:solidFill>
                <a:latin typeface="Open Sans"/>
                <a:ea typeface="Open Sans"/>
                <a:cs typeface="Open Sans"/>
                <a:sym typeface="Open Sans"/>
              </a:rPr>
              <a:t> </a:t>
            </a:r>
            <a:r>
              <a:rPr lang="en-US" sz="2957" b="0" i="0" u="none" strike="noStrike" cap="none" dirty="0" err="1">
                <a:solidFill>
                  <a:srgbClr val="29455B"/>
                </a:solidFill>
                <a:latin typeface="Open Sans"/>
                <a:ea typeface="Open Sans"/>
                <a:cs typeface="Open Sans"/>
                <a:sym typeface="Open Sans"/>
              </a:rPr>
              <a:t>jobdesk</a:t>
            </a:r>
            <a:endParaRPr lang="en-US" sz="2957" b="0" i="0" u="none" strike="noStrike" cap="none" dirty="0">
              <a:solidFill>
                <a:srgbClr val="29455B"/>
              </a:solidFill>
              <a:latin typeface="Open Sans"/>
              <a:ea typeface="Open Sans"/>
              <a:cs typeface="Open Sans"/>
              <a:sym typeface="Open Sans"/>
            </a:endParaRPr>
          </a:p>
          <a:p>
            <a:pPr marL="638512" marR="0" lvl="1" indent="-319256" algn="l" rtl="0">
              <a:lnSpc>
                <a:spcPct val="140006"/>
              </a:lnSpc>
              <a:spcBef>
                <a:spcPts val="0"/>
              </a:spcBef>
              <a:spcAft>
                <a:spcPts val="0"/>
              </a:spcAft>
              <a:buClr>
                <a:srgbClr val="29455B"/>
              </a:buClr>
              <a:buSzPts val="2957"/>
              <a:buFont typeface="Arial"/>
              <a:buChar char="•"/>
            </a:pPr>
            <a:r>
              <a:rPr lang="en-US" sz="2957" dirty="0">
                <a:solidFill>
                  <a:srgbClr val="29455B"/>
                </a:solidFill>
                <a:latin typeface="Open Sans"/>
                <a:ea typeface="Open Sans"/>
                <a:cs typeface="Open Sans"/>
                <a:sym typeface="Open Sans"/>
              </a:rPr>
              <a:t>Kurang </a:t>
            </a:r>
            <a:r>
              <a:rPr lang="en-US" sz="2957" dirty="0" err="1">
                <a:solidFill>
                  <a:srgbClr val="29455B"/>
                </a:solidFill>
                <a:latin typeface="Open Sans"/>
                <a:ea typeface="Open Sans"/>
                <a:cs typeface="Open Sans"/>
                <a:sym typeface="Open Sans"/>
              </a:rPr>
              <a:t>teliti</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terlalu</a:t>
            </a:r>
            <a:r>
              <a:rPr lang="en-US" sz="2957" dirty="0">
                <a:solidFill>
                  <a:srgbClr val="29455B"/>
                </a:solidFill>
                <a:latin typeface="Open Sans"/>
                <a:ea typeface="Open Sans"/>
                <a:cs typeface="Open Sans"/>
                <a:sym typeface="Open Sans"/>
              </a:rPr>
              <a:t> focus pada 1 orang </a:t>
            </a:r>
            <a:r>
              <a:rPr lang="en-US" sz="2957" dirty="0" err="1">
                <a:solidFill>
                  <a:srgbClr val="29455B"/>
                </a:solidFill>
                <a:latin typeface="Open Sans"/>
                <a:ea typeface="Open Sans"/>
                <a:cs typeface="Open Sans"/>
                <a:sym typeface="Open Sans"/>
              </a:rPr>
              <a:t>untuk</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desain</a:t>
            </a:r>
            <a:endParaRPr lang="en-US" sz="2957" dirty="0">
              <a:solidFill>
                <a:srgbClr val="29455B"/>
              </a:solidFill>
              <a:latin typeface="Open Sans"/>
              <a:ea typeface="Open Sans"/>
              <a:cs typeface="Open Sans"/>
              <a:sym typeface="Open Sans"/>
            </a:endParaRPr>
          </a:p>
          <a:p>
            <a:pPr marL="638512" marR="0" lvl="1" indent="-319256" algn="l" rtl="0">
              <a:lnSpc>
                <a:spcPct val="140006"/>
              </a:lnSpc>
              <a:spcBef>
                <a:spcPts val="0"/>
              </a:spcBef>
              <a:spcAft>
                <a:spcPts val="0"/>
              </a:spcAft>
              <a:buClr>
                <a:srgbClr val="29455B"/>
              </a:buClr>
              <a:buSzPts val="2957"/>
              <a:buFont typeface="Arial"/>
              <a:buChar char="•"/>
            </a:pPr>
            <a:r>
              <a:rPr lang="en-US" sz="2957" dirty="0">
                <a:solidFill>
                  <a:srgbClr val="29455B"/>
                </a:solidFill>
                <a:latin typeface="Open Sans"/>
                <a:ea typeface="Open Sans"/>
                <a:cs typeface="Open Sans"/>
                <a:sym typeface="Open Sans"/>
              </a:rPr>
              <a:t>Ide content </a:t>
            </a:r>
            <a:r>
              <a:rPr lang="en-US" sz="2957" dirty="0" err="1">
                <a:solidFill>
                  <a:srgbClr val="29455B"/>
                </a:solidFill>
                <a:latin typeface="Open Sans"/>
                <a:ea typeface="Open Sans"/>
                <a:cs typeface="Open Sans"/>
                <a:sym typeface="Open Sans"/>
              </a:rPr>
              <a:t>mendadak</a:t>
            </a:r>
            <a:endParaRPr dirty="0"/>
          </a:p>
          <a:p>
            <a:pPr marL="0" marR="0" lvl="0" indent="0" algn="l" rtl="0">
              <a:lnSpc>
                <a:spcPct val="140006"/>
              </a:lnSpc>
              <a:spcBef>
                <a:spcPts val="0"/>
              </a:spcBef>
              <a:spcAft>
                <a:spcPts val="0"/>
              </a:spcAft>
              <a:buNone/>
            </a:pPr>
            <a:endParaRPr dirty="0"/>
          </a:p>
        </p:txBody>
      </p:sp>
      <p:cxnSp>
        <p:nvCxnSpPr>
          <p:cNvPr id="501" name="Google Shape;501;p16"/>
          <p:cNvCxnSpPr/>
          <p:nvPr/>
        </p:nvCxnSpPr>
        <p:spPr>
          <a:xfrm>
            <a:off x="354136" y="2837788"/>
            <a:ext cx="4424255" cy="0"/>
          </a:xfrm>
          <a:prstGeom prst="straightConnector1">
            <a:avLst/>
          </a:prstGeom>
          <a:noFill/>
          <a:ln w="38100" cap="rnd" cmpd="sng">
            <a:solidFill>
              <a:srgbClr val="EF8126"/>
            </a:solidFill>
            <a:prstDash val="solid"/>
            <a:round/>
            <a:headEnd type="none" w="sm" len="sm"/>
            <a:tailEnd type="none" w="sm" len="sm"/>
          </a:ln>
        </p:spPr>
      </p:cxnSp>
      <p:sp>
        <p:nvSpPr>
          <p:cNvPr id="502" name="Google Shape;502;p16"/>
          <p:cNvSpPr/>
          <p:nvPr/>
        </p:nvSpPr>
        <p:spPr>
          <a:xfrm>
            <a:off x="13302173" y="-984116"/>
            <a:ext cx="3139599" cy="3116766"/>
          </a:xfrm>
          <a:custGeom>
            <a:avLst/>
            <a:gdLst/>
            <a:ahLst/>
            <a:cxnLst/>
            <a:rect l="l" t="t" r="r" b="b"/>
            <a:pathLst>
              <a:path w="3139599" h="3116766" extrusionOk="0">
                <a:moveTo>
                  <a:pt x="0" y="0"/>
                </a:moveTo>
                <a:lnTo>
                  <a:pt x="3139599" y="0"/>
                </a:lnTo>
                <a:lnTo>
                  <a:pt x="3139599" y="3116766"/>
                </a:lnTo>
                <a:lnTo>
                  <a:pt x="0" y="3116766"/>
                </a:lnTo>
                <a:lnTo>
                  <a:pt x="0" y="0"/>
                </a:lnTo>
                <a:close/>
              </a:path>
            </a:pathLst>
          </a:custGeom>
          <a:blipFill rotWithShape="1">
            <a:blip r:embed="rId5">
              <a:alphaModFix/>
            </a:blip>
            <a:stretch>
              <a:fillRect/>
            </a:stretch>
          </a:blipFill>
          <a:ln>
            <a:noFill/>
          </a:ln>
        </p:spPr>
      </p:sp>
      <p:cxnSp>
        <p:nvCxnSpPr>
          <p:cNvPr id="503" name="Google Shape;503;p16"/>
          <p:cNvCxnSpPr/>
          <p:nvPr/>
        </p:nvCxnSpPr>
        <p:spPr>
          <a:xfrm>
            <a:off x="354136" y="2923513"/>
            <a:ext cx="4424255" cy="0"/>
          </a:xfrm>
          <a:prstGeom prst="straightConnector1">
            <a:avLst/>
          </a:prstGeom>
          <a:noFill/>
          <a:ln w="38100" cap="rnd" cmpd="sng">
            <a:solidFill>
              <a:srgbClr val="EF8126"/>
            </a:solidFill>
            <a:prstDash val="solid"/>
            <a:round/>
            <a:headEnd type="none" w="sm" len="sm"/>
            <a:tailEnd type="none" w="sm" len="sm"/>
          </a:ln>
        </p:spPr>
      </p:cxnSp>
    </p:spTree>
    <p:extLst>
      <p:ext uri="{BB962C8B-B14F-4D97-AF65-F5344CB8AC3E}">
        <p14:creationId xmlns:p14="http://schemas.microsoft.com/office/powerpoint/2010/main" val="33061090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92"/>
        <p:cNvGrpSpPr/>
        <p:nvPr/>
      </p:nvGrpSpPr>
      <p:grpSpPr>
        <a:xfrm>
          <a:off x="0" y="0"/>
          <a:ext cx="0" cy="0"/>
          <a:chOff x="0" y="0"/>
          <a:chExt cx="0" cy="0"/>
        </a:xfrm>
      </p:grpSpPr>
      <p:sp>
        <p:nvSpPr>
          <p:cNvPr id="493" name="Google Shape;493;p16"/>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16609" b="-16608"/>
            </a:stretch>
          </a:blipFill>
          <a:ln>
            <a:noFill/>
          </a:ln>
        </p:spPr>
      </p:sp>
      <p:sp>
        <p:nvSpPr>
          <p:cNvPr id="494" name="Google Shape;494;p16"/>
          <p:cNvSpPr txBox="1"/>
          <p:nvPr/>
        </p:nvSpPr>
        <p:spPr>
          <a:xfrm>
            <a:off x="354136" y="726667"/>
            <a:ext cx="7659255" cy="1201802"/>
          </a:xfrm>
          <a:prstGeom prst="rect">
            <a:avLst/>
          </a:prstGeom>
          <a:noFill/>
          <a:ln>
            <a:noFill/>
          </a:ln>
        </p:spPr>
        <p:txBody>
          <a:bodyPr spcFirstLastPara="1" wrap="square" lIns="0" tIns="0" rIns="0" bIns="0" anchor="t" anchorCtr="0">
            <a:spAutoFit/>
          </a:bodyPr>
          <a:lstStyle/>
          <a:p>
            <a:pPr marL="0" marR="0" lvl="0" indent="0" algn="l" rtl="0">
              <a:lnSpc>
                <a:spcPct val="103000"/>
              </a:lnSpc>
              <a:spcBef>
                <a:spcPts val="0"/>
              </a:spcBef>
              <a:spcAft>
                <a:spcPts val="0"/>
              </a:spcAft>
              <a:buNone/>
            </a:pPr>
            <a:r>
              <a:rPr lang="en-US" sz="8900" b="1" i="0" u="none" strike="noStrike" cap="none">
                <a:solidFill>
                  <a:srgbClr val="29455B"/>
                </a:solidFill>
                <a:latin typeface="Arial"/>
                <a:ea typeface="Arial"/>
                <a:cs typeface="Arial"/>
                <a:sym typeface="Arial"/>
              </a:rPr>
              <a:t>LKMM-D</a:t>
            </a:r>
            <a:endParaRPr/>
          </a:p>
        </p:txBody>
      </p:sp>
      <p:grpSp>
        <p:nvGrpSpPr>
          <p:cNvPr id="495" name="Google Shape;495;p16"/>
          <p:cNvGrpSpPr/>
          <p:nvPr/>
        </p:nvGrpSpPr>
        <p:grpSpPr>
          <a:xfrm>
            <a:off x="0" y="-73983"/>
            <a:ext cx="9144000" cy="648250"/>
            <a:chOff x="0" y="-38100"/>
            <a:chExt cx="3513414" cy="249078"/>
          </a:xfrm>
        </p:grpSpPr>
        <p:sp>
          <p:nvSpPr>
            <p:cNvPr id="496" name="Google Shape;496;p16"/>
            <p:cNvSpPr/>
            <p:nvPr/>
          </p:nvSpPr>
          <p:spPr>
            <a:xfrm>
              <a:off x="0" y="0"/>
              <a:ext cx="3513414" cy="210978"/>
            </a:xfrm>
            <a:custGeom>
              <a:avLst/>
              <a:gdLst/>
              <a:ahLst/>
              <a:cxnLst/>
              <a:rect l="l" t="t" r="r" b="b"/>
              <a:pathLst>
                <a:path w="3513414" h="210978" extrusionOk="0">
                  <a:moveTo>
                    <a:pt x="0" y="0"/>
                  </a:moveTo>
                  <a:lnTo>
                    <a:pt x="3513414" y="0"/>
                  </a:lnTo>
                  <a:lnTo>
                    <a:pt x="3513414" y="210978"/>
                  </a:lnTo>
                  <a:lnTo>
                    <a:pt x="0" y="210978"/>
                  </a:lnTo>
                  <a:close/>
                </a:path>
              </a:pathLst>
            </a:custGeom>
            <a:solidFill>
              <a:srgbClr val="FCB50F"/>
            </a:solidFill>
            <a:ln>
              <a:noFill/>
            </a:ln>
          </p:spPr>
        </p:sp>
        <p:sp>
          <p:nvSpPr>
            <p:cNvPr id="497" name="Google Shape;497;p16"/>
            <p:cNvSpPr txBox="1"/>
            <p:nvPr/>
          </p:nvSpPr>
          <p:spPr>
            <a:xfrm>
              <a:off x="0" y="-38100"/>
              <a:ext cx="3513414" cy="249078"/>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498" name="Google Shape;498;p16"/>
          <p:cNvSpPr txBox="1"/>
          <p:nvPr/>
        </p:nvSpPr>
        <p:spPr>
          <a:xfrm>
            <a:off x="354136" y="2023718"/>
            <a:ext cx="7659255" cy="737870"/>
          </a:xfrm>
          <a:prstGeom prst="rect">
            <a:avLst/>
          </a:prstGeom>
          <a:noFill/>
          <a:ln>
            <a:noFill/>
          </a:ln>
        </p:spPr>
        <p:txBody>
          <a:bodyPr spcFirstLastPara="1" wrap="square" lIns="0" tIns="0" rIns="0" bIns="0" anchor="t" anchorCtr="0">
            <a:spAutoFit/>
          </a:bodyPr>
          <a:lstStyle/>
          <a:p>
            <a:pPr marL="0" marR="0" lvl="0" indent="0" algn="l" rtl="0">
              <a:lnSpc>
                <a:spcPct val="103000"/>
              </a:lnSpc>
              <a:spcBef>
                <a:spcPts val="0"/>
              </a:spcBef>
              <a:spcAft>
                <a:spcPts val="0"/>
              </a:spcAft>
              <a:buNone/>
            </a:pPr>
            <a:r>
              <a:rPr lang="en-US" sz="5499" b="1" i="0" u="none" strike="noStrike" cap="none">
                <a:solidFill>
                  <a:srgbClr val="29455B"/>
                </a:solidFill>
                <a:latin typeface="Arial"/>
                <a:ea typeface="Arial"/>
                <a:cs typeface="Arial"/>
                <a:sym typeface="Arial"/>
              </a:rPr>
              <a:t>EVALUASI</a:t>
            </a:r>
            <a:endParaRPr/>
          </a:p>
        </p:txBody>
      </p:sp>
      <p:sp>
        <p:nvSpPr>
          <p:cNvPr id="499" name="Google Shape;499;p16"/>
          <p:cNvSpPr/>
          <p:nvPr/>
        </p:nvSpPr>
        <p:spPr>
          <a:xfrm rot="10800000" flipH="1">
            <a:off x="15098176" y="25176"/>
            <a:ext cx="3189824" cy="3267046"/>
          </a:xfrm>
          <a:custGeom>
            <a:avLst/>
            <a:gdLst/>
            <a:ahLst/>
            <a:cxnLst/>
            <a:rect l="l" t="t" r="r" b="b"/>
            <a:pathLst>
              <a:path w="3189824" h="3267046" extrusionOk="0">
                <a:moveTo>
                  <a:pt x="0" y="3267045"/>
                </a:moveTo>
                <a:lnTo>
                  <a:pt x="3189824" y="3267045"/>
                </a:lnTo>
                <a:lnTo>
                  <a:pt x="3189824" y="0"/>
                </a:lnTo>
                <a:lnTo>
                  <a:pt x="0" y="0"/>
                </a:lnTo>
                <a:lnTo>
                  <a:pt x="0" y="3267045"/>
                </a:lnTo>
                <a:close/>
              </a:path>
            </a:pathLst>
          </a:custGeom>
          <a:blipFill rotWithShape="1">
            <a:blip r:embed="rId4">
              <a:alphaModFix/>
            </a:blip>
            <a:stretch>
              <a:fillRect/>
            </a:stretch>
          </a:blipFill>
          <a:ln>
            <a:noFill/>
          </a:ln>
        </p:spPr>
      </p:sp>
      <p:sp>
        <p:nvSpPr>
          <p:cNvPr id="500" name="Google Shape;500;p16"/>
          <p:cNvSpPr txBox="1"/>
          <p:nvPr/>
        </p:nvSpPr>
        <p:spPr>
          <a:xfrm>
            <a:off x="468195" y="3244596"/>
            <a:ext cx="18288000" cy="5700022"/>
          </a:xfrm>
          <a:prstGeom prst="rect">
            <a:avLst/>
          </a:prstGeom>
          <a:noFill/>
          <a:ln>
            <a:noFill/>
          </a:ln>
        </p:spPr>
        <p:txBody>
          <a:bodyPr spcFirstLastPara="1" wrap="square" lIns="0" tIns="0" rIns="0" bIns="0" anchor="t" anchorCtr="0">
            <a:spAutoFit/>
          </a:bodyPr>
          <a:lstStyle/>
          <a:p>
            <a:pPr marL="0" marR="0" lvl="0" indent="0" algn="l" rtl="0">
              <a:lnSpc>
                <a:spcPct val="140006"/>
              </a:lnSpc>
              <a:spcBef>
                <a:spcPts val="0"/>
              </a:spcBef>
              <a:spcAft>
                <a:spcPts val="0"/>
              </a:spcAft>
              <a:buNone/>
            </a:pPr>
            <a:r>
              <a:rPr lang="en-US" sz="2957" b="0" i="0" u="none" strike="noStrike" cap="none" dirty="0">
                <a:solidFill>
                  <a:srgbClr val="29455B"/>
                </a:solidFill>
                <a:latin typeface="Open Sans"/>
                <a:ea typeface="Open Sans"/>
                <a:cs typeface="Open Sans"/>
                <a:sym typeface="Open Sans"/>
              </a:rPr>
              <a:t>Sie </a:t>
            </a:r>
            <a:r>
              <a:rPr lang="en-US" sz="2957" b="0" i="0" u="none" strike="noStrike" cap="none" dirty="0" err="1">
                <a:solidFill>
                  <a:srgbClr val="29455B"/>
                </a:solidFill>
                <a:latin typeface="Open Sans"/>
                <a:ea typeface="Open Sans"/>
                <a:cs typeface="Open Sans"/>
                <a:sym typeface="Open Sans"/>
              </a:rPr>
              <a:t>Konsumsi</a:t>
            </a:r>
            <a:r>
              <a:rPr lang="en-US" sz="2957" b="0" i="0" u="none" strike="noStrike" cap="none" dirty="0">
                <a:solidFill>
                  <a:srgbClr val="29455B"/>
                </a:solidFill>
                <a:latin typeface="Open Sans"/>
                <a:ea typeface="Open Sans"/>
                <a:cs typeface="Open Sans"/>
                <a:sym typeface="Open Sans"/>
              </a:rPr>
              <a:t>  :</a:t>
            </a:r>
            <a:endParaRPr dirty="0"/>
          </a:p>
          <a:p>
            <a:pPr marL="638512" marR="0" lvl="1" indent="-319256" algn="l" rtl="0">
              <a:lnSpc>
                <a:spcPct val="140006"/>
              </a:lnSpc>
              <a:spcBef>
                <a:spcPts val="0"/>
              </a:spcBef>
              <a:spcAft>
                <a:spcPts val="0"/>
              </a:spcAft>
              <a:buClr>
                <a:srgbClr val="29455B"/>
              </a:buClr>
              <a:buSzPts val="2957"/>
              <a:buFont typeface="Arial"/>
              <a:buChar char="•"/>
            </a:pPr>
            <a:r>
              <a:rPr lang="en-US" sz="2957" dirty="0">
                <a:solidFill>
                  <a:srgbClr val="29455B"/>
                </a:solidFill>
                <a:latin typeface="Open Sans"/>
                <a:ea typeface="Open Sans"/>
                <a:cs typeface="Open Sans"/>
                <a:sym typeface="Open Sans"/>
              </a:rPr>
              <a:t>Aman </a:t>
            </a:r>
            <a:endParaRPr lang="en-US" dirty="0"/>
          </a:p>
          <a:p>
            <a:pPr marL="0" marR="0" lvl="0" indent="0" algn="l" rtl="0">
              <a:lnSpc>
                <a:spcPct val="140006"/>
              </a:lnSpc>
              <a:spcBef>
                <a:spcPts val="0"/>
              </a:spcBef>
              <a:spcAft>
                <a:spcPts val="0"/>
              </a:spcAft>
              <a:buNone/>
            </a:pPr>
            <a:r>
              <a:rPr lang="en-US" sz="2957" b="0" i="0" u="none" strike="noStrike" cap="none" dirty="0">
                <a:solidFill>
                  <a:srgbClr val="29455B"/>
                </a:solidFill>
                <a:latin typeface="Open Sans"/>
                <a:ea typeface="Open Sans"/>
                <a:cs typeface="Open Sans"/>
                <a:sym typeface="Open Sans"/>
              </a:rPr>
              <a:t>Sie Humas :</a:t>
            </a:r>
            <a:endParaRPr lang="en-US" dirty="0"/>
          </a:p>
          <a:p>
            <a:pPr marL="638512" marR="0" lvl="1" indent="-319256" algn="l" rtl="0">
              <a:lnSpc>
                <a:spcPct val="140006"/>
              </a:lnSpc>
              <a:spcBef>
                <a:spcPts val="0"/>
              </a:spcBef>
              <a:spcAft>
                <a:spcPts val="0"/>
              </a:spcAft>
              <a:buClr>
                <a:srgbClr val="29455B"/>
              </a:buClr>
              <a:buSzPts val="2957"/>
              <a:buFont typeface="Arial"/>
              <a:buChar char="•"/>
            </a:pPr>
            <a:r>
              <a:rPr lang="en-US" sz="2957" dirty="0">
                <a:solidFill>
                  <a:srgbClr val="29455B"/>
                </a:solidFill>
                <a:latin typeface="Open Sans"/>
                <a:ea typeface="Open Sans"/>
                <a:cs typeface="Open Sans"/>
                <a:sym typeface="Open Sans"/>
              </a:rPr>
              <a:t>Aman </a:t>
            </a:r>
          </a:p>
          <a:p>
            <a:pPr marL="0" marR="0" lvl="0" indent="0" algn="l" rtl="0">
              <a:lnSpc>
                <a:spcPct val="140006"/>
              </a:lnSpc>
              <a:spcBef>
                <a:spcPts val="0"/>
              </a:spcBef>
              <a:spcAft>
                <a:spcPts val="0"/>
              </a:spcAft>
              <a:buNone/>
            </a:pPr>
            <a:r>
              <a:rPr lang="en-US" sz="2957" b="0" i="0" u="none" strike="noStrike" cap="none" dirty="0">
                <a:solidFill>
                  <a:srgbClr val="29455B"/>
                </a:solidFill>
                <a:latin typeface="Open Sans"/>
                <a:ea typeface="Open Sans"/>
                <a:cs typeface="Open Sans"/>
                <a:sym typeface="Open Sans"/>
              </a:rPr>
              <a:t>Dewan </a:t>
            </a:r>
            <a:r>
              <a:rPr lang="en-US" sz="2957" b="0" i="0" u="none" strike="noStrike" cap="none" dirty="0" err="1">
                <a:solidFill>
                  <a:srgbClr val="29455B"/>
                </a:solidFill>
                <a:latin typeface="Open Sans"/>
                <a:ea typeface="Open Sans"/>
                <a:cs typeface="Open Sans"/>
                <a:sym typeface="Open Sans"/>
              </a:rPr>
              <a:t>Pendamping</a:t>
            </a:r>
            <a:r>
              <a:rPr lang="en-US" sz="2957" b="0" i="0" u="none" strike="noStrike" cap="none" dirty="0">
                <a:solidFill>
                  <a:srgbClr val="29455B"/>
                </a:solidFill>
                <a:latin typeface="Open Sans"/>
                <a:ea typeface="Open Sans"/>
                <a:cs typeface="Open Sans"/>
                <a:sym typeface="Open Sans"/>
              </a:rPr>
              <a:t> :</a:t>
            </a:r>
            <a:endParaRPr lang="en-US" dirty="0"/>
          </a:p>
          <a:p>
            <a:pPr marL="638512" marR="0" lvl="1" indent="-319256" algn="l" rtl="0">
              <a:lnSpc>
                <a:spcPct val="140006"/>
              </a:lnSpc>
              <a:spcBef>
                <a:spcPts val="0"/>
              </a:spcBef>
              <a:spcAft>
                <a:spcPts val="0"/>
              </a:spcAft>
              <a:buClr>
                <a:srgbClr val="29455B"/>
              </a:buClr>
              <a:buSzPts val="2957"/>
              <a:buFont typeface="Arial"/>
              <a:buChar char="•"/>
            </a:pPr>
            <a:r>
              <a:rPr lang="en-US" sz="2957" dirty="0" err="1">
                <a:solidFill>
                  <a:srgbClr val="29455B"/>
                </a:solidFill>
                <a:latin typeface="Open Sans"/>
                <a:ea typeface="Open Sans"/>
                <a:cs typeface="Open Sans"/>
                <a:sym typeface="Open Sans"/>
              </a:rPr>
              <a:t>Terlalu</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mendiamkan</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peserta</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sehingga</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peserta</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banyak</a:t>
            </a:r>
            <a:r>
              <a:rPr lang="en-US" sz="2957" dirty="0">
                <a:solidFill>
                  <a:srgbClr val="29455B"/>
                </a:solidFill>
                <a:latin typeface="Open Sans"/>
                <a:ea typeface="Open Sans"/>
                <a:cs typeface="Open Sans"/>
                <a:sym typeface="Open Sans"/>
              </a:rPr>
              <a:t> yang </a:t>
            </a:r>
            <a:r>
              <a:rPr lang="en-US" sz="2957" dirty="0" err="1">
                <a:solidFill>
                  <a:srgbClr val="29455B"/>
                </a:solidFill>
                <a:latin typeface="Open Sans"/>
                <a:ea typeface="Open Sans"/>
                <a:cs typeface="Open Sans"/>
                <a:sym typeface="Open Sans"/>
              </a:rPr>
              <a:t>bingung</a:t>
            </a:r>
            <a:endParaRPr lang="en-US" sz="2957" dirty="0">
              <a:solidFill>
                <a:srgbClr val="29455B"/>
              </a:solidFill>
              <a:latin typeface="Open Sans"/>
              <a:ea typeface="Open Sans"/>
              <a:cs typeface="Open Sans"/>
              <a:sym typeface="Open Sans"/>
            </a:endParaRPr>
          </a:p>
          <a:p>
            <a:pPr marL="638512" marR="0" lvl="1" indent="-319256" algn="l" rtl="0">
              <a:lnSpc>
                <a:spcPct val="140006"/>
              </a:lnSpc>
              <a:spcBef>
                <a:spcPts val="0"/>
              </a:spcBef>
              <a:spcAft>
                <a:spcPts val="0"/>
              </a:spcAft>
              <a:buClr>
                <a:srgbClr val="29455B"/>
              </a:buClr>
              <a:buSzPts val="2957"/>
              <a:buFont typeface="Arial"/>
              <a:buChar char="•"/>
            </a:pPr>
            <a:r>
              <a:rPr lang="en-US" sz="2957" dirty="0" err="1">
                <a:solidFill>
                  <a:srgbClr val="29455B"/>
                </a:solidFill>
                <a:latin typeface="Open Sans"/>
                <a:ea typeface="Open Sans"/>
                <a:cs typeface="Open Sans"/>
                <a:sym typeface="Open Sans"/>
              </a:rPr>
              <a:t>Sering</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tidak</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muncul</a:t>
            </a:r>
            <a:r>
              <a:rPr lang="en-US" sz="2957" dirty="0">
                <a:solidFill>
                  <a:srgbClr val="29455B"/>
                </a:solidFill>
                <a:latin typeface="Open Sans"/>
                <a:ea typeface="Open Sans"/>
                <a:cs typeface="Open Sans"/>
                <a:sym typeface="Open Sans"/>
              </a:rPr>
              <a:t> di </a:t>
            </a:r>
            <a:r>
              <a:rPr lang="en-US" sz="2957" dirty="0" err="1">
                <a:solidFill>
                  <a:srgbClr val="29455B"/>
                </a:solidFill>
                <a:latin typeface="Open Sans"/>
                <a:ea typeface="Open Sans"/>
                <a:cs typeface="Open Sans"/>
                <a:sym typeface="Open Sans"/>
              </a:rPr>
              <a:t>grup</a:t>
            </a:r>
            <a:endParaRPr lang="en-US" sz="2957" dirty="0">
              <a:solidFill>
                <a:srgbClr val="29455B"/>
              </a:solidFill>
              <a:latin typeface="Open Sans"/>
              <a:ea typeface="Open Sans"/>
              <a:cs typeface="Open Sans"/>
              <a:sym typeface="Open Sans"/>
            </a:endParaRPr>
          </a:p>
          <a:p>
            <a:pPr marL="638512" marR="0" lvl="1" indent="-319256" algn="l" rtl="0">
              <a:lnSpc>
                <a:spcPct val="140006"/>
              </a:lnSpc>
              <a:spcBef>
                <a:spcPts val="0"/>
              </a:spcBef>
              <a:spcAft>
                <a:spcPts val="0"/>
              </a:spcAft>
              <a:buClr>
                <a:srgbClr val="29455B"/>
              </a:buClr>
              <a:buSzPts val="2957"/>
              <a:buFont typeface="Arial"/>
              <a:buChar char="•"/>
            </a:pPr>
            <a:r>
              <a:rPr lang="en-US" sz="2957" dirty="0">
                <a:solidFill>
                  <a:srgbClr val="29455B"/>
                </a:solidFill>
                <a:latin typeface="Open Sans"/>
                <a:ea typeface="Open Sans"/>
                <a:cs typeface="Open Sans"/>
                <a:sym typeface="Open Sans"/>
              </a:rPr>
              <a:t>Kurang </a:t>
            </a:r>
            <a:r>
              <a:rPr lang="en-US" sz="2957" dirty="0" err="1">
                <a:solidFill>
                  <a:srgbClr val="29455B"/>
                </a:solidFill>
                <a:latin typeface="Open Sans"/>
                <a:ea typeface="Open Sans"/>
                <a:cs typeface="Open Sans"/>
                <a:sym typeface="Open Sans"/>
              </a:rPr>
              <a:t>mengakrabkan</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diri</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dengan</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peserta</a:t>
            </a:r>
            <a:endParaRPr lang="en-US" dirty="0"/>
          </a:p>
          <a:p>
            <a:pPr marL="319256" marR="0" lvl="1" algn="l" rtl="0">
              <a:lnSpc>
                <a:spcPct val="140006"/>
              </a:lnSpc>
              <a:spcBef>
                <a:spcPts val="0"/>
              </a:spcBef>
              <a:spcAft>
                <a:spcPts val="0"/>
              </a:spcAft>
              <a:buClr>
                <a:srgbClr val="29455B"/>
              </a:buClr>
              <a:buSzPts val="2957"/>
            </a:pPr>
            <a:endParaRPr dirty="0"/>
          </a:p>
          <a:p>
            <a:pPr marL="0" marR="0" lvl="0" indent="0" algn="l" rtl="0">
              <a:lnSpc>
                <a:spcPct val="140006"/>
              </a:lnSpc>
              <a:spcBef>
                <a:spcPts val="0"/>
              </a:spcBef>
              <a:spcAft>
                <a:spcPts val="0"/>
              </a:spcAft>
              <a:buNone/>
            </a:pPr>
            <a:endParaRPr dirty="0"/>
          </a:p>
        </p:txBody>
      </p:sp>
      <p:cxnSp>
        <p:nvCxnSpPr>
          <p:cNvPr id="501" name="Google Shape;501;p16"/>
          <p:cNvCxnSpPr/>
          <p:nvPr/>
        </p:nvCxnSpPr>
        <p:spPr>
          <a:xfrm>
            <a:off x="354136" y="2837788"/>
            <a:ext cx="4424255" cy="0"/>
          </a:xfrm>
          <a:prstGeom prst="straightConnector1">
            <a:avLst/>
          </a:prstGeom>
          <a:noFill/>
          <a:ln w="38100" cap="rnd" cmpd="sng">
            <a:solidFill>
              <a:srgbClr val="EF8126"/>
            </a:solidFill>
            <a:prstDash val="solid"/>
            <a:round/>
            <a:headEnd type="none" w="sm" len="sm"/>
            <a:tailEnd type="none" w="sm" len="sm"/>
          </a:ln>
        </p:spPr>
      </p:cxnSp>
      <p:sp>
        <p:nvSpPr>
          <p:cNvPr id="502" name="Google Shape;502;p16"/>
          <p:cNvSpPr/>
          <p:nvPr/>
        </p:nvSpPr>
        <p:spPr>
          <a:xfrm>
            <a:off x="13302173" y="-984116"/>
            <a:ext cx="3139599" cy="3116766"/>
          </a:xfrm>
          <a:custGeom>
            <a:avLst/>
            <a:gdLst/>
            <a:ahLst/>
            <a:cxnLst/>
            <a:rect l="l" t="t" r="r" b="b"/>
            <a:pathLst>
              <a:path w="3139599" h="3116766" extrusionOk="0">
                <a:moveTo>
                  <a:pt x="0" y="0"/>
                </a:moveTo>
                <a:lnTo>
                  <a:pt x="3139599" y="0"/>
                </a:lnTo>
                <a:lnTo>
                  <a:pt x="3139599" y="3116766"/>
                </a:lnTo>
                <a:lnTo>
                  <a:pt x="0" y="3116766"/>
                </a:lnTo>
                <a:lnTo>
                  <a:pt x="0" y="0"/>
                </a:lnTo>
                <a:close/>
              </a:path>
            </a:pathLst>
          </a:custGeom>
          <a:blipFill rotWithShape="1">
            <a:blip r:embed="rId5">
              <a:alphaModFix/>
            </a:blip>
            <a:stretch>
              <a:fillRect/>
            </a:stretch>
          </a:blipFill>
          <a:ln>
            <a:noFill/>
          </a:ln>
        </p:spPr>
      </p:sp>
      <p:cxnSp>
        <p:nvCxnSpPr>
          <p:cNvPr id="503" name="Google Shape;503;p16"/>
          <p:cNvCxnSpPr/>
          <p:nvPr/>
        </p:nvCxnSpPr>
        <p:spPr>
          <a:xfrm>
            <a:off x="354136" y="2923513"/>
            <a:ext cx="4424255" cy="0"/>
          </a:xfrm>
          <a:prstGeom prst="straightConnector1">
            <a:avLst/>
          </a:prstGeom>
          <a:noFill/>
          <a:ln w="38100" cap="rnd" cmpd="sng">
            <a:solidFill>
              <a:srgbClr val="EF8126"/>
            </a:solidFill>
            <a:prstDash val="solid"/>
            <a:round/>
            <a:headEnd type="none" w="sm" len="sm"/>
            <a:tailEnd type="none" w="sm" len="sm"/>
          </a:ln>
        </p:spPr>
      </p:cxnSp>
    </p:spTree>
    <p:extLst>
      <p:ext uri="{BB962C8B-B14F-4D97-AF65-F5344CB8AC3E}">
        <p14:creationId xmlns:p14="http://schemas.microsoft.com/office/powerpoint/2010/main" val="28013563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92"/>
        <p:cNvGrpSpPr/>
        <p:nvPr/>
      </p:nvGrpSpPr>
      <p:grpSpPr>
        <a:xfrm>
          <a:off x="0" y="0"/>
          <a:ext cx="0" cy="0"/>
          <a:chOff x="0" y="0"/>
          <a:chExt cx="0" cy="0"/>
        </a:xfrm>
      </p:grpSpPr>
      <p:sp>
        <p:nvSpPr>
          <p:cNvPr id="493" name="Google Shape;493;p16"/>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16609" b="-16608"/>
            </a:stretch>
          </a:blipFill>
          <a:ln>
            <a:noFill/>
          </a:ln>
        </p:spPr>
      </p:sp>
      <p:sp>
        <p:nvSpPr>
          <p:cNvPr id="494" name="Google Shape;494;p16"/>
          <p:cNvSpPr txBox="1"/>
          <p:nvPr/>
        </p:nvSpPr>
        <p:spPr>
          <a:xfrm>
            <a:off x="354136" y="726667"/>
            <a:ext cx="7659255" cy="1201802"/>
          </a:xfrm>
          <a:prstGeom prst="rect">
            <a:avLst/>
          </a:prstGeom>
          <a:noFill/>
          <a:ln>
            <a:noFill/>
          </a:ln>
        </p:spPr>
        <p:txBody>
          <a:bodyPr spcFirstLastPara="1" wrap="square" lIns="0" tIns="0" rIns="0" bIns="0" anchor="t" anchorCtr="0">
            <a:spAutoFit/>
          </a:bodyPr>
          <a:lstStyle/>
          <a:p>
            <a:pPr marL="0" marR="0" lvl="0" indent="0" algn="l" rtl="0">
              <a:lnSpc>
                <a:spcPct val="103000"/>
              </a:lnSpc>
              <a:spcBef>
                <a:spcPts val="0"/>
              </a:spcBef>
              <a:spcAft>
                <a:spcPts val="0"/>
              </a:spcAft>
              <a:buNone/>
            </a:pPr>
            <a:r>
              <a:rPr lang="en-US" sz="8900" b="1" i="0" u="none" strike="noStrike" cap="none">
                <a:solidFill>
                  <a:srgbClr val="29455B"/>
                </a:solidFill>
                <a:latin typeface="Arial"/>
                <a:ea typeface="Arial"/>
                <a:cs typeface="Arial"/>
                <a:sym typeface="Arial"/>
              </a:rPr>
              <a:t>LKMM-D</a:t>
            </a:r>
            <a:endParaRPr/>
          </a:p>
        </p:txBody>
      </p:sp>
      <p:grpSp>
        <p:nvGrpSpPr>
          <p:cNvPr id="495" name="Google Shape;495;p16"/>
          <p:cNvGrpSpPr/>
          <p:nvPr/>
        </p:nvGrpSpPr>
        <p:grpSpPr>
          <a:xfrm>
            <a:off x="0" y="-73983"/>
            <a:ext cx="9144000" cy="648250"/>
            <a:chOff x="0" y="-38100"/>
            <a:chExt cx="3513414" cy="249078"/>
          </a:xfrm>
        </p:grpSpPr>
        <p:sp>
          <p:nvSpPr>
            <p:cNvPr id="496" name="Google Shape;496;p16"/>
            <p:cNvSpPr/>
            <p:nvPr/>
          </p:nvSpPr>
          <p:spPr>
            <a:xfrm>
              <a:off x="0" y="0"/>
              <a:ext cx="3513414" cy="210978"/>
            </a:xfrm>
            <a:custGeom>
              <a:avLst/>
              <a:gdLst/>
              <a:ahLst/>
              <a:cxnLst/>
              <a:rect l="l" t="t" r="r" b="b"/>
              <a:pathLst>
                <a:path w="3513414" h="210978" extrusionOk="0">
                  <a:moveTo>
                    <a:pt x="0" y="0"/>
                  </a:moveTo>
                  <a:lnTo>
                    <a:pt x="3513414" y="0"/>
                  </a:lnTo>
                  <a:lnTo>
                    <a:pt x="3513414" y="210978"/>
                  </a:lnTo>
                  <a:lnTo>
                    <a:pt x="0" y="210978"/>
                  </a:lnTo>
                  <a:close/>
                </a:path>
              </a:pathLst>
            </a:custGeom>
            <a:solidFill>
              <a:srgbClr val="FCB50F"/>
            </a:solidFill>
            <a:ln>
              <a:noFill/>
            </a:ln>
          </p:spPr>
        </p:sp>
        <p:sp>
          <p:nvSpPr>
            <p:cNvPr id="497" name="Google Shape;497;p16"/>
            <p:cNvSpPr txBox="1"/>
            <p:nvPr/>
          </p:nvSpPr>
          <p:spPr>
            <a:xfrm>
              <a:off x="0" y="-38100"/>
              <a:ext cx="3513414" cy="249078"/>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498" name="Google Shape;498;p16"/>
          <p:cNvSpPr txBox="1"/>
          <p:nvPr/>
        </p:nvSpPr>
        <p:spPr>
          <a:xfrm>
            <a:off x="354136" y="2023718"/>
            <a:ext cx="7659255" cy="737870"/>
          </a:xfrm>
          <a:prstGeom prst="rect">
            <a:avLst/>
          </a:prstGeom>
          <a:noFill/>
          <a:ln>
            <a:noFill/>
          </a:ln>
        </p:spPr>
        <p:txBody>
          <a:bodyPr spcFirstLastPara="1" wrap="square" lIns="0" tIns="0" rIns="0" bIns="0" anchor="t" anchorCtr="0">
            <a:spAutoFit/>
          </a:bodyPr>
          <a:lstStyle/>
          <a:p>
            <a:pPr marL="0" marR="0" lvl="0" indent="0" algn="l" rtl="0">
              <a:lnSpc>
                <a:spcPct val="103000"/>
              </a:lnSpc>
              <a:spcBef>
                <a:spcPts val="0"/>
              </a:spcBef>
              <a:spcAft>
                <a:spcPts val="0"/>
              </a:spcAft>
              <a:buNone/>
            </a:pPr>
            <a:r>
              <a:rPr lang="en-US" sz="5499" b="1" i="0" u="none" strike="noStrike" cap="none">
                <a:solidFill>
                  <a:srgbClr val="29455B"/>
                </a:solidFill>
                <a:latin typeface="Arial"/>
                <a:ea typeface="Arial"/>
                <a:cs typeface="Arial"/>
                <a:sym typeface="Arial"/>
              </a:rPr>
              <a:t>EVALUASI</a:t>
            </a:r>
            <a:endParaRPr/>
          </a:p>
        </p:txBody>
      </p:sp>
      <p:sp>
        <p:nvSpPr>
          <p:cNvPr id="499" name="Google Shape;499;p16"/>
          <p:cNvSpPr/>
          <p:nvPr/>
        </p:nvSpPr>
        <p:spPr>
          <a:xfrm rot="10800000" flipH="1">
            <a:off x="15098176" y="25176"/>
            <a:ext cx="3189824" cy="3267046"/>
          </a:xfrm>
          <a:custGeom>
            <a:avLst/>
            <a:gdLst/>
            <a:ahLst/>
            <a:cxnLst/>
            <a:rect l="l" t="t" r="r" b="b"/>
            <a:pathLst>
              <a:path w="3189824" h="3267046" extrusionOk="0">
                <a:moveTo>
                  <a:pt x="0" y="3267045"/>
                </a:moveTo>
                <a:lnTo>
                  <a:pt x="3189824" y="3267045"/>
                </a:lnTo>
                <a:lnTo>
                  <a:pt x="3189824" y="0"/>
                </a:lnTo>
                <a:lnTo>
                  <a:pt x="0" y="0"/>
                </a:lnTo>
                <a:lnTo>
                  <a:pt x="0" y="3267045"/>
                </a:lnTo>
                <a:close/>
              </a:path>
            </a:pathLst>
          </a:custGeom>
          <a:blipFill rotWithShape="1">
            <a:blip r:embed="rId4">
              <a:alphaModFix/>
            </a:blip>
            <a:stretch>
              <a:fillRect/>
            </a:stretch>
          </a:blipFill>
          <a:ln>
            <a:noFill/>
          </a:ln>
        </p:spPr>
      </p:sp>
      <p:sp>
        <p:nvSpPr>
          <p:cNvPr id="500" name="Google Shape;500;p16"/>
          <p:cNvSpPr txBox="1"/>
          <p:nvPr/>
        </p:nvSpPr>
        <p:spPr>
          <a:xfrm>
            <a:off x="468195" y="3244596"/>
            <a:ext cx="18288000" cy="2514535"/>
          </a:xfrm>
          <a:prstGeom prst="rect">
            <a:avLst/>
          </a:prstGeom>
          <a:noFill/>
          <a:ln>
            <a:noFill/>
          </a:ln>
        </p:spPr>
        <p:txBody>
          <a:bodyPr spcFirstLastPara="1" wrap="square" lIns="0" tIns="0" rIns="0" bIns="0" anchor="t" anchorCtr="0">
            <a:spAutoFit/>
          </a:bodyPr>
          <a:lstStyle/>
          <a:p>
            <a:pPr marL="0" marR="0" lvl="0" indent="0" algn="l" rtl="0">
              <a:lnSpc>
                <a:spcPct val="140006"/>
              </a:lnSpc>
              <a:spcBef>
                <a:spcPts val="0"/>
              </a:spcBef>
              <a:spcAft>
                <a:spcPts val="0"/>
              </a:spcAft>
              <a:buNone/>
            </a:pPr>
            <a:r>
              <a:rPr lang="en-US" sz="2957" b="0" i="0" u="none" strike="noStrike" cap="none" dirty="0">
                <a:solidFill>
                  <a:srgbClr val="29455B"/>
                </a:solidFill>
                <a:latin typeface="Open Sans"/>
                <a:ea typeface="Open Sans"/>
                <a:cs typeface="Open Sans"/>
                <a:sym typeface="Open Sans"/>
              </a:rPr>
              <a:t>Sie </a:t>
            </a:r>
            <a:r>
              <a:rPr lang="en-US" sz="2957" dirty="0">
                <a:solidFill>
                  <a:srgbClr val="29455B"/>
                </a:solidFill>
                <a:latin typeface="Open Sans"/>
                <a:ea typeface="Open Sans"/>
                <a:cs typeface="Open Sans"/>
                <a:sym typeface="Open Sans"/>
              </a:rPr>
              <a:t>Dana Usaha</a:t>
            </a:r>
            <a:r>
              <a:rPr lang="en-US" sz="2957" b="0" i="0" u="none" strike="noStrike" cap="none" dirty="0">
                <a:solidFill>
                  <a:srgbClr val="29455B"/>
                </a:solidFill>
                <a:latin typeface="Open Sans"/>
                <a:ea typeface="Open Sans"/>
                <a:cs typeface="Open Sans"/>
                <a:sym typeface="Open Sans"/>
              </a:rPr>
              <a:t>  :</a:t>
            </a:r>
            <a:endParaRPr dirty="0"/>
          </a:p>
          <a:p>
            <a:pPr marL="638512" marR="0" lvl="1" indent="-319256" algn="l" rtl="0">
              <a:lnSpc>
                <a:spcPct val="140006"/>
              </a:lnSpc>
              <a:spcBef>
                <a:spcPts val="0"/>
              </a:spcBef>
              <a:spcAft>
                <a:spcPts val="0"/>
              </a:spcAft>
              <a:buClr>
                <a:srgbClr val="29455B"/>
              </a:buClr>
              <a:buSzPts val="2957"/>
              <a:buFont typeface="Arial"/>
              <a:buChar char="•"/>
            </a:pPr>
            <a:r>
              <a:rPr lang="en-US" sz="2957" dirty="0">
                <a:solidFill>
                  <a:srgbClr val="29455B"/>
                </a:solidFill>
                <a:latin typeface="Open Sans"/>
                <a:ea typeface="Open Sans"/>
                <a:cs typeface="Open Sans"/>
                <a:sym typeface="Open Sans"/>
              </a:rPr>
              <a:t>Kurang </a:t>
            </a:r>
            <a:r>
              <a:rPr lang="en-US" sz="2957" dirty="0" err="1">
                <a:solidFill>
                  <a:srgbClr val="29455B"/>
                </a:solidFill>
                <a:latin typeface="Open Sans"/>
                <a:ea typeface="Open Sans"/>
                <a:cs typeface="Open Sans"/>
                <a:sym typeface="Open Sans"/>
              </a:rPr>
              <a:t>teliti</a:t>
            </a:r>
            <a:endParaRPr lang="en-US" sz="2957" dirty="0">
              <a:solidFill>
                <a:srgbClr val="29455B"/>
              </a:solidFill>
              <a:latin typeface="Open Sans"/>
              <a:ea typeface="Open Sans"/>
              <a:cs typeface="Open Sans"/>
              <a:sym typeface="Open Sans"/>
            </a:endParaRPr>
          </a:p>
          <a:p>
            <a:pPr marL="638512" marR="0" lvl="1" indent="-319256" algn="l" rtl="0">
              <a:lnSpc>
                <a:spcPct val="140006"/>
              </a:lnSpc>
              <a:spcBef>
                <a:spcPts val="0"/>
              </a:spcBef>
              <a:spcAft>
                <a:spcPts val="0"/>
              </a:spcAft>
              <a:buClr>
                <a:srgbClr val="29455B"/>
              </a:buClr>
              <a:buSzPts val="2957"/>
              <a:buFont typeface="Arial"/>
              <a:buChar char="•"/>
            </a:pPr>
            <a:r>
              <a:rPr lang="en-US" sz="2957" dirty="0">
                <a:solidFill>
                  <a:srgbClr val="29455B"/>
                </a:solidFill>
                <a:latin typeface="Open Sans"/>
                <a:ea typeface="Open Sans"/>
                <a:cs typeface="Open Sans"/>
                <a:sym typeface="Open Sans"/>
              </a:rPr>
              <a:t>Kurang </a:t>
            </a:r>
            <a:r>
              <a:rPr lang="en-US" sz="2957" dirty="0" err="1">
                <a:solidFill>
                  <a:srgbClr val="29455B"/>
                </a:solidFill>
                <a:latin typeface="Open Sans"/>
                <a:ea typeface="Open Sans"/>
                <a:cs typeface="Open Sans"/>
                <a:sym typeface="Open Sans"/>
              </a:rPr>
              <a:t>konfirmasi</a:t>
            </a:r>
            <a:r>
              <a:rPr lang="en-US" sz="2957" dirty="0">
                <a:solidFill>
                  <a:srgbClr val="29455B"/>
                </a:solidFill>
                <a:latin typeface="Open Sans"/>
                <a:ea typeface="Open Sans"/>
                <a:cs typeface="Open Sans"/>
                <a:sym typeface="Open Sans"/>
              </a:rPr>
              <a:t>, </a:t>
            </a:r>
            <a:r>
              <a:rPr lang="en-US" sz="2957" dirty="0" err="1">
                <a:solidFill>
                  <a:srgbClr val="29455B"/>
                </a:solidFill>
                <a:latin typeface="Open Sans"/>
                <a:ea typeface="Open Sans"/>
                <a:cs typeface="Open Sans"/>
                <a:sym typeface="Open Sans"/>
              </a:rPr>
              <a:t>komunikasi</a:t>
            </a:r>
            <a:r>
              <a:rPr lang="en-US" sz="2957" dirty="0">
                <a:solidFill>
                  <a:srgbClr val="29455B"/>
                </a:solidFill>
                <a:latin typeface="Open Sans"/>
                <a:ea typeface="Open Sans"/>
                <a:cs typeface="Open Sans"/>
                <a:sym typeface="Open Sans"/>
              </a:rPr>
              <a:t> dan </a:t>
            </a:r>
            <a:r>
              <a:rPr lang="en-US" sz="2957" dirty="0" err="1">
                <a:solidFill>
                  <a:srgbClr val="29455B"/>
                </a:solidFill>
                <a:latin typeface="Open Sans"/>
                <a:ea typeface="Open Sans"/>
                <a:cs typeface="Open Sans"/>
                <a:sym typeface="Open Sans"/>
              </a:rPr>
              <a:t>laporan</a:t>
            </a:r>
            <a:endParaRPr lang="en-US" dirty="0"/>
          </a:p>
          <a:p>
            <a:pPr marL="319256" marR="0" lvl="1" algn="l" rtl="0">
              <a:lnSpc>
                <a:spcPct val="140006"/>
              </a:lnSpc>
              <a:spcBef>
                <a:spcPts val="0"/>
              </a:spcBef>
              <a:spcAft>
                <a:spcPts val="0"/>
              </a:spcAft>
              <a:buClr>
                <a:srgbClr val="29455B"/>
              </a:buClr>
              <a:buSzPts val="2957"/>
            </a:pPr>
            <a:endParaRPr dirty="0"/>
          </a:p>
          <a:p>
            <a:pPr marL="0" marR="0" lvl="0" indent="0" algn="l" rtl="0">
              <a:lnSpc>
                <a:spcPct val="140006"/>
              </a:lnSpc>
              <a:spcBef>
                <a:spcPts val="0"/>
              </a:spcBef>
              <a:spcAft>
                <a:spcPts val="0"/>
              </a:spcAft>
              <a:buNone/>
            </a:pPr>
            <a:endParaRPr dirty="0"/>
          </a:p>
        </p:txBody>
      </p:sp>
      <p:cxnSp>
        <p:nvCxnSpPr>
          <p:cNvPr id="501" name="Google Shape;501;p16"/>
          <p:cNvCxnSpPr/>
          <p:nvPr/>
        </p:nvCxnSpPr>
        <p:spPr>
          <a:xfrm>
            <a:off x="354136" y="2837788"/>
            <a:ext cx="4424255" cy="0"/>
          </a:xfrm>
          <a:prstGeom prst="straightConnector1">
            <a:avLst/>
          </a:prstGeom>
          <a:noFill/>
          <a:ln w="38100" cap="rnd" cmpd="sng">
            <a:solidFill>
              <a:srgbClr val="EF8126"/>
            </a:solidFill>
            <a:prstDash val="solid"/>
            <a:round/>
            <a:headEnd type="none" w="sm" len="sm"/>
            <a:tailEnd type="none" w="sm" len="sm"/>
          </a:ln>
        </p:spPr>
      </p:cxnSp>
      <p:sp>
        <p:nvSpPr>
          <p:cNvPr id="502" name="Google Shape;502;p16"/>
          <p:cNvSpPr/>
          <p:nvPr/>
        </p:nvSpPr>
        <p:spPr>
          <a:xfrm>
            <a:off x="13302173" y="-984116"/>
            <a:ext cx="3139599" cy="3116766"/>
          </a:xfrm>
          <a:custGeom>
            <a:avLst/>
            <a:gdLst/>
            <a:ahLst/>
            <a:cxnLst/>
            <a:rect l="l" t="t" r="r" b="b"/>
            <a:pathLst>
              <a:path w="3139599" h="3116766" extrusionOk="0">
                <a:moveTo>
                  <a:pt x="0" y="0"/>
                </a:moveTo>
                <a:lnTo>
                  <a:pt x="3139599" y="0"/>
                </a:lnTo>
                <a:lnTo>
                  <a:pt x="3139599" y="3116766"/>
                </a:lnTo>
                <a:lnTo>
                  <a:pt x="0" y="3116766"/>
                </a:lnTo>
                <a:lnTo>
                  <a:pt x="0" y="0"/>
                </a:lnTo>
                <a:close/>
              </a:path>
            </a:pathLst>
          </a:custGeom>
          <a:blipFill rotWithShape="1">
            <a:blip r:embed="rId5">
              <a:alphaModFix/>
            </a:blip>
            <a:stretch>
              <a:fillRect/>
            </a:stretch>
          </a:blipFill>
          <a:ln>
            <a:noFill/>
          </a:ln>
        </p:spPr>
      </p:sp>
      <p:cxnSp>
        <p:nvCxnSpPr>
          <p:cNvPr id="503" name="Google Shape;503;p16"/>
          <p:cNvCxnSpPr/>
          <p:nvPr/>
        </p:nvCxnSpPr>
        <p:spPr>
          <a:xfrm>
            <a:off x="354136" y="2923513"/>
            <a:ext cx="4424255" cy="0"/>
          </a:xfrm>
          <a:prstGeom prst="straightConnector1">
            <a:avLst/>
          </a:prstGeom>
          <a:noFill/>
          <a:ln w="38100" cap="rnd" cmpd="sng">
            <a:solidFill>
              <a:srgbClr val="EF8126"/>
            </a:solidFill>
            <a:prstDash val="solid"/>
            <a:round/>
            <a:headEnd type="none" w="sm" len="sm"/>
            <a:tailEnd type="none" w="sm" len="sm"/>
          </a:ln>
        </p:spPr>
      </p:cxnSp>
    </p:spTree>
    <p:extLst>
      <p:ext uri="{BB962C8B-B14F-4D97-AF65-F5344CB8AC3E}">
        <p14:creationId xmlns:p14="http://schemas.microsoft.com/office/powerpoint/2010/main" val="11258916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525"/>
        <p:cNvGrpSpPr/>
        <p:nvPr/>
      </p:nvGrpSpPr>
      <p:grpSpPr>
        <a:xfrm>
          <a:off x="0" y="0"/>
          <a:ext cx="0" cy="0"/>
          <a:chOff x="0" y="0"/>
          <a:chExt cx="0" cy="0"/>
        </a:xfrm>
      </p:grpSpPr>
      <p:sp>
        <p:nvSpPr>
          <p:cNvPr id="526" name="Google Shape;526;p18"/>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16609" b="-16608"/>
            </a:stretch>
          </a:blipFill>
          <a:ln>
            <a:noFill/>
          </a:ln>
        </p:spPr>
      </p:sp>
      <p:sp>
        <p:nvSpPr>
          <p:cNvPr id="527" name="Google Shape;527;p18"/>
          <p:cNvSpPr txBox="1"/>
          <p:nvPr/>
        </p:nvSpPr>
        <p:spPr>
          <a:xfrm>
            <a:off x="321618" y="726667"/>
            <a:ext cx="7659255" cy="1201802"/>
          </a:xfrm>
          <a:prstGeom prst="rect">
            <a:avLst/>
          </a:prstGeom>
          <a:noFill/>
          <a:ln>
            <a:noFill/>
          </a:ln>
        </p:spPr>
        <p:txBody>
          <a:bodyPr spcFirstLastPara="1" wrap="square" lIns="0" tIns="0" rIns="0" bIns="0" anchor="t" anchorCtr="0">
            <a:spAutoFit/>
          </a:bodyPr>
          <a:lstStyle/>
          <a:p>
            <a:pPr marL="0" marR="0" lvl="0" indent="0" algn="l" rtl="0">
              <a:lnSpc>
                <a:spcPct val="103000"/>
              </a:lnSpc>
              <a:spcBef>
                <a:spcPts val="0"/>
              </a:spcBef>
              <a:spcAft>
                <a:spcPts val="0"/>
              </a:spcAft>
              <a:buNone/>
            </a:pPr>
            <a:r>
              <a:rPr lang="en-US" sz="8900" b="1" i="0" u="none" strike="noStrike" cap="none">
                <a:solidFill>
                  <a:srgbClr val="29455B"/>
                </a:solidFill>
                <a:latin typeface="Arial"/>
                <a:ea typeface="Arial"/>
                <a:cs typeface="Arial"/>
                <a:sym typeface="Arial"/>
              </a:rPr>
              <a:t>LKMM-D</a:t>
            </a:r>
            <a:endParaRPr/>
          </a:p>
        </p:txBody>
      </p:sp>
      <p:grpSp>
        <p:nvGrpSpPr>
          <p:cNvPr id="528" name="Google Shape;528;p18"/>
          <p:cNvGrpSpPr/>
          <p:nvPr/>
        </p:nvGrpSpPr>
        <p:grpSpPr>
          <a:xfrm>
            <a:off x="0" y="-73983"/>
            <a:ext cx="9144000" cy="648250"/>
            <a:chOff x="0" y="-38100"/>
            <a:chExt cx="3513414" cy="249078"/>
          </a:xfrm>
        </p:grpSpPr>
        <p:sp>
          <p:nvSpPr>
            <p:cNvPr id="529" name="Google Shape;529;p18"/>
            <p:cNvSpPr/>
            <p:nvPr/>
          </p:nvSpPr>
          <p:spPr>
            <a:xfrm>
              <a:off x="0" y="0"/>
              <a:ext cx="3513414" cy="210978"/>
            </a:xfrm>
            <a:custGeom>
              <a:avLst/>
              <a:gdLst/>
              <a:ahLst/>
              <a:cxnLst/>
              <a:rect l="l" t="t" r="r" b="b"/>
              <a:pathLst>
                <a:path w="3513414" h="210978" extrusionOk="0">
                  <a:moveTo>
                    <a:pt x="0" y="0"/>
                  </a:moveTo>
                  <a:lnTo>
                    <a:pt x="3513414" y="0"/>
                  </a:lnTo>
                  <a:lnTo>
                    <a:pt x="3513414" y="210978"/>
                  </a:lnTo>
                  <a:lnTo>
                    <a:pt x="0" y="210978"/>
                  </a:lnTo>
                  <a:close/>
                </a:path>
              </a:pathLst>
            </a:custGeom>
            <a:solidFill>
              <a:srgbClr val="FCB50F"/>
            </a:solidFill>
            <a:ln>
              <a:noFill/>
            </a:ln>
          </p:spPr>
        </p:sp>
        <p:sp>
          <p:nvSpPr>
            <p:cNvPr id="530" name="Google Shape;530;p18"/>
            <p:cNvSpPr txBox="1"/>
            <p:nvPr/>
          </p:nvSpPr>
          <p:spPr>
            <a:xfrm>
              <a:off x="0" y="-38100"/>
              <a:ext cx="3513414" cy="249078"/>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531" name="Google Shape;531;p18"/>
          <p:cNvSpPr txBox="1"/>
          <p:nvPr/>
        </p:nvSpPr>
        <p:spPr>
          <a:xfrm>
            <a:off x="321618" y="2004668"/>
            <a:ext cx="7659255" cy="679450"/>
          </a:xfrm>
          <a:prstGeom prst="rect">
            <a:avLst/>
          </a:prstGeom>
          <a:noFill/>
          <a:ln>
            <a:noFill/>
          </a:ln>
        </p:spPr>
        <p:txBody>
          <a:bodyPr spcFirstLastPara="1" wrap="square" lIns="0" tIns="0" rIns="0" bIns="0" anchor="t" anchorCtr="0">
            <a:spAutoFit/>
          </a:bodyPr>
          <a:lstStyle/>
          <a:p>
            <a:pPr marL="0" marR="0" lvl="0" indent="0" algn="l" rtl="0">
              <a:lnSpc>
                <a:spcPct val="103000"/>
              </a:lnSpc>
              <a:spcBef>
                <a:spcPts val="0"/>
              </a:spcBef>
              <a:spcAft>
                <a:spcPts val="0"/>
              </a:spcAft>
              <a:buNone/>
            </a:pPr>
            <a:r>
              <a:rPr lang="en-US" sz="5000" b="1" i="0" u="none" strike="noStrike" cap="none">
                <a:solidFill>
                  <a:srgbClr val="29455B"/>
                </a:solidFill>
                <a:latin typeface="Arial"/>
                <a:ea typeface="Arial"/>
                <a:cs typeface="Arial"/>
                <a:sym typeface="Arial"/>
              </a:rPr>
              <a:t>PROYEKSI</a:t>
            </a:r>
            <a:endParaRPr/>
          </a:p>
        </p:txBody>
      </p:sp>
      <p:grpSp>
        <p:nvGrpSpPr>
          <p:cNvPr id="532" name="Google Shape;532;p18"/>
          <p:cNvGrpSpPr/>
          <p:nvPr/>
        </p:nvGrpSpPr>
        <p:grpSpPr>
          <a:xfrm>
            <a:off x="10334875" y="9638750"/>
            <a:ext cx="7953125" cy="611035"/>
            <a:chOff x="0" y="-38100"/>
            <a:chExt cx="3055842" cy="234779"/>
          </a:xfrm>
        </p:grpSpPr>
        <p:sp>
          <p:nvSpPr>
            <p:cNvPr id="533" name="Google Shape;533;p18"/>
            <p:cNvSpPr/>
            <p:nvPr/>
          </p:nvSpPr>
          <p:spPr>
            <a:xfrm>
              <a:off x="0" y="0"/>
              <a:ext cx="3055842" cy="196679"/>
            </a:xfrm>
            <a:custGeom>
              <a:avLst/>
              <a:gdLst/>
              <a:ahLst/>
              <a:cxnLst/>
              <a:rect l="l" t="t" r="r" b="b"/>
              <a:pathLst>
                <a:path w="3055842" h="196679" extrusionOk="0">
                  <a:moveTo>
                    <a:pt x="0" y="0"/>
                  </a:moveTo>
                  <a:lnTo>
                    <a:pt x="3055842" y="0"/>
                  </a:lnTo>
                  <a:lnTo>
                    <a:pt x="3055842" y="196679"/>
                  </a:lnTo>
                  <a:lnTo>
                    <a:pt x="0" y="196679"/>
                  </a:lnTo>
                  <a:close/>
                </a:path>
              </a:pathLst>
            </a:custGeom>
            <a:solidFill>
              <a:srgbClr val="FCB50F"/>
            </a:solidFill>
            <a:ln>
              <a:noFill/>
            </a:ln>
          </p:spPr>
        </p:sp>
        <p:sp>
          <p:nvSpPr>
            <p:cNvPr id="534" name="Google Shape;534;p18"/>
            <p:cNvSpPr txBox="1"/>
            <p:nvPr/>
          </p:nvSpPr>
          <p:spPr>
            <a:xfrm>
              <a:off x="0" y="-38100"/>
              <a:ext cx="3055842" cy="234779"/>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535" name="Google Shape;535;p18"/>
          <p:cNvSpPr/>
          <p:nvPr/>
        </p:nvSpPr>
        <p:spPr>
          <a:xfrm rot="10800000" flipH="1">
            <a:off x="15098176" y="25176"/>
            <a:ext cx="3189824" cy="3267046"/>
          </a:xfrm>
          <a:custGeom>
            <a:avLst/>
            <a:gdLst/>
            <a:ahLst/>
            <a:cxnLst/>
            <a:rect l="l" t="t" r="r" b="b"/>
            <a:pathLst>
              <a:path w="3189824" h="3267046" extrusionOk="0">
                <a:moveTo>
                  <a:pt x="0" y="3267045"/>
                </a:moveTo>
                <a:lnTo>
                  <a:pt x="3189824" y="3267045"/>
                </a:lnTo>
                <a:lnTo>
                  <a:pt x="3189824" y="0"/>
                </a:lnTo>
                <a:lnTo>
                  <a:pt x="0" y="0"/>
                </a:lnTo>
                <a:lnTo>
                  <a:pt x="0" y="3267045"/>
                </a:lnTo>
                <a:close/>
              </a:path>
            </a:pathLst>
          </a:custGeom>
          <a:blipFill rotWithShape="1">
            <a:blip r:embed="rId4">
              <a:alphaModFix/>
            </a:blip>
            <a:stretch>
              <a:fillRect/>
            </a:stretch>
          </a:blipFill>
          <a:ln>
            <a:noFill/>
          </a:ln>
        </p:spPr>
      </p:sp>
      <p:sp>
        <p:nvSpPr>
          <p:cNvPr id="536" name="Google Shape;536;p18"/>
          <p:cNvSpPr txBox="1"/>
          <p:nvPr/>
        </p:nvSpPr>
        <p:spPr>
          <a:xfrm>
            <a:off x="578926" y="3047338"/>
            <a:ext cx="16680374" cy="6364819"/>
          </a:xfrm>
          <a:prstGeom prst="rect">
            <a:avLst/>
          </a:prstGeom>
          <a:noFill/>
          <a:ln>
            <a:noFill/>
          </a:ln>
        </p:spPr>
        <p:txBody>
          <a:bodyPr spcFirstLastPara="1" wrap="square" lIns="0" tIns="0" rIns="0" bIns="0" anchor="t" anchorCtr="0">
            <a:spAutoFit/>
          </a:bodyPr>
          <a:lstStyle/>
          <a:p>
            <a:pPr marL="0" marR="0" lvl="0" indent="0" algn="l" rtl="0">
              <a:lnSpc>
                <a:spcPct val="140009"/>
              </a:lnSpc>
              <a:spcBef>
                <a:spcPts val="0"/>
              </a:spcBef>
              <a:spcAft>
                <a:spcPts val="0"/>
              </a:spcAft>
              <a:buNone/>
            </a:pPr>
            <a:r>
              <a:rPr lang="en-US" sz="2157" b="0" i="0" u="none" strike="noStrike" cap="none" dirty="0" err="1">
                <a:solidFill>
                  <a:srgbClr val="29455B"/>
                </a:solidFill>
                <a:latin typeface="Open Sans"/>
                <a:ea typeface="Open Sans"/>
                <a:cs typeface="Open Sans"/>
                <a:sym typeface="Open Sans"/>
              </a:rPr>
              <a:t>Kegiatan</a:t>
            </a:r>
            <a:r>
              <a:rPr lang="en-US" sz="2157" b="0" i="0" u="none" strike="noStrike" cap="none" dirty="0">
                <a:solidFill>
                  <a:srgbClr val="29455B"/>
                </a:solidFill>
                <a:latin typeface="Open Sans"/>
                <a:ea typeface="Open Sans"/>
                <a:cs typeface="Open Sans"/>
                <a:sym typeface="Open Sans"/>
              </a:rPr>
              <a:t> : </a:t>
            </a:r>
            <a:endParaRPr dirty="0"/>
          </a:p>
          <a:p>
            <a:pPr marL="465797" marR="0" lvl="1" indent="-232898" algn="l" rtl="0">
              <a:lnSpc>
                <a:spcPct val="140009"/>
              </a:lnSpc>
              <a:spcBef>
                <a:spcPts val="0"/>
              </a:spcBef>
              <a:spcAft>
                <a:spcPts val="0"/>
              </a:spcAft>
              <a:buClr>
                <a:srgbClr val="29455B"/>
              </a:buClr>
              <a:buSzPts val="2157"/>
              <a:buFont typeface="Arial"/>
              <a:buChar char="•"/>
            </a:pPr>
            <a:r>
              <a:rPr lang="en-US" sz="2157" b="0" i="0" u="none" strike="noStrike" cap="none" dirty="0" err="1">
                <a:solidFill>
                  <a:srgbClr val="29455B"/>
                </a:solidFill>
                <a:latin typeface="Open Sans"/>
                <a:ea typeface="Open Sans"/>
                <a:cs typeface="Open Sans"/>
                <a:sym typeface="Open Sans"/>
              </a:rPr>
              <a:t>Panitia</a:t>
            </a:r>
            <a:r>
              <a:rPr lang="en-US" sz="2157" b="0" i="0" u="none" strike="noStrike" cap="none" dirty="0">
                <a:solidFill>
                  <a:srgbClr val="29455B"/>
                </a:solidFill>
                <a:latin typeface="Open Sans"/>
                <a:ea typeface="Open Sans"/>
                <a:cs typeface="Open Sans"/>
                <a:sym typeface="Open Sans"/>
              </a:rPr>
              <a:t> </a:t>
            </a:r>
            <a:r>
              <a:rPr lang="en-US" sz="2157" b="0" i="0" u="none" strike="noStrike" cap="none" dirty="0" err="1">
                <a:solidFill>
                  <a:srgbClr val="29455B"/>
                </a:solidFill>
                <a:latin typeface="Open Sans"/>
                <a:ea typeface="Open Sans"/>
                <a:cs typeface="Open Sans"/>
                <a:sym typeface="Open Sans"/>
              </a:rPr>
              <a:t>harus</a:t>
            </a:r>
            <a:r>
              <a:rPr lang="en-US" sz="2157" b="0" i="0" u="none" strike="noStrike" cap="none" dirty="0">
                <a:solidFill>
                  <a:srgbClr val="29455B"/>
                </a:solidFill>
                <a:latin typeface="Open Sans"/>
                <a:ea typeface="Open Sans"/>
                <a:cs typeface="Open Sans"/>
                <a:sym typeface="Open Sans"/>
              </a:rPr>
              <a:t> </a:t>
            </a:r>
            <a:r>
              <a:rPr lang="en-US" sz="2157" b="0" i="0" u="none" strike="noStrike" cap="none" dirty="0" err="1">
                <a:solidFill>
                  <a:srgbClr val="29455B"/>
                </a:solidFill>
                <a:latin typeface="Open Sans"/>
                <a:ea typeface="Open Sans"/>
                <a:cs typeface="Open Sans"/>
                <a:sym typeface="Open Sans"/>
              </a:rPr>
              <a:t>mengawasi</a:t>
            </a:r>
            <a:r>
              <a:rPr lang="en-US" sz="2157" b="0" i="0" u="none" strike="noStrike" cap="none" dirty="0">
                <a:solidFill>
                  <a:srgbClr val="29455B"/>
                </a:solidFill>
                <a:latin typeface="Open Sans"/>
                <a:ea typeface="Open Sans"/>
                <a:cs typeface="Open Sans"/>
                <a:sym typeface="Open Sans"/>
              </a:rPr>
              <a:t> </a:t>
            </a:r>
            <a:r>
              <a:rPr lang="en-US" sz="2157" b="0" i="0" u="none" strike="noStrike" cap="none" dirty="0" err="1">
                <a:solidFill>
                  <a:srgbClr val="29455B"/>
                </a:solidFill>
                <a:latin typeface="Open Sans"/>
                <a:ea typeface="Open Sans"/>
                <a:cs typeface="Open Sans"/>
                <a:sym typeface="Open Sans"/>
              </a:rPr>
              <a:t>peserta</a:t>
            </a:r>
            <a:r>
              <a:rPr lang="en-US" sz="2157" b="0" i="0" u="none" strike="noStrike" cap="none" dirty="0">
                <a:solidFill>
                  <a:srgbClr val="29455B"/>
                </a:solidFill>
                <a:latin typeface="Open Sans"/>
                <a:ea typeface="Open Sans"/>
                <a:cs typeface="Open Sans"/>
                <a:sym typeface="Open Sans"/>
              </a:rPr>
              <a:t> pada </a:t>
            </a:r>
            <a:r>
              <a:rPr lang="en-US" sz="2157" b="0" i="0" u="none" strike="noStrike" cap="none" dirty="0" err="1">
                <a:solidFill>
                  <a:srgbClr val="29455B"/>
                </a:solidFill>
                <a:latin typeface="Open Sans"/>
                <a:ea typeface="Open Sans"/>
                <a:cs typeface="Open Sans"/>
                <a:sym typeface="Open Sans"/>
              </a:rPr>
              <a:t>saat</a:t>
            </a:r>
            <a:r>
              <a:rPr lang="en-US" sz="2157" b="0" i="0" u="none" strike="noStrike" cap="none" dirty="0">
                <a:solidFill>
                  <a:srgbClr val="29455B"/>
                </a:solidFill>
                <a:latin typeface="Open Sans"/>
                <a:ea typeface="Open Sans"/>
                <a:cs typeface="Open Sans"/>
                <a:sym typeface="Open Sans"/>
              </a:rPr>
              <a:t> </a:t>
            </a:r>
            <a:r>
              <a:rPr lang="en-US" sz="2157" b="0" i="0" u="none" strike="noStrike" cap="none" dirty="0" err="1">
                <a:solidFill>
                  <a:srgbClr val="29455B"/>
                </a:solidFill>
                <a:latin typeface="Open Sans"/>
                <a:ea typeface="Open Sans"/>
                <a:cs typeface="Open Sans"/>
                <a:sym typeface="Open Sans"/>
              </a:rPr>
              <a:t>pematerian</a:t>
            </a:r>
            <a:r>
              <a:rPr lang="en-US" sz="2157" b="0" i="0" u="none" strike="noStrike" cap="none" dirty="0">
                <a:solidFill>
                  <a:srgbClr val="29455B"/>
                </a:solidFill>
                <a:latin typeface="Open Sans"/>
                <a:ea typeface="Open Sans"/>
                <a:cs typeface="Open Sans"/>
                <a:sym typeface="Open Sans"/>
              </a:rPr>
              <a:t>.</a:t>
            </a:r>
            <a:endParaRPr dirty="0"/>
          </a:p>
          <a:p>
            <a:pPr marL="465797" marR="0" lvl="1" indent="-232898" algn="l" rtl="0">
              <a:lnSpc>
                <a:spcPct val="140009"/>
              </a:lnSpc>
              <a:spcBef>
                <a:spcPts val="0"/>
              </a:spcBef>
              <a:spcAft>
                <a:spcPts val="0"/>
              </a:spcAft>
              <a:buClr>
                <a:srgbClr val="29455B"/>
              </a:buClr>
              <a:buSzPts val="2157"/>
              <a:buFont typeface="Arial"/>
              <a:buChar char="•"/>
            </a:pPr>
            <a:r>
              <a:rPr lang="en-US" sz="2157" b="0" i="0" u="none" strike="noStrike" cap="none" dirty="0" err="1">
                <a:solidFill>
                  <a:srgbClr val="29455B"/>
                </a:solidFill>
                <a:latin typeface="Open Sans"/>
                <a:ea typeface="Open Sans"/>
                <a:cs typeface="Open Sans"/>
                <a:sym typeface="Open Sans"/>
              </a:rPr>
              <a:t>Kurangi</a:t>
            </a:r>
            <a:r>
              <a:rPr lang="en-US" sz="2157" b="0" i="0" u="none" strike="noStrike" cap="none" dirty="0">
                <a:solidFill>
                  <a:srgbClr val="29455B"/>
                </a:solidFill>
                <a:latin typeface="Open Sans"/>
                <a:ea typeface="Open Sans"/>
                <a:cs typeface="Open Sans"/>
                <a:sym typeface="Open Sans"/>
              </a:rPr>
              <a:t> </a:t>
            </a:r>
            <a:r>
              <a:rPr lang="en-US" sz="2157" b="0" i="0" u="none" strike="noStrike" cap="none" dirty="0" err="1">
                <a:solidFill>
                  <a:srgbClr val="29455B"/>
                </a:solidFill>
                <a:latin typeface="Open Sans"/>
                <a:ea typeface="Open Sans"/>
                <a:cs typeface="Open Sans"/>
                <a:sym typeface="Open Sans"/>
              </a:rPr>
              <a:t>mengobrol</a:t>
            </a:r>
            <a:r>
              <a:rPr lang="en-US" sz="2157" b="0" i="0" u="none" strike="noStrike" cap="none" dirty="0">
                <a:solidFill>
                  <a:srgbClr val="29455B"/>
                </a:solidFill>
                <a:latin typeface="Open Sans"/>
                <a:ea typeface="Open Sans"/>
                <a:cs typeface="Open Sans"/>
                <a:sym typeface="Open Sans"/>
              </a:rPr>
              <a:t> </a:t>
            </a:r>
            <a:r>
              <a:rPr lang="en-US" sz="2157" b="0" i="0" u="none" strike="noStrike" cap="none" dirty="0" err="1">
                <a:solidFill>
                  <a:srgbClr val="29455B"/>
                </a:solidFill>
                <a:latin typeface="Open Sans"/>
                <a:ea typeface="Open Sans"/>
                <a:cs typeface="Open Sans"/>
                <a:sym typeface="Open Sans"/>
              </a:rPr>
              <a:t>untuk</a:t>
            </a:r>
            <a:r>
              <a:rPr lang="en-US" sz="2157" b="0" i="0" u="none" strike="noStrike" cap="none" dirty="0">
                <a:solidFill>
                  <a:srgbClr val="29455B"/>
                </a:solidFill>
                <a:latin typeface="Open Sans"/>
                <a:ea typeface="Open Sans"/>
                <a:cs typeface="Open Sans"/>
                <a:sym typeface="Open Sans"/>
              </a:rPr>
              <a:t> </a:t>
            </a:r>
            <a:r>
              <a:rPr lang="en-US" sz="2157" b="0" i="0" u="none" strike="noStrike" cap="none" dirty="0" err="1">
                <a:solidFill>
                  <a:srgbClr val="29455B"/>
                </a:solidFill>
                <a:latin typeface="Open Sans"/>
                <a:ea typeface="Open Sans"/>
                <a:cs typeface="Open Sans"/>
                <a:sym typeface="Open Sans"/>
              </a:rPr>
              <a:t>panitia</a:t>
            </a:r>
            <a:r>
              <a:rPr lang="en-US" sz="2157" b="0" i="0" u="none" strike="noStrike" cap="none" dirty="0">
                <a:solidFill>
                  <a:srgbClr val="29455B"/>
                </a:solidFill>
                <a:latin typeface="Open Sans"/>
                <a:ea typeface="Open Sans"/>
                <a:cs typeface="Open Sans"/>
                <a:sym typeface="Open Sans"/>
              </a:rPr>
              <a:t> yang </a:t>
            </a:r>
            <a:r>
              <a:rPr lang="en-US" sz="2157" b="0" i="0" u="none" strike="noStrike" cap="none" dirty="0" err="1">
                <a:solidFill>
                  <a:srgbClr val="29455B"/>
                </a:solidFill>
                <a:latin typeface="Open Sans"/>
                <a:ea typeface="Open Sans"/>
                <a:cs typeface="Open Sans"/>
                <a:sym typeface="Open Sans"/>
              </a:rPr>
              <a:t>berada</a:t>
            </a:r>
            <a:r>
              <a:rPr lang="en-US" sz="2157" b="0" i="0" u="none" strike="noStrike" cap="none" dirty="0">
                <a:solidFill>
                  <a:srgbClr val="29455B"/>
                </a:solidFill>
                <a:latin typeface="Open Sans"/>
                <a:ea typeface="Open Sans"/>
                <a:cs typeface="Open Sans"/>
                <a:sym typeface="Open Sans"/>
              </a:rPr>
              <a:t> di </a:t>
            </a:r>
            <a:r>
              <a:rPr lang="en-US" sz="2157" b="0" i="0" u="none" strike="noStrike" cap="none" dirty="0" err="1">
                <a:solidFill>
                  <a:srgbClr val="29455B"/>
                </a:solidFill>
                <a:latin typeface="Open Sans"/>
                <a:ea typeface="Open Sans"/>
                <a:cs typeface="Open Sans"/>
                <a:sym typeface="Open Sans"/>
              </a:rPr>
              <a:t>belakang</a:t>
            </a:r>
            <a:r>
              <a:rPr lang="en-US" sz="2157" b="0" i="0" u="none" strike="noStrike" cap="none" dirty="0">
                <a:solidFill>
                  <a:srgbClr val="29455B"/>
                </a:solidFill>
                <a:latin typeface="Open Sans"/>
                <a:ea typeface="Open Sans"/>
                <a:cs typeface="Open Sans"/>
                <a:sym typeface="Open Sans"/>
              </a:rPr>
              <a:t> </a:t>
            </a:r>
            <a:r>
              <a:rPr lang="en-US" sz="2157" b="0" i="0" u="none" strike="noStrike" cap="none" dirty="0" err="1">
                <a:solidFill>
                  <a:srgbClr val="29455B"/>
                </a:solidFill>
                <a:latin typeface="Open Sans"/>
                <a:ea typeface="Open Sans"/>
                <a:cs typeface="Open Sans"/>
                <a:sym typeface="Open Sans"/>
              </a:rPr>
              <a:t>peserta</a:t>
            </a:r>
            <a:r>
              <a:rPr lang="en-US" sz="2157" b="0" i="0" u="none" strike="noStrike" cap="none" dirty="0">
                <a:solidFill>
                  <a:srgbClr val="29455B"/>
                </a:solidFill>
                <a:latin typeface="Open Sans"/>
                <a:ea typeface="Open Sans"/>
                <a:cs typeface="Open Sans"/>
                <a:sym typeface="Open Sans"/>
              </a:rPr>
              <a:t>.</a:t>
            </a:r>
            <a:endParaRPr dirty="0"/>
          </a:p>
          <a:p>
            <a:pPr marL="465797" marR="0" lvl="1" indent="-232898" algn="l" rtl="0">
              <a:lnSpc>
                <a:spcPct val="140009"/>
              </a:lnSpc>
              <a:spcBef>
                <a:spcPts val="0"/>
              </a:spcBef>
              <a:spcAft>
                <a:spcPts val="0"/>
              </a:spcAft>
              <a:buClr>
                <a:srgbClr val="29455B"/>
              </a:buClr>
              <a:buSzPts val="2157"/>
              <a:buFont typeface="Arial"/>
              <a:buChar char="•"/>
            </a:pPr>
            <a:r>
              <a:rPr lang="en-US" sz="2157" b="0" i="0" u="none" strike="noStrike" cap="none" dirty="0">
                <a:solidFill>
                  <a:srgbClr val="29455B"/>
                </a:solidFill>
                <a:latin typeface="Open Sans"/>
                <a:ea typeface="Open Sans"/>
                <a:cs typeface="Open Sans"/>
                <a:sym typeface="Open Sans"/>
              </a:rPr>
              <a:t>Harus </a:t>
            </a:r>
            <a:r>
              <a:rPr lang="en-US" sz="2157" b="0" i="0" u="none" strike="noStrike" cap="none" dirty="0" err="1">
                <a:solidFill>
                  <a:srgbClr val="29455B"/>
                </a:solidFill>
                <a:latin typeface="Open Sans"/>
                <a:ea typeface="Open Sans"/>
                <a:cs typeface="Open Sans"/>
                <a:sym typeface="Open Sans"/>
              </a:rPr>
              <a:t>lebih</a:t>
            </a:r>
            <a:r>
              <a:rPr lang="en-US" sz="2157" b="0" i="0" u="none" strike="noStrike" cap="none" dirty="0">
                <a:solidFill>
                  <a:srgbClr val="29455B"/>
                </a:solidFill>
                <a:latin typeface="Open Sans"/>
                <a:ea typeface="Open Sans"/>
                <a:cs typeface="Open Sans"/>
                <a:sym typeface="Open Sans"/>
              </a:rPr>
              <a:t> </a:t>
            </a:r>
            <a:r>
              <a:rPr lang="en-US" sz="2157" b="0" i="0" u="none" strike="noStrike" cap="none" dirty="0" err="1">
                <a:solidFill>
                  <a:srgbClr val="29455B"/>
                </a:solidFill>
                <a:latin typeface="Open Sans"/>
                <a:ea typeface="Open Sans"/>
                <a:cs typeface="Open Sans"/>
                <a:sym typeface="Open Sans"/>
              </a:rPr>
              <a:t>teliti</a:t>
            </a:r>
            <a:r>
              <a:rPr lang="en-US" sz="2157" b="0" i="0" u="none" strike="noStrike" cap="none" dirty="0">
                <a:solidFill>
                  <a:srgbClr val="29455B"/>
                </a:solidFill>
                <a:latin typeface="Open Sans"/>
                <a:ea typeface="Open Sans"/>
                <a:cs typeface="Open Sans"/>
                <a:sym typeface="Open Sans"/>
              </a:rPr>
              <a:t> </a:t>
            </a:r>
            <a:r>
              <a:rPr lang="en-US" sz="2157" b="0" i="0" u="none" strike="noStrike" cap="none" dirty="0" err="1">
                <a:solidFill>
                  <a:srgbClr val="29455B"/>
                </a:solidFill>
                <a:latin typeface="Open Sans"/>
                <a:ea typeface="Open Sans"/>
                <a:cs typeface="Open Sans"/>
                <a:sym typeface="Open Sans"/>
              </a:rPr>
              <a:t>dalam</a:t>
            </a:r>
            <a:r>
              <a:rPr lang="en-US" sz="2157" b="0" i="0" u="none" strike="noStrike" cap="none" dirty="0">
                <a:solidFill>
                  <a:srgbClr val="29455B"/>
                </a:solidFill>
                <a:latin typeface="Open Sans"/>
                <a:ea typeface="Open Sans"/>
                <a:cs typeface="Open Sans"/>
                <a:sym typeface="Open Sans"/>
              </a:rPr>
              <a:t> </a:t>
            </a:r>
            <a:r>
              <a:rPr lang="en-US" sz="2157" b="0" i="0" u="none" strike="noStrike" cap="none" dirty="0" err="1">
                <a:solidFill>
                  <a:srgbClr val="29455B"/>
                </a:solidFill>
                <a:latin typeface="Open Sans"/>
                <a:ea typeface="Open Sans"/>
                <a:cs typeface="Open Sans"/>
                <a:sym typeface="Open Sans"/>
              </a:rPr>
              <a:t>peletakan</a:t>
            </a:r>
            <a:r>
              <a:rPr lang="en-US" sz="2157" b="0" i="0" u="none" strike="noStrike" cap="none" dirty="0">
                <a:solidFill>
                  <a:srgbClr val="29455B"/>
                </a:solidFill>
                <a:latin typeface="Open Sans"/>
                <a:ea typeface="Open Sans"/>
                <a:cs typeface="Open Sans"/>
                <a:sym typeface="Open Sans"/>
              </a:rPr>
              <a:t> HT.</a:t>
            </a:r>
            <a:endParaRPr dirty="0"/>
          </a:p>
          <a:p>
            <a:pPr marL="465797" marR="0" lvl="1" indent="-232898" algn="l" rtl="0">
              <a:lnSpc>
                <a:spcPct val="140009"/>
              </a:lnSpc>
              <a:spcBef>
                <a:spcPts val="0"/>
              </a:spcBef>
              <a:spcAft>
                <a:spcPts val="0"/>
              </a:spcAft>
              <a:buClr>
                <a:srgbClr val="29455B"/>
              </a:buClr>
              <a:buSzPts val="2157"/>
              <a:buFont typeface="Arial"/>
              <a:buChar char="•"/>
            </a:pPr>
            <a:r>
              <a:rPr lang="en-US" sz="2157" b="0" i="0" u="none" strike="noStrike" cap="none" dirty="0">
                <a:solidFill>
                  <a:srgbClr val="29455B"/>
                </a:solidFill>
                <a:latin typeface="Open Sans"/>
                <a:ea typeface="Open Sans"/>
                <a:cs typeface="Open Sans"/>
                <a:sym typeface="Open Sans"/>
              </a:rPr>
              <a:t>Harus </a:t>
            </a:r>
            <a:r>
              <a:rPr lang="en-US" sz="2157" b="0" i="0" u="none" strike="noStrike" cap="none" dirty="0" err="1">
                <a:solidFill>
                  <a:srgbClr val="29455B"/>
                </a:solidFill>
                <a:latin typeface="Open Sans"/>
                <a:ea typeface="Open Sans"/>
                <a:cs typeface="Open Sans"/>
                <a:sym typeface="Open Sans"/>
              </a:rPr>
              <a:t>menghafal</a:t>
            </a:r>
            <a:r>
              <a:rPr lang="en-US" sz="2157" b="0" i="0" u="none" strike="noStrike" cap="none" dirty="0">
                <a:solidFill>
                  <a:srgbClr val="29455B"/>
                </a:solidFill>
                <a:latin typeface="Open Sans"/>
                <a:ea typeface="Open Sans"/>
                <a:cs typeface="Open Sans"/>
                <a:sym typeface="Open Sans"/>
              </a:rPr>
              <a:t> </a:t>
            </a:r>
            <a:r>
              <a:rPr lang="en-US" sz="2157" b="0" i="0" u="none" strike="noStrike" cap="none" dirty="0" err="1">
                <a:solidFill>
                  <a:srgbClr val="29455B"/>
                </a:solidFill>
                <a:latin typeface="Open Sans"/>
                <a:ea typeface="Open Sans"/>
                <a:cs typeface="Open Sans"/>
                <a:sym typeface="Open Sans"/>
              </a:rPr>
              <a:t>lirik</a:t>
            </a:r>
            <a:r>
              <a:rPr lang="en-US" sz="2157" b="0" i="0" u="none" strike="noStrike" cap="none" dirty="0">
                <a:solidFill>
                  <a:srgbClr val="29455B"/>
                </a:solidFill>
                <a:latin typeface="Open Sans"/>
                <a:ea typeface="Open Sans"/>
                <a:cs typeface="Open Sans"/>
                <a:sym typeface="Open Sans"/>
              </a:rPr>
              <a:t> yang </a:t>
            </a:r>
            <a:r>
              <a:rPr lang="en-US" sz="2157" b="0" i="0" u="none" strike="noStrike" cap="none" dirty="0" err="1">
                <a:solidFill>
                  <a:srgbClr val="29455B"/>
                </a:solidFill>
                <a:latin typeface="Open Sans"/>
                <a:ea typeface="Open Sans"/>
                <a:cs typeface="Open Sans"/>
                <a:sym typeface="Open Sans"/>
              </a:rPr>
              <a:t>sudah</a:t>
            </a:r>
            <a:r>
              <a:rPr lang="en-US" sz="2157" b="0" i="0" u="none" strike="noStrike" cap="none" dirty="0">
                <a:solidFill>
                  <a:srgbClr val="29455B"/>
                </a:solidFill>
                <a:latin typeface="Open Sans"/>
                <a:ea typeface="Open Sans"/>
                <a:cs typeface="Open Sans"/>
                <a:sym typeface="Open Sans"/>
              </a:rPr>
              <a:t> di </a:t>
            </a:r>
            <a:r>
              <a:rPr lang="en-US" sz="2157" b="0" i="0" u="none" strike="noStrike" cap="none" dirty="0" err="1">
                <a:solidFill>
                  <a:srgbClr val="29455B"/>
                </a:solidFill>
                <a:latin typeface="Open Sans"/>
                <a:ea typeface="Open Sans"/>
                <a:cs typeface="Open Sans"/>
                <a:sym typeface="Open Sans"/>
              </a:rPr>
              <a:t>sediakan</a:t>
            </a:r>
            <a:r>
              <a:rPr lang="en-US" sz="2157" b="0" i="0" u="none" strike="noStrike" cap="none" dirty="0">
                <a:solidFill>
                  <a:srgbClr val="29455B"/>
                </a:solidFill>
                <a:latin typeface="Open Sans"/>
                <a:ea typeface="Open Sans"/>
                <a:cs typeface="Open Sans"/>
                <a:sym typeface="Open Sans"/>
              </a:rPr>
              <a:t>.</a:t>
            </a:r>
            <a:endParaRPr dirty="0"/>
          </a:p>
          <a:p>
            <a:pPr marL="0" marR="0" lvl="0" indent="0" algn="l" rtl="0">
              <a:lnSpc>
                <a:spcPct val="140008"/>
              </a:lnSpc>
              <a:spcBef>
                <a:spcPts val="0"/>
              </a:spcBef>
              <a:spcAft>
                <a:spcPts val="0"/>
              </a:spcAft>
              <a:buNone/>
            </a:pPr>
            <a:r>
              <a:rPr lang="en-US" sz="2257" b="0" i="0" u="none" strike="noStrike" cap="none" dirty="0" err="1">
                <a:solidFill>
                  <a:srgbClr val="29455B"/>
                </a:solidFill>
                <a:latin typeface="Open Sans"/>
                <a:ea typeface="Open Sans"/>
                <a:cs typeface="Open Sans"/>
                <a:sym typeface="Open Sans"/>
              </a:rPr>
              <a:t>Ketuplak</a:t>
            </a:r>
            <a:r>
              <a:rPr lang="en-US" sz="2257" b="0" i="0" u="none" strike="noStrike" cap="none" dirty="0">
                <a:solidFill>
                  <a:srgbClr val="29455B"/>
                </a:solidFill>
                <a:latin typeface="Open Sans"/>
                <a:ea typeface="Open Sans"/>
                <a:cs typeface="Open Sans"/>
                <a:sym typeface="Open Sans"/>
              </a:rPr>
              <a:t> : </a:t>
            </a:r>
            <a:endParaRPr dirty="0"/>
          </a:p>
          <a:p>
            <a:pPr marL="465797" marR="0" lvl="1" indent="-232898" algn="l" rtl="0">
              <a:lnSpc>
                <a:spcPct val="140009"/>
              </a:lnSpc>
              <a:spcBef>
                <a:spcPts val="0"/>
              </a:spcBef>
              <a:spcAft>
                <a:spcPts val="0"/>
              </a:spcAft>
              <a:buClr>
                <a:srgbClr val="29455B"/>
              </a:buClr>
              <a:buSzPts val="2157"/>
              <a:buFont typeface="Arial"/>
              <a:buChar char="•"/>
            </a:pPr>
            <a:r>
              <a:rPr lang="en-US" sz="2157" b="0" i="0" u="none" strike="noStrike" cap="none" dirty="0" err="1">
                <a:solidFill>
                  <a:srgbClr val="29455B"/>
                </a:solidFill>
                <a:latin typeface="Open Sans"/>
                <a:ea typeface="Open Sans"/>
                <a:cs typeface="Open Sans"/>
                <a:sym typeface="Open Sans"/>
              </a:rPr>
              <a:t>Ketua</a:t>
            </a:r>
            <a:r>
              <a:rPr lang="en-US" sz="2157" b="0" i="0" u="none" strike="noStrike" cap="none" dirty="0">
                <a:solidFill>
                  <a:srgbClr val="29455B"/>
                </a:solidFill>
                <a:latin typeface="Open Sans"/>
                <a:ea typeface="Open Sans"/>
                <a:cs typeface="Open Sans"/>
                <a:sym typeface="Open Sans"/>
              </a:rPr>
              <a:t> </a:t>
            </a:r>
            <a:r>
              <a:rPr lang="en-US" sz="2157" b="0" i="0" u="none" strike="noStrike" cap="none" dirty="0" err="1">
                <a:solidFill>
                  <a:srgbClr val="29455B"/>
                </a:solidFill>
                <a:latin typeface="Open Sans"/>
                <a:ea typeface="Open Sans"/>
                <a:cs typeface="Open Sans"/>
                <a:sym typeface="Open Sans"/>
              </a:rPr>
              <a:t>pelaksana</a:t>
            </a:r>
            <a:r>
              <a:rPr lang="en-US" sz="2157" b="0" i="0" u="none" strike="noStrike" cap="none" dirty="0">
                <a:solidFill>
                  <a:srgbClr val="29455B"/>
                </a:solidFill>
                <a:latin typeface="Open Sans"/>
                <a:ea typeface="Open Sans"/>
                <a:cs typeface="Open Sans"/>
                <a:sym typeface="Open Sans"/>
              </a:rPr>
              <a:t> </a:t>
            </a:r>
            <a:r>
              <a:rPr lang="en-US" sz="2157" b="0" i="0" u="none" strike="noStrike" cap="none" dirty="0" err="1">
                <a:solidFill>
                  <a:srgbClr val="29455B"/>
                </a:solidFill>
                <a:latin typeface="Open Sans"/>
                <a:ea typeface="Open Sans"/>
                <a:cs typeface="Open Sans"/>
                <a:sym typeface="Open Sans"/>
              </a:rPr>
              <a:t>harus</a:t>
            </a:r>
            <a:r>
              <a:rPr lang="en-US" sz="2157" b="0" i="0" u="none" strike="noStrike" cap="none" dirty="0">
                <a:solidFill>
                  <a:srgbClr val="29455B"/>
                </a:solidFill>
                <a:latin typeface="Open Sans"/>
                <a:ea typeface="Open Sans"/>
                <a:cs typeface="Open Sans"/>
                <a:sym typeface="Open Sans"/>
              </a:rPr>
              <a:t> </a:t>
            </a:r>
            <a:r>
              <a:rPr lang="en-US" sz="2157" b="0" i="0" u="none" strike="noStrike" cap="none" dirty="0" err="1">
                <a:solidFill>
                  <a:srgbClr val="29455B"/>
                </a:solidFill>
                <a:latin typeface="Open Sans"/>
                <a:ea typeface="Open Sans"/>
                <a:cs typeface="Open Sans"/>
                <a:sym typeface="Open Sans"/>
              </a:rPr>
              <a:t>bisa</a:t>
            </a:r>
            <a:r>
              <a:rPr lang="en-US" sz="2157" b="0" i="0" u="none" strike="noStrike" cap="none" dirty="0">
                <a:solidFill>
                  <a:srgbClr val="29455B"/>
                </a:solidFill>
                <a:latin typeface="Open Sans"/>
                <a:ea typeface="Open Sans"/>
                <a:cs typeface="Open Sans"/>
                <a:sym typeface="Open Sans"/>
              </a:rPr>
              <a:t> </a:t>
            </a:r>
            <a:r>
              <a:rPr lang="en-US" sz="2157" b="0" i="0" u="none" strike="noStrike" cap="none" dirty="0" err="1">
                <a:solidFill>
                  <a:srgbClr val="29455B"/>
                </a:solidFill>
                <a:latin typeface="Open Sans"/>
                <a:ea typeface="Open Sans"/>
                <a:cs typeface="Open Sans"/>
                <a:sym typeface="Open Sans"/>
              </a:rPr>
              <a:t>lebih</a:t>
            </a:r>
            <a:r>
              <a:rPr lang="en-US" sz="2157" b="0" i="0" u="none" strike="noStrike" cap="none" dirty="0">
                <a:solidFill>
                  <a:srgbClr val="29455B"/>
                </a:solidFill>
                <a:latin typeface="Open Sans"/>
                <a:ea typeface="Open Sans"/>
                <a:cs typeface="Open Sans"/>
                <a:sym typeface="Open Sans"/>
              </a:rPr>
              <a:t> </a:t>
            </a:r>
            <a:r>
              <a:rPr lang="en-US" sz="2157" b="0" i="0" u="none" strike="noStrike" cap="none" dirty="0" err="1">
                <a:solidFill>
                  <a:srgbClr val="29455B"/>
                </a:solidFill>
                <a:latin typeface="Open Sans"/>
                <a:ea typeface="Open Sans"/>
                <a:cs typeface="Open Sans"/>
                <a:sym typeface="Open Sans"/>
              </a:rPr>
              <a:t>sering</a:t>
            </a:r>
            <a:r>
              <a:rPr lang="en-US" sz="2157" b="0" i="0" u="none" strike="noStrike" cap="none" dirty="0">
                <a:solidFill>
                  <a:srgbClr val="29455B"/>
                </a:solidFill>
                <a:latin typeface="Open Sans"/>
                <a:ea typeface="Open Sans"/>
                <a:cs typeface="Open Sans"/>
                <a:sym typeface="Open Sans"/>
              </a:rPr>
              <a:t> </a:t>
            </a:r>
            <a:r>
              <a:rPr lang="en-US" sz="2157" b="0" i="0" u="none" strike="noStrike" cap="none" dirty="0" err="1">
                <a:solidFill>
                  <a:srgbClr val="29455B"/>
                </a:solidFill>
                <a:latin typeface="Open Sans"/>
                <a:ea typeface="Open Sans"/>
                <a:cs typeface="Open Sans"/>
                <a:sym typeface="Open Sans"/>
              </a:rPr>
              <a:t>untuk</a:t>
            </a:r>
            <a:r>
              <a:rPr lang="en-US" sz="2157" b="0" i="0" u="none" strike="noStrike" cap="none" dirty="0">
                <a:solidFill>
                  <a:srgbClr val="29455B"/>
                </a:solidFill>
                <a:latin typeface="Open Sans"/>
                <a:ea typeface="Open Sans"/>
                <a:cs typeface="Open Sans"/>
                <a:sym typeface="Open Sans"/>
              </a:rPr>
              <a:t> </a:t>
            </a:r>
            <a:r>
              <a:rPr lang="en-US" sz="2157" b="0" i="0" u="none" strike="noStrike" cap="none" dirty="0" err="1">
                <a:solidFill>
                  <a:srgbClr val="29455B"/>
                </a:solidFill>
                <a:latin typeface="Open Sans"/>
                <a:ea typeface="Open Sans"/>
                <a:cs typeface="Open Sans"/>
                <a:sym typeface="Open Sans"/>
              </a:rPr>
              <a:t>berkoordinasi</a:t>
            </a:r>
            <a:r>
              <a:rPr lang="en-US" sz="2157" b="0" i="0" u="none" strike="noStrike" cap="none" dirty="0">
                <a:solidFill>
                  <a:srgbClr val="29455B"/>
                </a:solidFill>
                <a:latin typeface="Open Sans"/>
                <a:ea typeface="Open Sans"/>
                <a:cs typeface="Open Sans"/>
                <a:sym typeface="Open Sans"/>
              </a:rPr>
              <a:t> </a:t>
            </a:r>
            <a:r>
              <a:rPr lang="en-US" sz="2157" b="0" i="0" u="none" strike="noStrike" cap="none" dirty="0" err="1">
                <a:solidFill>
                  <a:srgbClr val="29455B"/>
                </a:solidFill>
                <a:latin typeface="Open Sans"/>
                <a:ea typeface="Open Sans"/>
                <a:cs typeface="Open Sans"/>
                <a:sym typeface="Open Sans"/>
              </a:rPr>
              <a:t>dengan</a:t>
            </a:r>
            <a:r>
              <a:rPr lang="en-US" sz="2157" b="0" i="0" u="none" strike="noStrike" cap="none" dirty="0">
                <a:solidFill>
                  <a:srgbClr val="29455B"/>
                </a:solidFill>
                <a:latin typeface="Open Sans"/>
                <a:ea typeface="Open Sans"/>
                <a:cs typeface="Open Sans"/>
                <a:sym typeface="Open Sans"/>
              </a:rPr>
              <a:t> sc.</a:t>
            </a:r>
            <a:endParaRPr dirty="0"/>
          </a:p>
          <a:p>
            <a:pPr marL="465797" marR="0" lvl="1" indent="-232898" algn="l" rtl="0">
              <a:lnSpc>
                <a:spcPct val="140009"/>
              </a:lnSpc>
              <a:spcBef>
                <a:spcPts val="0"/>
              </a:spcBef>
              <a:spcAft>
                <a:spcPts val="0"/>
              </a:spcAft>
              <a:buClr>
                <a:srgbClr val="29455B"/>
              </a:buClr>
              <a:buSzPts val="2157"/>
              <a:buFont typeface="Arial"/>
              <a:buChar char="•"/>
            </a:pPr>
            <a:r>
              <a:rPr lang="en-US" sz="2157" dirty="0" err="1">
                <a:solidFill>
                  <a:srgbClr val="29455B"/>
                </a:solidFill>
                <a:latin typeface="Open Sans"/>
                <a:ea typeface="Open Sans"/>
                <a:cs typeface="Open Sans"/>
                <a:sym typeface="Open Sans"/>
              </a:rPr>
              <a:t>Ketua</a:t>
            </a:r>
            <a:r>
              <a:rPr lang="en-US" sz="2157" dirty="0">
                <a:solidFill>
                  <a:srgbClr val="29455B"/>
                </a:solidFill>
                <a:latin typeface="Open Sans"/>
                <a:ea typeface="Open Sans"/>
                <a:cs typeface="Open Sans"/>
                <a:sym typeface="Open Sans"/>
              </a:rPr>
              <a:t> </a:t>
            </a:r>
            <a:r>
              <a:rPr lang="en-US" sz="2157" dirty="0" err="1">
                <a:solidFill>
                  <a:srgbClr val="29455B"/>
                </a:solidFill>
                <a:latin typeface="Open Sans"/>
                <a:ea typeface="Open Sans"/>
                <a:cs typeface="Open Sans"/>
                <a:sym typeface="Open Sans"/>
              </a:rPr>
              <a:t>pelaksana</a:t>
            </a:r>
            <a:r>
              <a:rPr lang="en-US" sz="2157" dirty="0">
                <a:solidFill>
                  <a:srgbClr val="29455B"/>
                </a:solidFill>
                <a:latin typeface="Open Sans"/>
                <a:ea typeface="Open Sans"/>
                <a:cs typeface="Open Sans"/>
                <a:sym typeface="Open Sans"/>
              </a:rPr>
              <a:t> </a:t>
            </a:r>
            <a:r>
              <a:rPr lang="en-US" sz="2157" dirty="0" err="1">
                <a:solidFill>
                  <a:srgbClr val="29455B"/>
                </a:solidFill>
                <a:latin typeface="Open Sans"/>
                <a:ea typeface="Open Sans"/>
                <a:cs typeface="Open Sans"/>
                <a:sym typeface="Open Sans"/>
              </a:rPr>
              <a:t>harus</a:t>
            </a:r>
            <a:r>
              <a:rPr lang="en-US" sz="2157" dirty="0">
                <a:solidFill>
                  <a:srgbClr val="29455B"/>
                </a:solidFill>
                <a:latin typeface="Open Sans"/>
                <a:ea typeface="Open Sans"/>
                <a:cs typeface="Open Sans"/>
                <a:sym typeface="Open Sans"/>
              </a:rPr>
              <a:t> </a:t>
            </a:r>
            <a:r>
              <a:rPr lang="en-US" sz="2157" dirty="0" err="1">
                <a:solidFill>
                  <a:srgbClr val="29455B"/>
                </a:solidFill>
                <a:latin typeface="Open Sans"/>
                <a:ea typeface="Open Sans"/>
                <a:cs typeface="Open Sans"/>
                <a:sym typeface="Open Sans"/>
              </a:rPr>
              <a:t>lebih</a:t>
            </a:r>
            <a:r>
              <a:rPr lang="en-US" sz="2157" dirty="0">
                <a:solidFill>
                  <a:srgbClr val="29455B"/>
                </a:solidFill>
                <a:latin typeface="Open Sans"/>
                <a:ea typeface="Open Sans"/>
                <a:cs typeface="Open Sans"/>
                <a:sym typeface="Open Sans"/>
              </a:rPr>
              <a:t> </a:t>
            </a:r>
            <a:r>
              <a:rPr lang="en-US" sz="2157" dirty="0" err="1">
                <a:solidFill>
                  <a:srgbClr val="29455B"/>
                </a:solidFill>
                <a:latin typeface="Open Sans"/>
                <a:ea typeface="Open Sans"/>
                <a:cs typeface="Open Sans"/>
                <a:sym typeface="Open Sans"/>
              </a:rPr>
              <a:t>sering</a:t>
            </a:r>
            <a:r>
              <a:rPr lang="en-US" sz="2157" dirty="0">
                <a:solidFill>
                  <a:srgbClr val="29455B"/>
                </a:solidFill>
                <a:latin typeface="Open Sans"/>
                <a:ea typeface="Open Sans"/>
                <a:cs typeface="Open Sans"/>
                <a:sym typeface="Open Sans"/>
              </a:rPr>
              <a:t> </a:t>
            </a:r>
            <a:r>
              <a:rPr lang="en-US" sz="2157" dirty="0" err="1">
                <a:solidFill>
                  <a:srgbClr val="29455B"/>
                </a:solidFill>
                <a:latin typeface="Open Sans"/>
                <a:ea typeface="Open Sans"/>
                <a:cs typeface="Open Sans"/>
                <a:sym typeface="Open Sans"/>
              </a:rPr>
              <a:t>berkumunikasi</a:t>
            </a:r>
            <a:endParaRPr lang="en-US" sz="2157" dirty="0">
              <a:solidFill>
                <a:srgbClr val="29455B"/>
              </a:solidFill>
              <a:latin typeface="Open Sans"/>
              <a:ea typeface="Open Sans"/>
              <a:cs typeface="Open Sans"/>
              <a:sym typeface="Open Sans"/>
            </a:endParaRPr>
          </a:p>
          <a:p>
            <a:pPr marL="465797" marR="0" lvl="1" indent="-232898" algn="l" rtl="0">
              <a:lnSpc>
                <a:spcPct val="140009"/>
              </a:lnSpc>
              <a:spcBef>
                <a:spcPts val="0"/>
              </a:spcBef>
              <a:spcAft>
                <a:spcPts val="0"/>
              </a:spcAft>
              <a:buClr>
                <a:srgbClr val="29455B"/>
              </a:buClr>
              <a:buSzPts val="2157"/>
              <a:buFont typeface="Arial"/>
              <a:buChar char="•"/>
            </a:pPr>
            <a:endParaRPr dirty="0"/>
          </a:p>
          <a:p>
            <a:pPr marL="0" marR="0" lvl="0" indent="0" algn="l" rtl="0">
              <a:lnSpc>
                <a:spcPct val="140009"/>
              </a:lnSpc>
              <a:spcBef>
                <a:spcPts val="0"/>
              </a:spcBef>
              <a:spcAft>
                <a:spcPts val="0"/>
              </a:spcAft>
              <a:buNone/>
            </a:pPr>
            <a:r>
              <a:rPr lang="en-US" sz="2157" b="0" i="0" u="none" strike="noStrike" cap="none" dirty="0" err="1">
                <a:solidFill>
                  <a:srgbClr val="29455B"/>
                </a:solidFill>
                <a:latin typeface="Open Sans"/>
                <a:ea typeface="Open Sans"/>
                <a:cs typeface="Open Sans"/>
                <a:sym typeface="Open Sans"/>
              </a:rPr>
              <a:t>Sekretaris</a:t>
            </a:r>
            <a:r>
              <a:rPr lang="en-US" sz="2157" b="0" i="0" u="none" strike="noStrike" cap="none" dirty="0">
                <a:solidFill>
                  <a:srgbClr val="29455B"/>
                </a:solidFill>
                <a:latin typeface="Open Sans"/>
                <a:ea typeface="Open Sans"/>
                <a:cs typeface="Open Sans"/>
                <a:sym typeface="Open Sans"/>
              </a:rPr>
              <a:t> :</a:t>
            </a:r>
            <a:endParaRPr dirty="0"/>
          </a:p>
          <a:p>
            <a:pPr marL="465797" marR="0" lvl="1" indent="-232898" algn="l" rtl="0">
              <a:lnSpc>
                <a:spcPct val="140009"/>
              </a:lnSpc>
              <a:spcBef>
                <a:spcPts val="0"/>
              </a:spcBef>
              <a:spcAft>
                <a:spcPts val="0"/>
              </a:spcAft>
              <a:buClr>
                <a:srgbClr val="29455B"/>
              </a:buClr>
              <a:buSzPts val="2157"/>
              <a:buFont typeface="Arial"/>
              <a:buChar char="•"/>
            </a:pPr>
            <a:r>
              <a:rPr lang="en-US" sz="2157" b="0" i="0" u="none" strike="noStrike" cap="none" dirty="0" err="1">
                <a:solidFill>
                  <a:srgbClr val="29455B"/>
                </a:solidFill>
                <a:latin typeface="Open Sans"/>
                <a:ea typeface="Open Sans"/>
                <a:cs typeface="Open Sans"/>
                <a:sym typeface="Open Sans"/>
              </a:rPr>
              <a:t>Lebih</a:t>
            </a:r>
            <a:r>
              <a:rPr lang="en-US" sz="2157" b="0" i="0" u="none" strike="noStrike" cap="none" dirty="0">
                <a:solidFill>
                  <a:srgbClr val="29455B"/>
                </a:solidFill>
                <a:latin typeface="Open Sans"/>
                <a:ea typeface="Open Sans"/>
                <a:cs typeface="Open Sans"/>
                <a:sym typeface="Open Sans"/>
              </a:rPr>
              <a:t> </a:t>
            </a:r>
            <a:r>
              <a:rPr lang="en-US" sz="2157" b="0" i="0" u="none" strike="noStrike" cap="none" dirty="0" err="1">
                <a:solidFill>
                  <a:srgbClr val="29455B"/>
                </a:solidFill>
                <a:latin typeface="Open Sans"/>
                <a:ea typeface="Open Sans"/>
                <a:cs typeface="Open Sans"/>
                <a:sym typeface="Open Sans"/>
              </a:rPr>
              <a:t>diperhatikan</a:t>
            </a:r>
            <a:r>
              <a:rPr lang="en-US" sz="2157" b="0" i="0" u="none" strike="noStrike" cap="none" dirty="0">
                <a:solidFill>
                  <a:srgbClr val="29455B"/>
                </a:solidFill>
                <a:latin typeface="Open Sans"/>
                <a:ea typeface="Open Sans"/>
                <a:cs typeface="Open Sans"/>
                <a:sym typeface="Open Sans"/>
              </a:rPr>
              <a:t> </a:t>
            </a:r>
            <a:r>
              <a:rPr lang="en-US" sz="2157" b="0" i="0" u="none" strike="noStrike" cap="none" dirty="0" err="1">
                <a:solidFill>
                  <a:srgbClr val="29455B"/>
                </a:solidFill>
                <a:latin typeface="Open Sans"/>
                <a:ea typeface="Open Sans"/>
                <a:cs typeface="Open Sans"/>
                <a:sym typeface="Open Sans"/>
              </a:rPr>
              <a:t>lagi</a:t>
            </a:r>
            <a:r>
              <a:rPr lang="en-US" sz="2157" b="0" i="0" u="none" strike="noStrike" cap="none" dirty="0">
                <a:solidFill>
                  <a:srgbClr val="29455B"/>
                </a:solidFill>
                <a:latin typeface="Open Sans"/>
                <a:ea typeface="Open Sans"/>
                <a:cs typeface="Open Sans"/>
                <a:sym typeface="Open Sans"/>
              </a:rPr>
              <a:t> detail </a:t>
            </a:r>
            <a:r>
              <a:rPr lang="en-US" sz="2157" b="0" i="0" u="none" strike="noStrike" cap="none" dirty="0" err="1">
                <a:solidFill>
                  <a:srgbClr val="29455B"/>
                </a:solidFill>
                <a:latin typeface="Open Sans"/>
                <a:ea typeface="Open Sans"/>
                <a:cs typeface="Open Sans"/>
                <a:sym typeface="Open Sans"/>
              </a:rPr>
              <a:t>dari</a:t>
            </a:r>
            <a:r>
              <a:rPr lang="en-US" sz="2157" b="0" i="0" u="none" strike="noStrike" cap="none" dirty="0">
                <a:solidFill>
                  <a:srgbClr val="29455B"/>
                </a:solidFill>
                <a:latin typeface="Open Sans"/>
                <a:ea typeface="Open Sans"/>
                <a:cs typeface="Open Sans"/>
                <a:sym typeface="Open Sans"/>
              </a:rPr>
              <a:t> </a:t>
            </a:r>
            <a:r>
              <a:rPr lang="en-US" sz="2157" b="0" i="0" u="none" strike="noStrike" cap="none" dirty="0" err="1">
                <a:solidFill>
                  <a:srgbClr val="29455B"/>
                </a:solidFill>
                <a:latin typeface="Open Sans"/>
                <a:ea typeface="Open Sans"/>
                <a:cs typeface="Open Sans"/>
                <a:sym typeface="Open Sans"/>
              </a:rPr>
              <a:t>isi</a:t>
            </a:r>
            <a:r>
              <a:rPr lang="en-US" sz="2157" b="0" i="0" u="none" strike="noStrike" cap="none" dirty="0">
                <a:solidFill>
                  <a:srgbClr val="29455B"/>
                </a:solidFill>
                <a:latin typeface="Open Sans"/>
                <a:ea typeface="Open Sans"/>
                <a:cs typeface="Open Sans"/>
                <a:sym typeface="Open Sans"/>
              </a:rPr>
              <a:t> </a:t>
            </a:r>
            <a:r>
              <a:rPr lang="en-US" sz="2157" b="0" i="0" u="none" strike="noStrike" cap="none" dirty="0" err="1">
                <a:solidFill>
                  <a:srgbClr val="29455B"/>
                </a:solidFill>
                <a:latin typeface="Open Sans"/>
                <a:ea typeface="Open Sans"/>
                <a:cs typeface="Open Sans"/>
                <a:sym typeface="Open Sans"/>
              </a:rPr>
              <a:t>surat</a:t>
            </a:r>
            <a:r>
              <a:rPr lang="en-US" sz="2157" b="0" i="0" u="none" strike="noStrike" cap="none" dirty="0">
                <a:solidFill>
                  <a:srgbClr val="29455B"/>
                </a:solidFill>
                <a:latin typeface="Open Sans"/>
                <a:ea typeface="Open Sans"/>
                <a:cs typeface="Open Sans"/>
                <a:sym typeface="Open Sans"/>
              </a:rPr>
              <a:t> </a:t>
            </a:r>
            <a:r>
              <a:rPr lang="en-US" sz="2157" b="0" i="0" u="none" strike="noStrike" cap="none" dirty="0" err="1">
                <a:solidFill>
                  <a:srgbClr val="29455B"/>
                </a:solidFill>
                <a:latin typeface="Open Sans"/>
                <a:ea typeface="Open Sans"/>
                <a:cs typeface="Open Sans"/>
                <a:sym typeface="Open Sans"/>
              </a:rPr>
              <a:t>tersebut</a:t>
            </a:r>
            <a:r>
              <a:rPr lang="en-US" sz="2157" b="0" i="0" u="none" strike="noStrike" cap="none" dirty="0">
                <a:solidFill>
                  <a:srgbClr val="29455B"/>
                </a:solidFill>
                <a:latin typeface="Open Sans"/>
                <a:ea typeface="Open Sans"/>
                <a:cs typeface="Open Sans"/>
                <a:sym typeface="Open Sans"/>
              </a:rPr>
              <a:t>. </a:t>
            </a:r>
            <a:endParaRPr dirty="0"/>
          </a:p>
          <a:p>
            <a:pPr marL="0" marR="0" lvl="0" indent="0" algn="l" rtl="0">
              <a:lnSpc>
                <a:spcPct val="140009"/>
              </a:lnSpc>
              <a:spcBef>
                <a:spcPts val="0"/>
              </a:spcBef>
              <a:spcAft>
                <a:spcPts val="0"/>
              </a:spcAft>
              <a:buNone/>
            </a:pPr>
            <a:r>
              <a:rPr lang="en-US" sz="2157" b="0" i="0" u="none" strike="noStrike" cap="none" dirty="0" err="1">
                <a:solidFill>
                  <a:srgbClr val="29455B"/>
                </a:solidFill>
                <a:latin typeface="Open Sans"/>
                <a:ea typeface="Open Sans"/>
                <a:cs typeface="Open Sans"/>
                <a:sym typeface="Open Sans"/>
              </a:rPr>
              <a:t>Bendahara</a:t>
            </a:r>
            <a:endParaRPr dirty="0"/>
          </a:p>
          <a:p>
            <a:pPr marL="465797" marR="0" lvl="1" indent="-232898" algn="l" rtl="0">
              <a:lnSpc>
                <a:spcPct val="140009"/>
              </a:lnSpc>
              <a:spcBef>
                <a:spcPts val="0"/>
              </a:spcBef>
              <a:spcAft>
                <a:spcPts val="0"/>
              </a:spcAft>
              <a:buClr>
                <a:srgbClr val="29455B"/>
              </a:buClr>
              <a:buSzPts val="2157"/>
              <a:buFont typeface="Arial"/>
              <a:buChar char="•"/>
            </a:pPr>
            <a:r>
              <a:rPr lang="en-US" sz="2157" b="0" i="0" u="none" strike="noStrike" cap="none" dirty="0" err="1">
                <a:solidFill>
                  <a:srgbClr val="29455B"/>
                </a:solidFill>
                <a:latin typeface="Open Sans"/>
                <a:ea typeface="Open Sans"/>
                <a:cs typeface="Open Sans"/>
                <a:sym typeface="Open Sans"/>
              </a:rPr>
              <a:t>Lebih</a:t>
            </a:r>
            <a:r>
              <a:rPr lang="en-US" sz="2157" b="0" i="0" u="none" strike="noStrike" cap="none" dirty="0">
                <a:solidFill>
                  <a:srgbClr val="29455B"/>
                </a:solidFill>
                <a:latin typeface="Open Sans"/>
                <a:ea typeface="Open Sans"/>
                <a:cs typeface="Open Sans"/>
                <a:sym typeface="Open Sans"/>
              </a:rPr>
              <a:t> </a:t>
            </a:r>
            <a:r>
              <a:rPr lang="en-US" sz="2157" b="0" i="0" u="none" strike="noStrike" cap="none" dirty="0" err="1">
                <a:solidFill>
                  <a:srgbClr val="29455B"/>
                </a:solidFill>
                <a:latin typeface="Open Sans"/>
                <a:ea typeface="Open Sans"/>
                <a:cs typeface="Open Sans"/>
                <a:sym typeface="Open Sans"/>
              </a:rPr>
              <a:t>persiapin</a:t>
            </a:r>
            <a:r>
              <a:rPr lang="en-US" sz="2157" b="0" i="0" u="none" strike="noStrike" cap="none" dirty="0">
                <a:solidFill>
                  <a:srgbClr val="29455B"/>
                </a:solidFill>
                <a:latin typeface="Open Sans"/>
                <a:ea typeface="Open Sans"/>
                <a:cs typeface="Open Sans"/>
                <a:sym typeface="Open Sans"/>
              </a:rPr>
              <a:t> </a:t>
            </a:r>
            <a:r>
              <a:rPr lang="en-US" sz="2157" b="0" i="0" u="none" strike="noStrike" cap="none" dirty="0" err="1">
                <a:solidFill>
                  <a:srgbClr val="29455B"/>
                </a:solidFill>
                <a:latin typeface="Open Sans"/>
                <a:ea typeface="Open Sans"/>
                <a:cs typeface="Open Sans"/>
                <a:sym typeface="Open Sans"/>
              </a:rPr>
              <a:t>lagi</a:t>
            </a:r>
            <a:r>
              <a:rPr lang="en-US" sz="2157" b="0" i="0" u="none" strike="noStrike" cap="none" dirty="0">
                <a:solidFill>
                  <a:srgbClr val="29455B"/>
                </a:solidFill>
                <a:latin typeface="Open Sans"/>
                <a:ea typeface="Open Sans"/>
                <a:cs typeface="Open Sans"/>
                <a:sym typeface="Open Sans"/>
              </a:rPr>
              <a:t> </a:t>
            </a:r>
            <a:r>
              <a:rPr lang="en-US" sz="2157" b="0" i="0" u="none" strike="noStrike" cap="none" dirty="0" err="1">
                <a:solidFill>
                  <a:srgbClr val="29455B"/>
                </a:solidFill>
                <a:latin typeface="Open Sans"/>
                <a:ea typeface="Open Sans"/>
                <a:cs typeface="Open Sans"/>
                <a:sym typeface="Open Sans"/>
              </a:rPr>
              <a:t>untuk</a:t>
            </a:r>
            <a:r>
              <a:rPr lang="en-US" sz="2157" b="0" i="0" u="none" strike="noStrike" cap="none" dirty="0">
                <a:solidFill>
                  <a:srgbClr val="29455B"/>
                </a:solidFill>
                <a:latin typeface="Open Sans"/>
                <a:ea typeface="Open Sans"/>
                <a:cs typeface="Open Sans"/>
                <a:sym typeface="Open Sans"/>
              </a:rPr>
              <a:t> </a:t>
            </a:r>
            <a:r>
              <a:rPr lang="en-US" sz="2157" b="0" i="0" u="none" strike="noStrike" cap="none" dirty="0" err="1">
                <a:solidFill>
                  <a:srgbClr val="29455B"/>
                </a:solidFill>
                <a:latin typeface="Open Sans"/>
                <a:ea typeface="Open Sans"/>
                <a:cs typeface="Open Sans"/>
                <a:sym typeface="Open Sans"/>
              </a:rPr>
              <a:t>alat-alat</a:t>
            </a:r>
            <a:r>
              <a:rPr lang="en-US" sz="2157" b="0" i="0" u="none" strike="noStrike" cap="none" dirty="0">
                <a:solidFill>
                  <a:srgbClr val="29455B"/>
                </a:solidFill>
                <a:latin typeface="Open Sans"/>
                <a:ea typeface="Open Sans"/>
                <a:cs typeface="Open Sans"/>
                <a:sym typeface="Open Sans"/>
              </a:rPr>
              <a:t> yang </a:t>
            </a:r>
            <a:r>
              <a:rPr lang="en-US" sz="2157" b="0" i="0" u="none" strike="noStrike" cap="none" dirty="0" err="1">
                <a:solidFill>
                  <a:srgbClr val="29455B"/>
                </a:solidFill>
                <a:latin typeface="Open Sans"/>
                <a:ea typeface="Open Sans"/>
                <a:cs typeface="Open Sans"/>
                <a:sym typeface="Open Sans"/>
              </a:rPr>
              <a:t>dibeli</a:t>
            </a:r>
            <a:r>
              <a:rPr lang="en-US" sz="2157" b="0" i="0" u="none" strike="noStrike" cap="none" dirty="0">
                <a:solidFill>
                  <a:srgbClr val="29455B"/>
                </a:solidFill>
                <a:latin typeface="Open Sans"/>
                <a:ea typeface="Open Sans"/>
                <a:cs typeface="Open Sans"/>
                <a:sym typeface="Open Sans"/>
              </a:rPr>
              <a:t>.</a:t>
            </a:r>
            <a:endParaRPr dirty="0"/>
          </a:p>
          <a:p>
            <a:pPr marL="0" marR="0" lvl="0" indent="0" algn="l" rtl="0">
              <a:lnSpc>
                <a:spcPct val="140009"/>
              </a:lnSpc>
              <a:spcBef>
                <a:spcPts val="0"/>
              </a:spcBef>
              <a:spcAft>
                <a:spcPts val="0"/>
              </a:spcAft>
              <a:buNone/>
            </a:pPr>
            <a:endParaRPr sz="2157" b="0" i="0" u="none" strike="noStrike" cap="none" dirty="0">
              <a:solidFill>
                <a:srgbClr val="29455B"/>
              </a:solidFill>
              <a:latin typeface="Open Sans"/>
              <a:ea typeface="Open Sans"/>
              <a:cs typeface="Open Sans"/>
              <a:sym typeface="Open Sans"/>
            </a:endParaRPr>
          </a:p>
        </p:txBody>
      </p:sp>
      <p:cxnSp>
        <p:nvCxnSpPr>
          <p:cNvPr id="537" name="Google Shape;537;p18"/>
          <p:cNvCxnSpPr/>
          <p:nvPr/>
        </p:nvCxnSpPr>
        <p:spPr>
          <a:xfrm>
            <a:off x="321618" y="2837788"/>
            <a:ext cx="4424255" cy="0"/>
          </a:xfrm>
          <a:prstGeom prst="straightConnector1">
            <a:avLst/>
          </a:prstGeom>
          <a:noFill/>
          <a:ln w="38100" cap="rnd" cmpd="sng">
            <a:solidFill>
              <a:srgbClr val="EF8126"/>
            </a:solidFill>
            <a:prstDash val="solid"/>
            <a:round/>
            <a:headEnd type="none" w="sm" len="sm"/>
            <a:tailEnd type="none" w="sm" len="sm"/>
          </a:ln>
        </p:spPr>
      </p:cxnSp>
      <p:sp>
        <p:nvSpPr>
          <p:cNvPr id="538" name="Google Shape;538;p18"/>
          <p:cNvSpPr/>
          <p:nvPr/>
        </p:nvSpPr>
        <p:spPr>
          <a:xfrm>
            <a:off x="13302173" y="-984116"/>
            <a:ext cx="3139599" cy="3116766"/>
          </a:xfrm>
          <a:custGeom>
            <a:avLst/>
            <a:gdLst/>
            <a:ahLst/>
            <a:cxnLst/>
            <a:rect l="l" t="t" r="r" b="b"/>
            <a:pathLst>
              <a:path w="3139599" h="3116766" extrusionOk="0">
                <a:moveTo>
                  <a:pt x="0" y="0"/>
                </a:moveTo>
                <a:lnTo>
                  <a:pt x="3139599" y="0"/>
                </a:lnTo>
                <a:lnTo>
                  <a:pt x="3139599" y="3116766"/>
                </a:lnTo>
                <a:lnTo>
                  <a:pt x="0" y="3116766"/>
                </a:lnTo>
                <a:lnTo>
                  <a:pt x="0" y="0"/>
                </a:lnTo>
                <a:close/>
              </a:path>
            </a:pathLst>
          </a:custGeom>
          <a:blipFill rotWithShape="1">
            <a:blip r:embed="rId5">
              <a:alphaModFix/>
            </a:blip>
            <a:stretch>
              <a:fillRect/>
            </a:stretch>
          </a:blipFill>
          <a:ln>
            <a:noFill/>
          </a:ln>
        </p:spPr>
      </p:sp>
      <p:cxnSp>
        <p:nvCxnSpPr>
          <p:cNvPr id="539" name="Google Shape;539;p18"/>
          <p:cNvCxnSpPr/>
          <p:nvPr/>
        </p:nvCxnSpPr>
        <p:spPr>
          <a:xfrm>
            <a:off x="321618" y="2923513"/>
            <a:ext cx="4424255" cy="0"/>
          </a:xfrm>
          <a:prstGeom prst="straightConnector1">
            <a:avLst/>
          </a:prstGeom>
          <a:noFill/>
          <a:ln w="38100" cap="rnd" cmpd="sng">
            <a:solidFill>
              <a:srgbClr val="EF8126"/>
            </a:solidFill>
            <a:prstDash val="solid"/>
            <a:round/>
            <a:headEnd type="none" w="sm" len="sm"/>
            <a:tailEnd type="none" w="sm" len="sm"/>
          </a:ln>
        </p:spPr>
      </p:cxn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543"/>
        <p:cNvGrpSpPr/>
        <p:nvPr/>
      </p:nvGrpSpPr>
      <p:grpSpPr>
        <a:xfrm>
          <a:off x="0" y="0"/>
          <a:ext cx="0" cy="0"/>
          <a:chOff x="0" y="0"/>
          <a:chExt cx="0" cy="0"/>
        </a:xfrm>
      </p:grpSpPr>
      <p:sp>
        <p:nvSpPr>
          <p:cNvPr id="544" name="Google Shape;544;p19"/>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16609" b="-16608"/>
            </a:stretch>
          </a:blipFill>
          <a:ln>
            <a:noFill/>
          </a:ln>
        </p:spPr>
      </p:sp>
      <p:sp>
        <p:nvSpPr>
          <p:cNvPr id="545" name="Google Shape;545;p19"/>
          <p:cNvSpPr txBox="1"/>
          <p:nvPr/>
        </p:nvSpPr>
        <p:spPr>
          <a:xfrm>
            <a:off x="321618" y="726667"/>
            <a:ext cx="7659255" cy="1201802"/>
          </a:xfrm>
          <a:prstGeom prst="rect">
            <a:avLst/>
          </a:prstGeom>
          <a:noFill/>
          <a:ln>
            <a:noFill/>
          </a:ln>
        </p:spPr>
        <p:txBody>
          <a:bodyPr spcFirstLastPara="1" wrap="square" lIns="0" tIns="0" rIns="0" bIns="0" anchor="t" anchorCtr="0">
            <a:spAutoFit/>
          </a:bodyPr>
          <a:lstStyle/>
          <a:p>
            <a:pPr marL="0" marR="0" lvl="0" indent="0" algn="l" rtl="0">
              <a:lnSpc>
                <a:spcPct val="103000"/>
              </a:lnSpc>
              <a:spcBef>
                <a:spcPts val="0"/>
              </a:spcBef>
              <a:spcAft>
                <a:spcPts val="0"/>
              </a:spcAft>
              <a:buNone/>
            </a:pPr>
            <a:r>
              <a:rPr lang="en-US" sz="8900" b="1" i="0" u="none" strike="noStrike" cap="none">
                <a:solidFill>
                  <a:srgbClr val="29455B"/>
                </a:solidFill>
                <a:latin typeface="Arial"/>
                <a:ea typeface="Arial"/>
                <a:cs typeface="Arial"/>
                <a:sym typeface="Arial"/>
              </a:rPr>
              <a:t>LKMM-D</a:t>
            </a:r>
            <a:endParaRPr/>
          </a:p>
        </p:txBody>
      </p:sp>
      <p:grpSp>
        <p:nvGrpSpPr>
          <p:cNvPr id="546" name="Google Shape;546;p19"/>
          <p:cNvGrpSpPr/>
          <p:nvPr/>
        </p:nvGrpSpPr>
        <p:grpSpPr>
          <a:xfrm>
            <a:off x="0" y="-73983"/>
            <a:ext cx="9144000" cy="648250"/>
            <a:chOff x="0" y="-38100"/>
            <a:chExt cx="3513414" cy="249078"/>
          </a:xfrm>
        </p:grpSpPr>
        <p:sp>
          <p:nvSpPr>
            <p:cNvPr id="547" name="Google Shape;547;p19"/>
            <p:cNvSpPr/>
            <p:nvPr/>
          </p:nvSpPr>
          <p:spPr>
            <a:xfrm>
              <a:off x="0" y="0"/>
              <a:ext cx="3513414" cy="210978"/>
            </a:xfrm>
            <a:custGeom>
              <a:avLst/>
              <a:gdLst/>
              <a:ahLst/>
              <a:cxnLst/>
              <a:rect l="l" t="t" r="r" b="b"/>
              <a:pathLst>
                <a:path w="3513414" h="210978" extrusionOk="0">
                  <a:moveTo>
                    <a:pt x="0" y="0"/>
                  </a:moveTo>
                  <a:lnTo>
                    <a:pt x="3513414" y="0"/>
                  </a:lnTo>
                  <a:lnTo>
                    <a:pt x="3513414" y="210978"/>
                  </a:lnTo>
                  <a:lnTo>
                    <a:pt x="0" y="210978"/>
                  </a:lnTo>
                  <a:close/>
                </a:path>
              </a:pathLst>
            </a:custGeom>
            <a:solidFill>
              <a:srgbClr val="FCB50F"/>
            </a:solidFill>
            <a:ln>
              <a:noFill/>
            </a:ln>
          </p:spPr>
        </p:sp>
        <p:sp>
          <p:nvSpPr>
            <p:cNvPr id="548" name="Google Shape;548;p19"/>
            <p:cNvSpPr txBox="1"/>
            <p:nvPr/>
          </p:nvSpPr>
          <p:spPr>
            <a:xfrm>
              <a:off x="0" y="-38100"/>
              <a:ext cx="3513414" cy="249078"/>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549" name="Google Shape;549;p19"/>
          <p:cNvSpPr txBox="1"/>
          <p:nvPr/>
        </p:nvSpPr>
        <p:spPr>
          <a:xfrm>
            <a:off x="321618" y="2004668"/>
            <a:ext cx="7659255" cy="679450"/>
          </a:xfrm>
          <a:prstGeom prst="rect">
            <a:avLst/>
          </a:prstGeom>
          <a:noFill/>
          <a:ln>
            <a:noFill/>
          </a:ln>
        </p:spPr>
        <p:txBody>
          <a:bodyPr spcFirstLastPara="1" wrap="square" lIns="0" tIns="0" rIns="0" bIns="0" anchor="t" anchorCtr="0">
            <a:spAutoFit/>
          </a:bodyPr>
          <a:lstStyle/>
          <a:p>
            <a:pPr marL="0" marR="0" lvl="0" indent="0" algn="l" rtl="0">
              <a:lnSpc>
                <a:spcPct val="103000"/>
              </a:lnSpc>
              <a:spcBef>
                <a:spcPts val="0"/>
              </a:spcBef>
              <a:spcAft>
                <a:spcPts val="0"/>
              </a:spcAft>
              <a:buNone/>
            </a:pPr>
            <a:r>
              <a:rPr lang="en-US" sz="5000" b="1" i="0" u="none" strike="noStrike" cap="none">
                <a:solidFill>
                  <a:srgbClr val="29455B"/>
                </a:solidFill>
                <a:latin typeface="Arial"/>
                <a:ea typeface="Arial"/>
                <a:cs typeface="Arial"/>
                <a:sym typeface="Arial"/>
              </a:rPr>
              <a:t>PROYEKSI</a:t>
            </a:r>
            <a:endParaRPr/>
          </a:p>
        </p:txBody>
      </p:sp>
      <p:grpSp>
        <p:nvGrpSpPr>
          <p:cNvPr id="550" name="Google Shape;550;p19"/>
          <p:cNvGrpSpPr/>
          <p:nvPr/>
        </p:nvGrpSpPr>
        <p:grpSpPr>
          <a:xfrm>
            <a:off x="12815216" y="9638750"/>
            <a:ext cx="5472784" cy="532294"/>
            <a:chOff x="0" y="-38100"/>
            <a:chExt cx="2102817" cy="204524"/>
          </a:xfrm>
        </p:grpSpPr>
        <p:sp>
          <p:nvSpPr>
            <p:cNvPr id="551" name="Google Shape;551;p19"/>
            <p:cNvSpPr/>
            <p:nvPr/>
          </p:nvSpPr>
          <p:spPr>
            <a:xfrm>
              <a:off x="0" y="0"/>
              <a:ext cx="2102817" cy="166424"/>
            </a:xfrm>
            <a:custGeom>
              <a:avLst/>
              <a:gdLst/>
              <a:ahLst/>
              <a:cxnLst/>
              <a:rect l="l" t="t" r="r" b="b"/>
              <a:pathLst>
                <a:path w="2102817" h="166424" extrusionOk="0">
                  <a:moveTo>
                    <a:pt x="0" y="0"/>
                  </a:moveTo>
                  <a:lnTo>
                    <a:pt x="2102817" y="0"/>
                  </a:lnTo>
                  <a:lnTo>
                    <a:pt x="2102817" y="166424"/>
                  </a:lnTo>
                  <a:lnTo>
                    <a:pt x="0" y="166424"/>
                  </a:lnTo>
                  <a:close/>
                </a:path>
              </a:pathLst>
            </a:custGeom>
            <a:solidFill>
              <a:srgbClr val="FCB50F"/>
            </a:solidFill>
            <a:ln>
              <a:noFill/>
            </a:ln>
          </p:spPr>
        </p:sp>
        <p:sp>
          <p:nvSpPr>
            <p:cNvPr id="552" name="Google Shape;552;p19"/>
            <p:cNvSpPr txBox="1"/>
            <p:nvPr/>
          </p:nvSpPr>
          <p:spPr>
            <a:xfrm>
              <a:off x="0" y="-38100"/>
              <a:ext cx="2102817" cy="204524"/>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553" name="Google Shape;553;p19"/>
          <p:cNvSpPr/>
          <p:nvPr/>
        </p:nvSpPr>
        <p:spPr>
          <a:xfrm rot="10800000" flipH="1">
            <a:off x="15098176" y="25176"/>
            <a:ext cx="3189824" cy="3267046"/>
          </a:xfrm>
          <a:custGeom>
            <a:avLst/>
            <a:gdLst/>
            <a:ahLst/>
            <a:cxnLst/>
            <a:rect l="l" t="t" r="r" b="b"/>
            <a:pathLst>
              <a:path w="3189824" h="3267046" extrusionOk="0">
                <a:moveTo>
                  <a:pt x="0" y="3267045"/>
                </a:moveTo>
                <a:lnTo>
                  <a:pt x="3189824" y="3267045"/>
                </a:lnTo>
                <a:lnTo>
                  <a:pt x="3189824" y="0"/>
                </a:lnTo>
                <a:lnTo>
                  <a:pt x="0" y="0"/>
                </a:lnTo>
                <a:lnTo>
                  <a:pt x="0" y="3267045"/>
                </a:lnTo>
                <a:close/>
              </a:path>
            </a:pathLst>
          </a:custGeom>
          <a:blipFill rotWithShape="1">
            <a:blip r:embed="rId4">
              <a:alphaModFix/>
            </a:blip>
            <a:stretch>
              <a:fillRect/>
            </a:stretch>
          </a:blipFill>
          <a:ln>
            <a:noFill/>
          </a:ln>
        </p:spPr>
      </p:sp>
      <p:sp>
        <p:nvSpPr>
          <p:cNvPr id="554" name="Google Shape;554;p19"/>
          <p:cNvSpPr txBox="1"/>
          <p:nvPr/>
        </p:nvSpPr>
        <p:spPr>
          <a:xfrm>
            <a:off x="578926" y="2956299"/>
            <a:ext cx="16680374" cy="6781610"/>
          </a:xfrm>
          <a:prstGeom prst="rect">
            <a:avLst/>
          </a:prstGeom>
          <a:noFill/>
          <a:ln>
            <a:noFill/>
          </a:ln>
        </p:spPr>
        <p:txBody>
          <a:bodyPr spcFirstLastPara="1" wrap="square" lIns="0" tIns="0" rIns="0" bIns="0" anchor="t" anchorCtr="0">
            <a:spAutoFit/>
          </a:bodyPr>
          <a:lstStyle/>
          <a:p>
            <a:pPr marL="0" marR="0" lvl="0" indent="0" algn="l" rtl="0">
              <a:lnSpc>
                <a:spcPct val="140008"/>
              </a:lnSpc>
              <a:spcBef>
                <a:spcPts val="0"/>
              </a:spcBef>
              <a:spcAft>
                <a:spcPts val="0"/>
              </a:spcAft>
              <a:buNone/>
            </a:pPr>
            <a:r>
              <a:rPr lang="en-US" sz="2257" b="0" i="0" u="none" strike="noStrike" cap="none" dirty="0">
                <a:solidFill>
                  <a:srgbClr val="29455B"/>
                </a:solidFill>
                <a:latin typeface="Open Sans"/>
                <a:ea typeface="Open Sans"/>
                <a:cs typeface="Open Sans"/>
                <a:sym typeface="Open Sans"/>
              </a:rPr>
              <a:t>Sie Acara</a:t>
            </a:r>
            <a:endParaRPr dirty="0"/>
          </a:p>
          <a:p>
            <a:pPr marL="487386" marR="0" lvl="1" indent="-243693" algn="l" rtl="0">
              <a:lnSpc>
                <a:spcPct val="140008"/>
              </a:lnSpc>
              <a:spcBef>
                <a:spcPts val="0"/>
              </a:spcBef>
              <a:spcAft>
                <a:spcPts val="0"/>
              </a:spcAft>
              <a:buClr>
                <a:srgbClr val="29455B"/>
              </a:buClr>
              <a:buSzPts val="2257"/>
              <a:buFont typeface="Arial"/>
              <a:buChar char="•"/>
            </a:pPr>
            <a:r>
              <a:rPr lang="en-US" sz="2257" b="0" i="0" u="none" strike="noStrike" cap="none" dirty="0" err="1">
                <a:solidFill>
                  <a:srgbClr val="29455B"/>
                </a:solidFill>
                <a:latin typeface="Open Sans"/>
                <a:ea typeface="Open Sans"/>
                <a:cs typeface="Open Sans"/>
                <a:sym typeface="Open Sans"/>
              </a:rPr>
              <a:t>Untuk</a:t>
            </a:r>
            <a:r>
              <a:rPr lang="en-US" sz="2257" b="0" i="0" u="none" strike="noStrike" cap="none" dirty="0">
                <a:solidFill>
                  <a:srgbClr val="29455B"/>
                </a:solidFill>
                <a:latin typeface="Open Sans"/>
                <a:ea typeface="Open Sans"/>
                <a:cs typeface="Open Sans"/>
                <a:sym typeface="Open Sans"/>
              </a:rPr>
              <a:t> </a:t>
            </a:r>
            <a:r>
              <a:rPr lang="en-US" sz="2257" b="0" i="0" u="none" strike="noStrike" cap="none" dirty="0" err="1">
                <a:solidFill>
                  <a:srgbClr val="29455B"/>
                </a:solidFill>
                <a:latin typeface="Open Sans"/>
                <a:ea typeface="Open Sans"/>
                <a:cs typeface="Open Sans"/>
                <a:sym typeface="Open Sans"/>
              </a:rPr>
              <a:t>sie</a:t>
            </a:r>
            <a:r>
              <a:rPr lang="en-US" sz="2257" b="0" i="0" u="none" strike="noStrike" cap="none" dirty="0">
                <a:solidFill>
                  <a:srgbClr val="29455B"/>
                </a:solidFill>
                <a:latin typeface="Open Sans"/>
                <a:ea typeface="Open Sans"/>
                <a:cs typeface="Open Sans"/>
                <a:sym typeface="Open Sans"/>
              </a:rPr>
              <a:t> acara </a:t>
            </a:r>
            <a:r>
              <a:rPr lang="en-US" sz="2257" b="0" i="0" u="none" strike="noStrike" cap="none" dirty="0" err="1">
                <a:solidFill>
                  <a:srgbClr val="29455B"/>
                </a:solidFill>
                <a:latin typeface="Open Sans"/>
                <a:ea typeface="Open Sans"/>
                <a:cs typeface="Open Sans"/>
                <a:sym typeface="Open Sans"/>
              </a:rPr>
              <a:t>hanya</a:t>
            </a:r>
            <a:r>
              <a:rPr lang="en-US" sz="2257" b="0" i="0" u="none" strike="noStrike" cap="none" dirty="0">
                <a:solidFill>
                  <a:srgbClr val="29455B"/>
                </a:solidFill>
                <a:latin typeface="Open Sans"/>
                <a:ea typeface="Open Sans"/>
                <a:cs typeface="Open Sans"/>
                <a:sym typeface="Open Sans"/>
              </a:rPr>
              <a:t> </a:t>
            </a:r>
            <a:r>
              <a:rPr lang="en-US" sz="2257" b="0" i="0" u="none" strike="noStrike" cap="none" dirty="0" err="1">
                <a:solidFill>
                  <a:srgbClr val="29455B"/>
                </a:solidFill>
                <a:latin typeface="Open Sans"/>
                <a:ea typeface="Open Sans"/>
                <a:cs typeface="Open Sans"/>
                <a:sym typeface="Open Sans"/>
              </a:rPr>
              <a:t>membutuhkan</a:t>
            </a:r>
            <a:r>
              <a:rPr lang="en-US" sz="2257" b="0" i="0" u="none" strike="noStrike" cap="none" dirty="0">
                <a:solidFill>
                  <a:srgbClr val="29455B"/>
                </a:solidFill>
                <a:latin typeface="Open Sans"/>
                <a:ea typeface="Open Sans"/>
                <a:cs typeface="Open Sans"/>
                <a:sym typeface="Open Sans"/>
              </a:rPr>
              <a:t> </a:t>
            </a:r>
            <a:r>
              <a:rPr lang="en-US" sz="2257" b="0" i="0" u="none" strike="noStrike" cap="none" dirty="0" err="1">
                <a:solidFill>
                  <a:srgbClr val="29455B"/>
                </a:solidFill>
                <a:latin typeface="Open Sans"/>
                <a:ea typeface="Open Sans"/>
                <a:cs typeface="Open Sans"/>
                <a:sym typeface="Open Sans"/>
              </a:rPr>
              <a:t>anggota</a:t>
            </a:r>
            <a:r>
              <a:rPr lang="en-US" sz="2257" b="0" i="0" u="none" strike="noStrike" cap="none" dirty="0">
                <a:solidFill>
                  <a:srgbClr val="29455B"/>
                </a:solidFill>
                <a:latin typeface="Open Sans"/>
                <a:ea typeface="Open Sans"/>
                <a:cs typeface="Open Sans"/>
                <a:sym typeface="Open Sans"/>
              </a:rPr>
              <a:t> </a:t>
            </a:r>
            <a:r>
              <a:rPr lang="en-US" sz="2257" b="0" i="0" u="none" strike="noStrike" cap="none" dirty="0" err="1">
                <a:solidFill>
                  <a:srgbClr val="29455B"/>
                </a:solidFill>
                <a:latin typeface="Open Sans"/>
                <a:ea typeface="Open Sans"/>
                <a:cs typeface="Open Sans"/>
                <a:sym typeface="Open Sans"/>
              </a:rPr>
              <a:t>karena</a:t>
            </a:r>
            <a:r>
              <a:rPr lang="en-US" sz="2257" b="0" i="0" u="none" strike="noStrike" cap="none" dirty="0">
                <a:solidFill>
                  <a:srgbClr val="29455B"/>
                </a:solidFill>
                <a:latin typeface="Open Sans"/>
                <a:ea typeface="Open Sans"/>
                <a:cs typeface="Open Sans"/>
                <a:sym typeface="Open Sans"/>
              </a:rPr>
              <a:t> </a:t>
            </a:r>
            <a:r>
              <a:rPr lang="en-US" sz="2257" b="0" i="0" u="none" strike="noStrike" cap="none" dirty="0" err="1">
                <a:solidFill>
                  <a:srgbClr val="29455B"/>
                </a:solidFill>
                <a:latin typeface="Open Sans"/>
                <a:ea typeface="Open Sans"/>
                <a:cs typeface="Open Sans"/>
                <a:sym typeface="Open Sans"/>
              </a:rPr>
              <a:t>sie</a:t>
            </a:r>
            <a:r>
              <a:rPr lang="en-US" sz="2257" b="0" i="0" u="none" strike="noStrike" cap="none" dirty="0">
                <a:solidFill>
                  <a:srgbClr val="29455B"/>
                </a:solidFill>
                <a:latin typeface="Open Sans"/>
                <a:ea typeface="Open Sans"/>
                <a:cs typeface="Open Sans"/>
                <a:sym typeface="Open Sans"/>
              </a:rPr>
              <a:t> acara </a:t>
            </a:r>
            <a:r>
              <a:rPr lang="en-US" sz="2257" b="0" i="0" u="none" strike="noStrike" cap="none" dirty="0" err="1">
                <a:solidFill>
                  <a:srgbClr val="29455B"/>
                </a:solidFill>
                <a:latin typeface="Open Sans"/>
                <a:ea typeface="Open Sans"/>
                <a:cs typeface="Open Sans"/>
                <a:sym typeface="Open Sans"/>
              </a:rPr>
              <a:t>hanya</a:t>
            </a:r>
            <a:r>
              <a:rPr lang="en-US" sz="2257" b="0" i="0" u="none" strike="noStrike" cap="none" dirty="0">
                <a:solidFill>
                  <a:srgbClr val="29455B"/>
                </a:solidFill>
                <a:latin typeface="Open Sans"/>
                <a:ea typeface="Open Sans"/>
                <a:cs typeface="Open Sans"/>
                <a:sym typeface="Open Sans"/>
              </a:rPr>
              <a:t> </a:t>
            </a:r>
            <a:r>
              <a:rPr lang="en-US" sz="2257" b="0" i="0" u="none" strike="noStrike" cap="none" dirty="0" err="1">
                <a:solidFill>
                  <a:srgbClr val="29455B"/>
                </a:solidFill>
                <a:latin typeface="Open Sans"/>
                <a:ea typeface="Open Sans"/>
                <a:cs typeface="Open Sans"/>
                <a:sym typeface="Open Sans"/>
              </a:rPr>
              <a:t>terdiri</a:t>
            </a:r>
            <a:r>
              <a:rPr lang="en-US" sz="2257" b="0" i="0" u="none" strike="noStrike" cap="none" dirty="0">
                <a:solidFill>
                  <a:srgbClr val="29455B"/>
                </a:solidFill>
                <a:latin typeface="Open Sans"/>
                <a:ea typeface="Open Sans"/>
                <a:cs typeface="Open Sans"/>
                <a:sym typeface="Open Sans"/>
              </a:rPr>
              <a:t> </a:t>
            </a:r>
            <a:r>
              <a:rPr lang="en-US" sz="2257" b="0" i="0" u="none" strike="noStrike" cap="none" dirty="0" err="1">
                <a:solidFill>
                  <a:srgbClr val="29455B"/>
                </a:solidFill>
                <a:latin typeface="Open Sans"/>
                <a:ea typeface="Open Sans"/>
                <a:cs typeface="Open Sans"/>
                <a:sym typeface="Open Sans"/>
              </a:rPr>
              <a:t>dari</a:t>
            </a:r>
            <a:r>
              <a:rPr lang="en-US" sz="2257" b="0" i="0" u="none" strike="noStrike" cap="none" dirty="0">
                <a:solidFill>
                  <a:srgbClr val="29455B"/>
                </a:solidFill>
                <a:latin typeface="Open Sans"/>
                <a:ea typeface="Open Sans"/>
                <a:cs typeface="Open Sans"/>
                <a:sym typeface="Open Sans"/>
              </a:rPr>
              <a:t> 2 orang</a:t>
            </a:r>
            <a:endParaRPr dirty="0"/>
          </a:p>
          <a:p>
            <a:pPr marL="0" marR="0" lvl="0" indent="0" algn="l" rtl="0">
              <a:lnSpc>
                <a:spcPct val="140008"/>
              </a:lnSpc>
              <a:spcBef>
                <a:spcPts val="0"/>
              </a:spcBef>
              <a:spcAft>
                <a:spcPts val="0"/>
              </a:spcAft>
              <a:buNone/>
            </a:pPr>
            <a:r>
              <a:rPr lang="en-US" sz="2257" b="0" i="0" u="none" strike="noStrike" cap="none" dirty="0">
                <a:solidFill>
                  <a:srgbClr val="29455B"/>
                </a:solidFill>
                <a:latin typeface="Open Sans"/>
                <a:ea typeface="Open Sans"/>
                <a:cs typeface="Open Sans"/>
                <a:sym typeface="Open Sans"/>
              </a:rPr>
              <a:t>Sie </a:t>
            </a:r>
            <a:r>
              <a:rPr lang="en-US" sz="2257" b="0" i="0" u="none" strike="noStrike" cap="none" dirty="0" err="1">
                <a:solidFill>
                  <a:srgbClr val="29455B"/>
                </a:solidFill>
                <a:latin typeface="Open Sans"/>
                <a:ea typeface="Open Sans"/>
                <a:cs typeface="Open Sans"/>
                <a:sym typeface="Open Sans"/>
              </a:rPr>
              <a:t>Komite</a:t>
            </a:r>
            <a:r>
              <a:rPr lang="en-US" sz="2257" b="0" i="0" u="none" strike="noStrike" cap="none" dirty="0">
                <a:solidFill>
                  <a:srgbClr val="29455B"/>
                </a:solidFill>
                <a:latin typeface="Open Sans"/>
                <a:ea typeface="Open Sans"/>
                <a:cs typeface="Open Sans"/>
                <a:sym typeface="Open Sans"/>
              </a:rPr>
              <a:t> </a:t>
            </a:r>
            <a:r>
              <a:rPr lang="en-US" sz="2257" b="0" i="0" u="none" strike="noStrike" cap="none" dirty="0" err="1">
                <a:solidFill>
                  <a:srgbClr val="29455B"/>
                </a:solidFill>
                <a:latin typeface="Open Sans"/>
                <a:ea typeface="Open Sans"/>
                <a:cs typeface="Open Sans"/>
                <a:sym typeface="Open Sans"/>
              </a:rPr>
              <a:t>Disiplin</a:t>
            </a:r>
            <a:endParaRPr dirty="0"/>
          </a:p>
          <a:p>
            <a:pPr marL="487386" marR="0" lvl="1" indent="-243693" algn="l" rtl="0">
              <a:lnSpc>
                <a:spcPct val="140008"/>
              </a:lnSpc>
              <a:spcBef>
                <a:spcPts val="0"/>
              </a:spcBef>
              <a:spcAft>
                <a:spcPts val="0"/>
              </a:spcAft>
              <a:buClr>
                <a:srgbClr val="29455B"/>
              </a:buClr>
              <a:buSzPts val="2257"/>
              <a:buFont typeface="Arial"/>
              <a:buChar char="•"/>
            </a:pPr>
            <a:r>
              <a:rPr lang="en-US" sz="2257" b="0" i="0" u="none" strike="noStrike" cap="none" dirty="0">
                <a:solidFill>
                  <a:srgbClr val="29455B"/>
                </a:solidFill>
                <a:latin typeface="Open Sans"/>
                <a:ea typeface="Open Sans"/>
                <a:cs typeface="Open Sans"/>
                <a:sym typeface="Open Sans"/>
              </a:rPr>
              <a:t>Setelah </a:t>
            </a:r>
            <a:r>
              <a:rPr lang="en-US" sz="2257" b="0" i="0" u="none" strike="noStrike" cap="none" dirty="0" err="1">
                <a:solidFill>
                  <a:srgbClr val="29455B"/>
                </a:solidFill>
                <a:latin typeface="Open Sans"/>
                <a:ea typeface="Open Sans"/>
                <a:cs typeface="Open Sans"/>
                <a:sym typeface="Open Sans"/>
              </a:rPr>
              <a:t>materi</a:t>
            </a:r>
            <a:r>
              <a:rPr lang="en-US" sz="2257" b="0" i="0" u="none" strike="noStrike" cap="none" dirty="0">
                <a:solidFill>
                  <a:srgbClr val="29455B"/>
                </a:solidFill>
                <a:latin typeface="Open Sans"/>
                <a:ea typeface="Open Sans"/>
                <a:cs typeface="Open Sans"/>
                <a:sym typeface="Open Sans"/>
              </a:rPr>
              <a:t> di </a:t>
            </a:r>
            <a:r>
              <a:rPr lang="en-US" sz="2257" b="0" i="0" u="none" strike="noStrike" cap="none" dirty="0" err="1">
                <a:solidFill>
                  <a:srgbClr val="29455B"/>
                </a:solidFill>
                <a:latin typeface="Open Sans"/>
                <a:ea typeface="Open Sans"/>
                <a:cs typeface="Open Sans"/>
                <a:sym typeface="Open Sans"/>
              </a:rPr>
              <a:t>mulai</a:t>
            </a:r>
            <a:r>
              <a:rPr lang="en-US" sz="2257" b="0" i="0" u="none" strike="noStrike" cap="none" dirty="0">
                <a:solidFill>
                  <a:srgbClr val="29455B"/>
                </a:solidFill>
                <a:latin typeface="Open Sans"/>
                <a:ea typeface="Open Sans"/>
                <a:cs typeface="Open Sans"/>
                <a:sym typeface="Open Sans"/>
              </a:rPr>
              <a:t>, </a:t>
            </a:r>
            <a:r>
              <a:rPr lang="en-US" sz="2257" b="0" i="0" u="none" strike="noStrike" cap="none" dirty="0" err="1">
                <a:solidFill>
                  <a:srgbClr val="29455B"/>
                </a:solidFill>
                <a:latin typeface="Open Sans"/>
                <a:ea typeface="Open Sans"/>
                <a:cs typeface="Open Sans"/>
                <a:sym typeface="Open Sans"/>
              </a:rPr>
              <a:t>komdis</a:t>
            </a:r>
            <a:r>
              <a:rPr lang="en-US" sz="2257" b="0" i="0" u="none" strike="noStrike" cap="none" dirty="0">
                <a:solidFill>
                  <a:srgbClr val="29455B"/>
                </a:solidFill>
                <a:latin typeface="Open Sans"/>
                <a:ea typeface="Open Sans"/>
                <a:cs typeface="Open Sans"/>
                <a:sym typeface="Open Sans"/>
              </a:rPr>
              <a:t> </a:t>
            </a:r>
            <a:r>
              <a:rPr lang="en-US" sz="2257" b="0" i="0" u="none" strike="noStrike" cap="none" dirty="0" err="1">
                <a:solidFill>
                  <a:srgbClr val="29455B"/>
                </a:solidFill>
                <a:latin typeface="Open Sans"/>
                <a:ea typeface="Open Sans"/>
                <a:cs typeface="Open Sans"/>
                <a:sym typeface="Open Sans"/>
              </a:rPr>
              <a:t>lebih</a:t>
            </a:r>
            <a:r>
              <a:rPr lang="en-US" sz="2257" b="0" i="0" u="none" strike="noStrike" cap="none" dirty="0">
                <a:solidFill>
                  <a:srgbClr val="29455B"/>
                </a:solidFill>
                <a:latin typeface="Open Sans"/>
                <a:ea typeface="Open Sans"/>
                <a:cs typeface="Open Sans"/>
                <a:sym typeface="Open Sans"/>
              </a:rPr>
              <a:t> </a:t>
            </a:r>
            <a:r>
              <a:rPr lang="en-US" sz="2257" b="0" i="0" u="none" strike="noStrike" cap="none" dirty="0" err="1">
                <a:solidFill>
                  <a:srgbClr val="29455B"/>
                </a:solidFill>
                <a:latin typeface="Open Sans"/>
                <a:ea typeface="Open Sans"/>
                <a:cs typeface="Open Sans"/>
                <a:sym typeface="Open Sans"/>
              </a:rPr>
              <a:t>ketat</a:t>
            </a:r>
            <a:r>
              <a:rPr lang="en-US" sz="2257" b="0" i="0" u="none" strike="noStrike" cap="none" dirty="0">
                <a:solidFill>
                  <a:srgbClr val="29455B"/>
                </a:solidFill>
                <a:latin typeface="Open Sans"/>
                <a:ea typeface="Open Sans"/>
                <a:cs typeface="Open Sans"/>
                <a:sym typeface="Open Sans"/>
              </a:rPr>
              <a:t> </a:t>
            </a:r>
            <a:r>
              <a:rPr lang="en-US" sz="2257" b="0" i="0" u="none" strike="noStrike" cap="none" dirty="0" err="1">
                <a:solidFill>
                  <a:srgbClr val="29455B"/>
                </a:solidFill>
                <a:latin typeface="Open Sans"/>
                <a:ea typeface="Open Sans"/>
                <a:cs typeface="Open Sans"/>
                <a:sym typeface="Open Sans"/>
              </a:rPr>
              <a:t>lagi</a:t>
            </a:r>
            <a:r>
              <a:rPr lang="en-US" sz="2257" b="0" i="0" u="none" strike="noStrike" cap="none" dirty="0">
                <a:solidFill>
                  <a:srgbClr val="29455B"/>
                </a:solidFill>
                <a:latin typeface="Open Sans"/>
                <a:ea typeface="Open Sans"/>
                <a:cs typeface="Open Sans"/>
                <a:sym typeface="Open Sans"/>
              </a:rPr>
              <a:t> </a:t>
            </a:r>
            <a:r>
              <a:rPr lang="en-US" sz="2257" b="0" i="0" u="none" strike="noStrike" cap="none" dirty="0" err="1">
                <a:solidFill>
                  <a:srgbClr val="29455B"/>
                </a:solidFill>
                <a:latin typeface="Open Sans"/>
                <a:ea typeface="Open Sans"/>
                <a:cs typeface="Open Sans"/>
                <a:sym typeface="Open Sans"/>
              </a:rPr>
              <a:t>akan</a:t>
            </a:r>
            <a:r>
              <a:rPr lang="en-US" sz="2257" b="0" i="0" u="none" strike="noStrike" cap="none" dirty="0">
                <a:solidFill>
                  <a:srgbClr val="29455B"/>
                </a:solidFill>
                <a:latin typeface="Open Sans"/>
                <a:ea typeface="Open Sans"/>
                <a:cs typeface="Open Sans"/>
                <a:sym typeface="Open Sans"/>
              </a:rPr>
              <a:t> </a:t>
            </a:r>
            <a:r>
              <a:rPr lang="en-US" sz="2257" b="0" i="0" u="none" strike="noStrike" cap="none" dirty="0" err="1">
                <a:solidFill>
                  <a:srgbClr val="29455B"/>
                </a:solidFill>
                <a:latin typeface="Open Sans"/>
                <a:ea typeface="Open Sans"/>
                <a:cs typeface="Open Sans"/>
                <a:sym typeface="Open Sans"/>
              </a:rPr>
              <a:t>peserta</a:t>
            </a:r>
            <a:r>
              <a:rPr lang="en-US" sz="2257" b="0" i="0" u="none" strike="noStrike" cap="none" dirty="0">
                <a:solidFill>
                  <a:srgbClr val="29455B"/>
                </a:solidFill>
                <a:latin typeface="Open Sans"/>
                <a:ea typeface="Open Sans"/>
                <a:cs typeface="Open Sans"/>
                <a:sym typeface="Open Sans"/>
              </a:rPr>
              <a:t> yang </a:t>
            </a:r>
            <a:r>
              <a:rPr lang="en-US" sz="2257" b="0" i="0" u="none" strike="noStrike" cap="none" dirty="0" err="1">
                <a:solidFill>
                  <a:srgbClr val="29455B"/>
                </a:solidFill>
                <a:latin typeface="Open Sans"/>
                <a:ea typeface="Open Sans"/>
                <a:cs typeface="Open Sans"/>
                <a:sym typeface="Open Sans"/>
              </a:rPr>
              <a:t>tidur</a:t>
            </a:r>
            <a:endParaRPr dirty="0"/>
          </a:p>
          <a:p>
            <a:pPr marL="487386" marR="0" lvl="1" indent="-243693" algn="l" rtl="0">
              <a:lnSpc>
                <a:spcPct val="140008"/>
              </a:lnSpc>
              <a:spcBef>
                <a:spcPts val="0"/>
              </a:spcBef>
              <a:spcAft>
                <a:spcPts val="0"/>
              </a:spcAft>
              <a:buClr>
                <a:srgbClr val="29455B"/>
              </a:buClr>
              <a:buSzPts val="2257"/>
              <a:buFont typeface="Arial"/>
              <a:buChar char="•"/>
            </a:pPr>
            <a:r>
              <a:rPr lang="en-US" sz="2257" b="0" i="0" u="none" strike="noStrike" cap="none" dirty="0" err="1">
                <a:solidFill>
                  <a:srgbClr val="29455B"/>
                </a:solidFill>
                <a:latin typeface="Open Sans"/>
                <a:ea typeface="Open Sans"/>
                <a:cs typeface="Open Sans"/>
                <a:sym typeface="Open Sans"/>
              </a:rPr>
              <a:t>Semua</a:t>
            </a:r>
            <a:r>
              <a:rPr lang="en-US" sz="2257" b="0" i="0" u="none" strike="noStrike" cap="none" dirty="0">
                <a:solidFill>
                  <a:srgbClr val="29455B"/>
                </a:solidFill>
                <a:latin typeface="Open Sans"/>
                <a:ea typeface="Open Sans"/>
                <a:cs typeface="Open Sans"/>
                <a:sym typeface="Open Sans"/>
              </a:rPr>
              <a:t> </a:t>
            </a:r>
            <a:r>
              <a:rPr lang="en-US" sz="2257" b="0" i="0" u="none" strike="noStrike" cap="none" dirty="0" err="1">
                <a:solidFill>
                  <a:srgbClr val="29455B"/>
                </a:solidFill>
                <a:latin typeface="Open Sans"/>
                <a:ea typeface="Open Sans"/>
                <a:cs typeface="Open Sans"/>
                <a:sym typeface="Open Sans"/>
              </a:rPr>
              <a:t>pelanggaran</a:t>
            </a:r>
            <a:r>
              <a:rPr lang="en-US" sz="2257" b="0" i="0" u="none" strike="noStrike" cap="none" dirty="0">
                <a:solidFill>
                  <a:srgbClr val="29455B"/>
                </a:solidFill>
                <a:latin typeface="Open Sans"/>
                <a:ea typeface="Open Sans"/>
                <a:cs typeface="Open Sans"/>
                <a:sym typeface="Open Sans"/>
              </a:rPr>
              <a:t> </a:t>
            </a:r>
            <a:r>
              <a:rPr lang="en-US" sz="2257" b="0" i="0" u="none" strike="noStrike" cap="none" dirty="0" err="1">
                <a:solidFill>
                  <a:srgbClr val="29455B"/>
                </a:solidFill>
                <a:latin typeface="Open Sans"/>
                <a:ea typeface="Open Sans"/>
                <a:cs typeface="Open Sans"/>
                <a:sym typeface="Open Sans"/>
              </a:rPr>
              <a:t>harus</a:t>
            </a:r>
            <a:r>
              <a:rPr lang="en-US" sz="2257" b="0" i="0" u="none" strike="noStrike" cap="none" dirty="0">
                <a:solidFill>
                  <a:srgbClr val="29455B"/>
                </a:solidFill>
                <a:latin typeface="Open Sans"/>
                <a:ea typeface="Open Sans"/>
                <a:cs typeface="Open Sans"/>
                <a:sym typeface="Open Sans"/>
              </a:rPr>
              <a:t> </a:t>
            </a:r>
            <a:r>
              <a:rPr lang="en-US" sz="2257" b="0" i="0" u="none" strike="noStrike" cap="none" dirty="0" err="1">
                <a:solidFill>
                  <a:srgbClr val="29455B"/>
                </a:solidFill>
                <a:latin typeface="Open Sans"/>
                <a:ea typeface="Open Sans"/>
                <a:cs typeface="Open Sans"/>
                <a:sym typeface="Open Sans"/>
              </a:rPr>
              <a:t>ditindaklanjuti</a:t>
            </a:r>
            <a:r>
              <a:rPr lang="en-US" sz="2257" b="0" i="0" u="none" strike="noStrike" cap="none" dirty="0">
                <a:solidFill>
                  <a:srgbClr val="29455B"/>
                </a:solidFill>
                <a:latin typeface="Open Sans"/>
                <a:ea typeface="Open Sans"/>
                <a:cs typeface="Open Sans"/>
                <a:sym typeface="Open Sans"/>
              </a:rPr>
              <a:t> </a:t>
            </a:r>
            <a:r>
              <a:rPr lang="en-US" sz="2257" b="0" i="0" u="none" strike="noStrike" cap="none" dirty="0" err="1">
                <a:solidFill>
                  <a:srgbClr val="29455B"/>
                </a:solidFill>
                <a:latin typeface="Open Sans"/>
                <a:ea typeface="Open Sans"/>
                <a:cs typeface="Open Sans"/>
                <a:sym typeface="Open Sans"/>
              </a:rPr>
              <a:t>dengan</a:t>
            </a:r>
            <a:r>
              <a:rPr lang="en-US" sz="2257" b="0" i="0" u="none" strike="noStrike" cap="none" dirty="0">
                <a:solidFill>
                  <a:srgbClr val="29455B"/>
                </a:solidFill>
                <a:latin typeface="Open Sans"/>
                <a:ea typeface="Open Sans"/>
                <a:cs typeface="Open Sans"/>
                <a:sym typeface="Open Sans"/>
              </a:rPr>
              <a:t> </a:t>
            </a:r>
            <a:r>
              <a:rPr lang="en-US" sz="2257" b="0" i="0" u="none" strike="noStrike" cap="none" dirty="0" err="1">
                <a:solidFill>
                  <a:srgbClr val="29455B"/>
                </a:solidFill>
                <a:latin typeface="Open Sans"/>
                <a:ea typeface="Open Sans"/>
                <a:cs typeface="Open Sans"/>
                <a:sym typeface="Open Sans"/>
              </a:rPr>
              <a:t>konsekuensi</a:t>
            </a:r>
            <a:r>
              <a:rPr lang="en-US" sz="2257" b="0" i="0" u="none" strike="noStrike" cap="none" dirty="0">
                <a:solidFill>
                  <a:srgbClr val="29455B"/>
                </a:solidFill>
                <a:latin typeface="Open Sans"/>
                <a:ea typeface="Open Sans"/>
                <a:cs typeface="Open Sans"/>
                <a:sym typeface="Open Sans"/>
              </a:rPr>
              <a:t> yang </a:t>
            </a:r>
            <a:r>
              <a:rPr lang="en-US" sz="2257" b="0" i="0" u="none" strike="noStrike" cap="none" dirty="0" err="1">
                <a:solidFill>
                  <a:srgbClr val="29455B"/>
                </a:solidFill>
                <a:latin typeface="Open Sans"/>
                <a:ea typeface="Open Sans"/>
                <a:cs typeface="Open Sans"/>
                <a:sym typeface="Open Sans"/>
              </a:rPr>
              <a:t>sudah</a:t>
            </a:r>
            <a:r>
              <a:rPr lang="en-US" sz="2257" b="0" i="0" u="none" strike="noStrike" cap="none" dirty="0">
                <a:solidFill>
                  <a:srgbClr val="29455B"/>
                </a:solidFill>
                <a:latin typeface="Open Sans"/>
                <a:ea typeface="Open Sans"/>
                <a:cs typeface="Open Sans"/>
                <a:sym typeface="Open Sans"/>
              </a:rPr>
              <a:t> di </a:t>
            </a:r>
            <a:r>
              <a:rPr lang="en-US" sz="2257" b="0" i="0" u="none" strike="noStrike" cap="none" dirty="0" err="1">
                <a:solidFill>
                  <a:srgbClr val="29455B"/>
                </a:solidFill>
                <a:latin typeface="Open Sans"/>
                <a:ea typeface="Open Sans"/>
                <a:cs typeface="Open Sans"/>
                <a:sym typeface="Open Sans"/>
              </a:rPr>
              <a:t>tetapkan</a:t>
            </a:r>
            <a:r>
              <a:rPr lang="en-US" sz="2257" b="0" i="0" u="none" strike="noStrike" cap="none" dirty="0">
                <a:solidFill>
                  <a:srgbClr val="29455B"/>
                </a:solidFill>
                <a:latin typeface="Open Sans"/>
                <a:ea typeface="Open Sans"/>
                <a:cs typeface="Open Sans"/>
                <a:sym typeface="Open Sans"/>
              </a:rPr>
              <a:t>, </a:t>
            </a:r>
            <a:r>
              <a:rPr lang="en-US" sz="2257" b="0" i="0" u="none" strike="noStrike" cap="none" dirty="0" err="1">
                <a:solidFill>
                  <a:srgbClr val="29455B"/>
                </a:solidFill>
                <a:latin typeface="Open Sans"/>
                <a:ea typeface="Open Sans"/>
                <a:cs typeface="Open Sans"/>
                <a:sym typeface="Open Sans"/>
              </a:rPr>
              <a:t>tanpa</a:t>
            </a:r>
            <a:r>
              <a:rPr lang="en-US" sz="2257" b="0" i="0" u="none" strike="noStrike" cap="none" dirty="0">
                <a:solidFill>
                  <a:srgbClr val="29455B"/>
                </a:solidFill>
                <a:latin typeface="Open Sans"/>
                <a:ea typeface="Open Sans"/>
                <a:cs typeface="Open Sans"/>
                <a:sym typeface="Open Sans"/>
              </a:rPr>
              <a:t> </a:t>
            </a:r>
            <a:r>
              <a:rPr lang="en-US" sz="2257" b="0" i="0" u="none" strike="noStrike" cap="none" dirty="0" err="1">
                <a:solidFill>
                  <a:srgbClr val="29455B"/>
                </a:solidFill>
                <a:latin typeface="Open Sans"/>
                <a:ea typeface="Open Sans"/>
                <a:cs typeface="Open Sans"/>
                <a:sym typeface="Open Sans"/>
              </a:rPr>
              <a:t>terkecuali</a:t>
            </a:r>
            <a:r>
              <a:rPr lang="en-US" sz="2257" b="0" i="0" u="none" strike="noStrike" cap="none" dirty="0">
                <a:solidFill>
                  <a:srgbClr val="29455B"/>
                </a:solidFill>
                <a:latin typeface="Open Sans"/>
                <a:ea typeface="Open Sans"/>
                <a:cs typeface="Open Sans"/>
                <a:sym typeface="Open Sans"/>
              </a:rPr>
              <a:t>. </a:t>
            </a:r>
            <a:endParaRPr dirty="0"/>
          </a:p>
          <a:p>
            <a:pPr marL="487386" marR="0" lvl="1" indent="-243693" algn="l" rtl="0">
              <a:lnSpc>
                <a:spcPct val="140008"/>
              </a:lnSpc>
              <a:spcBef>
                <a:spcPts val="0"/>
              </a:spcBef>
              <a:spcAft>
                <a:spcPts val="0"/>
              </a:spcAft>
              <a:buClr>
                <a:srgbClr val="29455B"/>
              </a:buClr>
              <a:buSzPts val="2257"/>
              <a:buFont typeface="Arial"/>
              <a:buChar char="•"/>
            </a:pPr>
            <a:r>
              <a:rPr lang="en-US" sz="2257" b="0" i="0" u="none" strike="noStrike" cap="none" dirty="0" err="1">
                <a:solidFill>
                  <a:srgbClr val="29455B"/>
                </a:solidFill>
                <a:latin typeface="Open Sans"/>
                <a:ea typeface="Open Sans"/>
                <a:cs typeface="Open Sans"/>
                <a:sym typeface="Open Sans"/>
              </a:rPr>
              <a:t>Lebih</a:t>
            </a:r>
            <a:r>
              <a:rPr lang="en-US" sz="2257" b="0" i="0" u="none" strike="noStrike" cap="none" dirty="0">
                <a:solidFill>
                  <a:srgbClr val="29455B"/>
                </a:solidFill>
                <a:latin typeface="Open Sans"/>
                <a:ea typeface="Open Sans"/>
                <a:cs typeface="Open Sans"/>
                <a:sym typeface="Open Sans"/>
              </a:rPr>
              <a:t> </a:t>
            </a:r>
            <a:r>
              <a:rPr lang="en-US" sz="2257" b="0" i="0" u="none" strike="noStrike" cap="none" dirty="0" err="1">
                <a:solidFill>
                  <a:srgbClr val="29455B"/>
                </a:solidFill>
                <a:latin typeface="Open Sans"/>
                <a:ea typeface="Open Sans"/>
                <a:cs typeface="Open Sans"/>
                <a:sym typeface="Open Sans"/>
              </a:rPr>
              <a:t>tegas</a:t>
            </a:r>
            <a:r>
              <a:rPr lang="en-US" sz="2257" b="0" i="0" u="none" strike="noStrike" cap="none" dirty="0">
                <a:solidFill>
                  <a:srgbClr val="29455B"/>
                </a:solidFill>
                <a:latin typeface="Open Sans"/>
                <a:ea typeface="Open Sans"/>
                <a:cs typeface="Open Sans"/>
                <a:sym typeface="Open Sans"/>
              </a:rPr>
              <a:t> </a:t>
            </a:r>
            <a:r>
              <a:rPr lang="en-US" sz="2257" b="0" i="0" u="none" strike="noStrike" cap="none" dirty="0" err="1">
                <a:solidFill>
                  <a:srgbClr val="29455B"/>
                </a:solidFill>
                <a:latin typeface="Open Sans"/>
                <a:ea typeface="Open Sans"/>
                <a:cs typeface="Open Sans"/>
                <a:sym typeface="Open Sans"/>
              </a:rPr>
              <a:t>dengan</a:t>
            </a:r>
            <a:r>
              <a:rPr lang="en-US" sz="2257" b="0" i="0" u="none" strike="noStrike" cap="none" dirty="0">
                <a:solidFill>
                  <a:srgbClr val="29455B"/>
                </a:solidFill>
                <a:latin typeface="Open Sans"/>
                <a:ea typeface="Open Sans"/>
                <a:cs typeface="Open Sans"/>
                <a:sym typeface="Open Sans"/>
              </a:rPr>
              <a:t> </a:t>
            </a:r>
            <a:r>
              <a:rPr lang="en-US" sz="2257" b="0" i="0" u="none" strike="noStrike" cap="none" dirty="0" err="1">
                <a:solidFill>
                  <a:srgbClr val="29455B"/>
                </a:solidFill>
                <a:latin typeface="Open Sans"/>
                <a:ea typeface="Open Sans"/>
                <a:cs typeface="Open Sans"/>
                <a:sym typeface="Open Sans"/>
              </a:rPr>
              <a:t>sesama</a:t>
            </a:r>
            <a:r>
              <a:rPr lang="en-US" sz="2257" b="0" i="0" u="none" strike="noStrike" cap="none" dirty="0">
                <a:solidFill>
                  <a:srgbClr val="29455B"/>
                </a:solidFill>
                <a:latin typeface="Open Sans"/>
                <a:ea typeface="Open Sans"/>
                <a:cs typeface="Open Sans"/>
                <a:sym typeface="Open Sans"/>
              </a:rPr>
              <a:t> </a:t>
            </a:r>
            <a:r>
              <a:rPr lang="en-US" sz="2257" b="0" i="0" u="none" strike="noStrike" cap="none" dirty="0" err="1">
                <a:solidFill>
                  <a:srgbClr val="29455B"/>
                </a:solidFill>
                <a:latin typeface="Open Sans"/>
                <a:ea typeface="Open Sans"/>
                <a:cs typeface="Open Sans"/>
                <a:sym typeface="Open Sans"/>
              </a:rPr>
              <a:t>panitia</a:t>
            </a:r>
            <a:endParaRPr dirty="0"/>
          </a:p>
          <a:p>
            <a:pPr marL="0" marR="0" lvl="0" indent="0" algn="l" rtl="0">
              <a:lnSpc>
                <a:spcPct val="140008"/>
              </a:lnSpc>
              <a:spcBef>
                <a:spcPts val="0"/>
              </a:spcBef>
              <a:spcAft>
                <a:spcPts val="0"/>
              </a:spcAft>
              <a:buNone/>
            </a:pPr>
            <a:r>
              <a:rPr lang="en-US" sz="2257" b="0" i="0" u="none" strike="noStrike" cap="none" dirty="0">
                <a:solidFill>
                  <a:srgbClr val="29455B"/>
                </a:solidFill>
                <a:latin typeface="Open Sans"/>
                <a:ea typeface="Open Sans"/>
                <a:cs typeface="Open Sans"/>
                <a:sym typeface="Open Sans"/>
              </a:rPr>
              <a:t>Sie </a:t>
            </a:r>
            <a:r>
              <a:rPr lang="en-US" sz="2257" b="0" i="0" u="none" strike="noStrike" cap="none" dirty="0" err="1">
                <a:solidFill>
                  <a:srgbClr val="29455B"/>
                </a:solidFill>
                <a:latin typeface="Open Sans"/>
                <a:ea typeface="Open Sans"/>
                <a:cs typeface="Open Sans"/>
                <a:sym typeface="Open Sans"/>
              </a:rPr>
              <a:t>Korlap</a:t>
            </a:r>
            <a:endParaRPr dirty="0"/>
          </a:p>
          <a:p>
            <a:pPr marL="487386" marR="0" lvl="1" indent="-243693" algn="l" rtl="0">
              <a:lnSpc>
                <a:spcPct val="140008"/>
              </a:lnSpc>
              <a:spcBef>
                <a:spcPts val="0"/>
              </a:spcBef>
              <a:spcAft>
                <a:spcPts val="0"/>
              </a:spcAft>
              <a:buClr>
                <a:srgbClr val="29455B"/>
              </a:buClr>
              <a:buSzPts val="2257"/>
              <a:buFont typeface="Arial"/>
              <a:buChar char="•"/>
            </a:pPr>
            <a:r>
              <a:rPr lang="en-US" sz="2257" b="0" i="0" u="none" strike="noStrike" cap="none" dirty="0" err="1">
                <a:solidFill>
                  <a:srgbClr val="29455B"/>
                </a:solidFill>
                <a:latin typeface="Open Sans"/>
                <a:ea typeface="Open Sans"/>
                <a:cs typeface="Open Sans"/>
                <a:sym typeface="Open Sans"/>
              </a:rPr>
              <a:t>Lebih</a:t>
            </a:r>
            <a:r>
              <a:rPr lang="en-US" sz="2257" b="0" i="0" u="none" strike="noStrike" cap="none" dirty="0">
                <a:solidFill>
                  <a:srgbClr val="29455B"/>
                </a:solidFill>
                <a:latin typeface="Open Sans"/>
                <a:ea typeface="Open Sans"/>
                <a:cs typeface="Open Sans"/>
                <a:sym typeface="Open Sans"/>
              </a:rPr>
              <a:t> </a:t>
            </a:r>
            <a:r>
              <a:rPr lang="en-US" sz="2257" b="0" i="0" u="none" strike="noStrike" cap="none" dirty="0" err="1">
                <a:solidFill>
                  <a:srgbClr val="29455B"/>
                </a:solidFill>
                <a:latin typeface="Open Sans"/>
                <a:ea typeface="Open Sans"/>
                <a:cs typeface="Open Sans"/>
                <a:sym typeface="Open Sans"/>
              </a:rPr>
              <a:t>ditegaskan</a:t>
            </a:r>
            <a:r>
              <a:rPr lang="en-US" sz="2257" b="0" i="0" u="none" strike="noStrike" cap="none" dirty="0">
                <a:solidFill>
                  <a:srgbClr val="29455B"/>
                </a:solidFill>
                <a:latin typeface="Open Sans"/>
                <a:ea typeface="Open Sans"/>
                <a:cs typeface="Open Sans"/>
                <a:sym typeface="Open Sans"/>
              </a:rPr>
              <a:t> </a:t>
            </a:r>
            <a:r>
              <a:rPr lang="en-US" sz="2257" b="0" i="0" u="none" strike="noStrike" cap="none" dirty="0" err="1">
                <a:solidFill>
                  <a:srgbClr val="29455B"/>
                </a:solidFill>
                <a:latin typeface="Open Sans"/>
                <a:ea typeface="Open Sans"/>
                <a:cs typeface="Open Sans"/>
                <a:sym typeface="Open Sans"/>
              </a:rPr>
              <a:t>lagi</a:t>
            </a:r>
            <a:r>
              <a:rPr lang="en-US" sz="2257" b="0" i="0" u="none" strike="noStrike" cap="none" dirty="0">
                <a:solidFill>
                  <a:srgbClr val="29455B"/>
                </a:solidFill>
                <a:latin typeface="Open Sans"/>
                <a:ea typeface="Open Sans"/>
                <a:cs typeface="Open Sans"/>
                <a:sym typeface="Open Sans"/>
              </a:rPr>
              <a:t> </a:t>
            </a:r>
            <a:r>
              <a:rPr lang="en-US" sz="2257" b="0" i="0" u="none" strike="noStrike" cap="none" dirty="0" err="1">
                <a:solidFill>
                  <a:srgbClr val="29455B"/>
                </a:solidFill>
                <a:latin typeface="Open Sans"/>
                <a:ea typeface="Open Sans"/>
                <a:cs typeface="Open Sans"/>
                <a:sym typeface="Open Sans"/>
              </a:rPr>
              <a:t>peraturan-peraturan</a:t>
            </a:r>
            <a:r>
              <a:rPr lang="en-US" sz="2257" b="0" i="0" u="none" strike="noStrike" cap="none" dirty="0">
                <a:solidFill>
                  <a:srgbClr val="29455B"/>
                </a:solidFill>
                <a:latin typeface="Open Sans"/>
                <a:ea typeface="Open Sans"/>
                <a:cs typeface="Open Sans"/>
                <a:sym typeface="Open Sans"/>
              </a:rPr>
              <a:t> </a:t>
            </a:r>
            <a:r>
              <a:rPr lang="en-US" sz="2257" b="0" i="0" u="none" strike="noStrike" cap="none" dirty="0" err="1">
                <a:solidFill>
                  <a:srgbClr val="29455B"/>
                </a:solidFill>
                <a:latin typeface="Open Sans"/>
                <a:ea typeface="Open Sans"/>
                <a:cs typeface="Open Sans"/>
                <a:sym typeface="Open Sans"/>
              </a:rPr>
              <a:t>nya</a:t>
            </a:r>
            <a:endParaRPr dirty="0"/>
          </a:p>
          <a:p>
            <a:pPr marL="487386" marR="0" lvl="1" indent="-243693" algn="l" rtl="0">
              <a:lnSpc>
                <a:spcPct val="140008"/>
              </a:lnSpc>
              <a:spcBef>
                <a:spcPts val="0"/>
              </a:spcBef>
              <a:spcAft>
                <a:spcPts val="0"/>
              </a:spcAft>
              <a:buClr>
                <a:srgbClr val="29455B"/>
              </a:buClr>
              <a:buSzPts val="2257"/>
              <a:buFont typeface="Arial"/>
              <a:buChar char="•"/>
            </a:pPr>
            <a:r>
              <a:rPr lang="en-US" sz="2257" b="0" i="0" u="none" strike="noStrike" cap="none" dirty="0" err="1">
                <a:solidFill>
                  <a:srgbClr val="29455B"/>
                </a:solidFill>
                <a:latin typeface="Open Sans"/>
                <a:ea typeface="Open Sans"/>
                <a:cs typeface="Open Sans"/>
                <a:sym typeface="Open Sans"/>
              </a:rPr>
              <a:t>Selalu</a:t>
            </a:r>
            <a:r>
              <a:rPr lang="en-US" sz="2257" b="0" i="0" u="none" strike="noStrike" cap="none" dirty="0">
                <a:solidFill>
                  <a:srgbClr val="29455B"/>
                </a:solidFill>
                <a:latin typeface="Open Sans"/>
                <a:ea typeface="Open Sans"/>
                <a:cs typeface="Open Sans"/>
                <a:sym typeface="Open Sans"/>
              </a:rPr>
              <a:t> </a:t>
            </a:r>
            <a:r>
              <a:rPr lang="en-US" sz="2257" b="0" i="0" u="none" strike="noStrike" cap="none" dirty="0" err="1">
                <a:solidFill>
                  <a:srgbClr val="29455B"/>
                </a:solidFill>
                <a:latin typeface="Open Sans"/>
                <a:ea typeface="Open Sans"/>
                <a:cs typeface="Open Sans"/>
                <a:sym typeface="Open Sans"/>
              </a:rPr>
              <a:t>mencatat</a:t>
            </a:r>
            <a:r>
              <a:rPr lang="en-US" sz="2257" b="0" i="0" u="none" strike="noStrike" cap="none" dirty="0">
                <a:solidFill>
                  <a:srgbClr val="29455B"/>
                </a:solidFill>
                <a:latin typeface="Open Sans"/>
                <a:ea typeface="Open Sans"/>
                <a:cs typeface="Open Sans"/>
                <a:sym typeface="Open Sans"/>
              </a:rPr>
              <a:t> </a:t>
            </a:r>
            <a:r>
              <a:rPr lang="en-US" sz="2257" b="0" i="0" u="none" strike="noStrike" cap="none" dirty="0" err="1">
                <a:solidFill>
                  <a:srgbClr val="29455B"/>
                </a:solidFill>
                <a:latin typeface="Open Sans"/>
                <a:ea typeface="Open Sans"/>
                <a:cs typeface="Open Sans"/>
                <a:sym typeface="Open Sans"/>
              </a:rPr>
              <a:t>apa</a:t>
            </a:r>
            <a:r>
              <a:rPr lang="en-US" sz="2257" b="0" i="0" u="none" strike="noStrike" cap="none" dirty="0">
                <a:solidFill>
                  <a:srgbClr val="29455B"/>
                </a:solidFill>
                <a:latin typeface="Open Sans"/>
                <a:ea typeface="Open Sans"/>
                <a:cs typeface="Open Sans"/>
                <a:sym typeface="Open Sans"/>
              </a:rPr>
              <a:t> </a:t>
            </a:r>
            <a:r>
              <a:rPr lang="en-US" sz="2257" b="0" i="0" u="none" strike="noStrike" cap="none" dirty="0" err="1">
                <a:solidFill>
                  <a:srgbClr val="29455B"/>
                </a:solidFill>
                <a:latin typeface="Open Sans"/>
                <a:ea typeface="Open Sans"/>
                <a:cs typeface="Open Sans"/>
                <a:sym typeface="Open Sans"/>
              </a:rPr>
              <a:t>pelanggaran</a:t>
            </a:r>
            <a:r>
              <a:rPr lang="en-US" sz="2257" b="0" i="0" u="none" strike="noStrike" cap="none" dirty="0">
                <a:solidFill>
                  <a:srgbClr val="29455B"/>
                </a:solidFill>
                <a:latin typeface="Open Sans"/>
                <a:ea typeface="Open Sans"/>
                <a:cs typeface="Open Sans"/>
                <a:sym typeface="Open Sans"/>
              </a:rPr>
              <a:t> </a:t>
            </a:r>
            <a:r>
              <a:rPr lang="en-US" sz="2257" b="0" i="0" u="none" strike="noStrike" cap="none" dirty="0" err="1">
                <a:solidFill>
                  <a:srgbClr val="29455B"/>
                </a:solidFill>
                <a:latin typeface="Open Sans"/>
                <a:ea typeface="Open Sans"/>
                <a:cs typeface="Open Sans"/>
                <a:sym typeface="Open Sans"/>
              </a:rPr>
              <a:t>panitia</a:t>
            </a:r>
            <a:endParaRPr dirty="0"/>
          </a:p>
          <a:p>
            <a:pPr marL="487386" marR="0" lvl="1" indent="-243693" algn="l" rtl="0">
              <a:lnSpc>
                <a:spcPct val="140008"/>
              </a:lnSpc>
              <a:spcBef>
                <a:spcPts val="0"/>
              </a:spcBef>
              <a:spcAft>
                <a:spcPts val="0"/>
              </a:spcAft>
              <a:buClr>
                <a:srgbClr val="29455B"/>
              </a:buClr>
              <a:buSzPts val="2257"/>
              <a:buFont typeface="Arial"/>
              <a:buChar char="•"/>
            </a:pPr>
            <a:r>
              <a:rPr lang="en-US" sz="2257" b="0" i="0" u="none" strike="noStrike" cap="none" dirty="0">
                <a:solidFill>
                  <a:srgbClr val="29455B"/>
                </a:solidFill>
                <a:latin typeface="Open Sans"/>
                <a:ea typeface="Open Sans"/>
                <a:cs typeface="Open Sans"/>
                <a:sym typeface="Open Sans"/>
              </a:rPr>
              <a:t>Harus </a:t>
            </a:r>
            <a:r>
              <a:rPr lang="en-US" sz="2257" b="0" i="0" u="none" strike="noStrike" cap="none" dirty="0" err="1">
                <a:solidFill>
                  <a:srgbClr val="29455B"/>
                </a:solidFill>
                <a:latin typeface="Open Sans"/>
                <a:ea typeface="Open Sans"/>
                <a:cs typeface="Open Sans"/>
                <a:sym typeface="Open Sans"/>
              </a:rPr>
              <a:t>dilaksanakan</a:t>
            </a:r>
            <a:r>
              <a:rPr lang="en-US" sz="2257" b="0" i="0" u="none" strike="noStrike" cap="none" dirty="0">
                <a:solidFill>
                  <a:srgbClr val="29455B"/>
                </a:solidFill>
                <a:latin typeface="Open Sans"/>
                <a:ea typeface="Open Sans"/>
                <a:cs typeface="Open Sans"/>
                <a:sym typeface="Open Sans"/>
              </a:rPr>
              <a:t> </a:t>
            </a:r>
            <a:endParaRPr dirty="0"/>
          </a:p>
          <a:p>
            <a:pPr marL="0" marR="0" lvl="0" indent="0" algn="l" rtl="0">
              <a:lnSpc>
                <a:spcPct val="140008"/>
              </a:lnSpc>
              <a:spcBef>
                <a:spcPts val="0"/>
              </a:spcBef>
              <a:spcAft>
                <a:spcPts val="0"/>
              </a:spcAft>
              <a:buNone/>
            </a:pPr>
            <a:r>
              <a:rPr lang="en-US" sz="2257" b="0" i="0" u="none" strike="noStrike" cap="none" dirty="0">
                <a:solidFill>
                  <a:srgbClr val="29455B"/>
                </a:solidFill>
                <a:latin typeface="Open Sans"/>
                <a:ea typeface="Open Sans"/>
                <a:cs typeface="Open Sans"/>
                <a:sym typeface="Open Sans"/>
              </a:rPr>
              <a:t>Sie PDD </a:t>
            </a:r>
            <a:endParaRPr dirty="0"/>
          </a:p>
          <a:p>
            <a:pPr marL="487386" marR="0" lvl="1" indent="-243693" algn="l" rtl="0">
              <a:lnSpc>
                <a:spcPct val="140008"/>
              </a:lnSpc>
              <a:spcBef>
                <a:spcPts val="0"/>
              </a:spcBef>
              <a:spcAft>
                <a:spcPts val="0"/>
              </a:spcAft>
              <a:buClr>
                <a:srgbClr val="29455B"/>
              </a:buClr>
              <a:buSzPts val="2257"/>
              <a:buFont typeface="Arial"/>
              <a:buChar char="•"/>
            </a:pPr>
            <a:r>
              <a:rPr lang="en-US" sz="2257" b="0" i="0" u="none" strike="noStrike" cap="none" dirty="0" err="1">
                <a:solidFill>
                  <a:srgbClr val="29455B"/>
                </a:solidFill>
                <a:latin typeface="Open Sans"/>
                <a:ea typeface="Open Sans"/>
                <a:cs typeface="Open Sans"/>
                <a:sym typeface="Open Sans"/>
              </a:rPr>
              <a:t>Kurangnya</a:t>
            </a:r>
            <a:r>
              <a:rPr lang="en-US" sz="2257" b="0" i="0" u="none" strike="noStrike" cap="none" dirty="0">
                <a:solidFill>
                  <a:srgbClr val="29455B"/>
                </a:solidFill>
                <a:latin typeface="Open Sans"/>
                <a:ea typeface="Open Sans"/>
                <a:cs typeface="Open Sans"/>
                <a:sym typeface="Open Sans"/>
              </a:rPr>
              <a:t> </a:t>
            </a:r>
            <a:r>
              <a:rPr lang="en-US" sz="2257" b="0" i="0" u="none" strike="noStrike" cap="none" dirty="0" err="1">
                <a:solidFill>
                  <a:srgbClr val="29455B"/>
                </a:solidFill>
                <a:latin typeface="Open Sans"/>
                <a:ea typeface="Open Sans"/>
                <a:cs typeface="Open Sans"/>
                <a:sym typeface="Open Sans"/>
              </a:rPr>
              <a:t>pengetahuan</a:t>
            </a:r>
            <a:r>
              <a:rPr lang="en-US" sz="2257" b="0" i="0" u="none" strike="noStrike" cap="none" dirty="0">
                <a:solidFill>
                  <a:srgbClr val="29455B"/>
                </a:solidFill>
                <a:latin typeface="Open Sans"/>
                <a:ea typeface="Open Sans"/>
                <a:cs typeface="Open Sans"/>
                <a:sym typeface="Open Sans"/>
              </a:rPr>
              <a:t> </a:t>
            </a:r>
            <a:r>
              <a:rPr lang="en-US" sz="2257" b="0" i="0" u="none" strike="noStrike" cap="none" dirty="0" err="1">
                <a:solidFill>
                  <a:srgbClr val="29455B"/>
                </a:solidFill>
                <a:latin typeface="Open Sans"/>
                <a:ea typeface="Open Sans"/>
                <a:cs typeface="Open Sans"/>
                <a:sym typeface="Open Sans"/>
              </a:rPr>
              <a:t>tentang</a:t>
            </a:r>
            <a:r>
              <a:rPr lang="en-US" sz="2257" b="0" i="0" u="none" strike="noStrike" cap="none" dirty="0">
                <a:solidFill>
                  <a:srgbClr val="29455B"/>
                </a:solidFill>
                <a:latin typeface="Open Sans"/>
                <a:ea typeface="Open Sans"/>
                <a:cs typeface="Open Sans"/>
                <a:sym typeface="Open Sans"/>
              </a:rPr>
              <a:t> </a:t>
            </a:r>
            <a:r>
              <a:rPr lang="en-US" sz="2257" b="0" i="0" u="none" strike="noStrike" cap="none" dirty="0" err="1">
                <a:solidFill>
                  <a:srgbClr val="29455B"/>
                </a:solidFill>
                <a:latin typeface="Open Sans"/>
                <a:ea typeface="Open Sans"/>
                <a:cs typeface="Open Sans"/>
                <a:sym typeface="Open Sans"/>
              </a:rPr>
              <a:t>tupoksi</a:t>
            </a:r>
            <a:r>
              <a:rPr lang="en-US" sz="2257" b="0" i="0" u="none" strike="noStrike" cap="none" dirty="0">
                <a:solidFill>
                  <a:srgbClr val="29455B"/>
                </a:solidFill>
                <a:latin typeface="Open Sans"/>
                <a:ea typeface="Open Sans"/>
                <a:cs typeface="Open Sans"/>
                <a:sym typeface="Open Sans"/>
              </a:rPr>
              <a:t> PDD</a:t>
            </a:r>
            <a:endParaRPr dirty="0"/>
          </a:p>
          <a:p>
            <a:pPr marL="487386" marR="0" lvl="1" indent="-243693" algn="l" rtl="0">
              <a:lnSpc>
                <a:spcPct val="140008"/>
              </a:lnSpc>
              <a:spcBef>
                <a:spcPts val="0"/>
              </a:spcBef>
              <a:spcAft>
                <a:spcPts val="0"/>
              </a:spcAft>
              <a:buClr>
                <a:srgbClr val="29455B"/>
              </a:buClr>
              <a:buSzPts val="2257"/>
              <a:buFont typeface="Arial"/>
              <a:buChar char="•"/>
            </a:pPr>
            <a:r>
              <a:rPr lang="en-US" sz="2257" b="0" i="0" u="none" strike="noStrike" cap="none" dirty="0">
                <a:solidFill>
                  <a:srgbClr val="29455B"/>
                </a:solidFill>
                <a:latin typeface="Open Sans"/>
                <a:ea typeface="Open Sans"/>
                <a:cs typeface="Open Sans"/>
                <a:sym typeface="Open Sans"/>
              </a:rPr>
              <a:t>Harus </a:t>
            </a:r>
            <a:r>
              <a:rPr lang="en-US" sz="2257" b="0" i="0" u="none" strike="noStrike" cap="none" dirty="0" err="1">
                <a:solidFill>
                  <a:srgbClr val="29455B"/>
                </a:solidFill>
                <a:latin typeface="Open Sans"/>
                <a:ea typeface="Open Sans"/>
                <a:cs typeface="Open Sans"/>
                <a:sym typeface="Open Sans"/>
              </a:rPr>
              <a:t>lebih</a:t>
            </a:r>
            <a:r>
              <a:rPr lang="en-US" sz="2257" b="0" i="0" u="none" strike="noStrike" cap="none" dirty="0">
                <a:solidFill>
                  <a:srgbClr val="29455B"/>
                </a:solidFill>
                <a:latin typeface="Open Sans"/>
                <a:ea typeface="Open Sans"/>
                <a:cs typeface="Open Sans"/>
                <a:sym typeface="Open Sans"/>
              </a:rPr>
              <a:t> </a:t>
            </a:r>
            <a:r>
              <a:rPr lang="en-US" sz="2257" b="0" i="0" u="none" strike="noStrike" cap="none" dirty="0" err="1">
                <a:solidFill>
                  <a:srgbClr val="29455B"/>
                </a:solidFill>
                <a:latin typeface="Open Sans"/>
                <a:ea typeface="Open Sans"/>
                <a:cs typeface="Open Sans"/>
                <a:sym typeface="Open Sans"/>
              </a:rPr>
              <a:t>hadir</a:t>
            </a:r>
            <a:r>
              <a:rPr lang="en-US" sz="2257" b="0" i="0" u="none" strike="noStrike" cap="none" dirty="0">
                <a:solidFill>
                  <a:srgbClr val="29455B"/>
                </a:solidFill>
                <a:latin typeface="Open Sans"/>
                <a:ea typeface="Open Sans"/>
                <a:cs typeface="Open Sans"/>
                <a:sym typeface="Open Sans"/>
              </a:rPr>
              <a:t> </a:t>
            </a:r>
            <a:r>
              <a:rPr lang="en-US" sz="2257" b="0" i="0" u="none" strike="noStrike" cap="none" dirty="0" err="1">
                <a:solidFill>
                  <a:srgbClr val="29455B"/>
                </a:solidFill>
                <a:latin typeface="Open Sans"/>
                <a:ea typeface="Open Sans"/>
                <a:cs typeface="Open Sans"/>
                <a:sym typeface="Open Sans"/>
              </a:rPr>
              <a:t>lagi</a:t>
            </a:r>
            <a:r>
              <a:rPr lang="en-US" sz="2257" b="0" i="0" u="none" strike="noStrike" cap="none" dirty="0">
                <a:solidFill>
                  <a:srgbClr val="29455B"/>
                </a:solidFill>
                <a:latin typeface="Open Sans"/>
                <a:ea typeface="Open Sans"/>
                <a:cs typeface="Open Sans"/>
                <a:sym typeface="Open Sans"/>
              </a:rPr>
              <a:t> di </a:t>
            </a:r>
            <a:r>
              <a:rPr lang="en-US" sz="2257" b="0" i="0" u="none" strike="noStrike" cap="none" dirty="0" err="1">
                <a:solidFill>
                  <a:srgbClr val="29455B"/>
                </a:solidFill>
                <a:latin typeface="Open Sans"/>
                <a:ea typeface="Open Sans"/>
                <a:cs typeface="Open Sans"/>
                <a:sym typeface="Open Sans"/>
              </a:rPr>
              <a:t>lapangan</a:t>
            </a:r>
            <a:r>
              <a:rPr lang="en-US" sz="2257" b="0" i="0" u="none" strike="noStrike" cap="none" dirty="0">
                <a:solidFill>
                  <a:srgbClr val="29455B"/>
                </a:solidFill>
                <a:latin typeface="Open Sans"/>
                <a:ea typeface="Open Sans"/>
                <a:cs typeface="Open Sans"/>
                <a:sym typeface="Open Sans"/>
              </a:rPr>
              <a:t> </a:t>
            </a:r>
            <a:endParaRPr dirty="0"/>
          </a:p>
          <a:p>
            <a:pPr marL="487386" marR="0" lvl="1" indent="-243693" algn="l" rtl="0">
              <a:lnSpc>
                <a:spcPct val="140008"/>
              </a:lnSpc>
              <a:spcBef>
                <a:spcPts val="0"/>
              </a:spcBef>
              <a:spcAft>
                <a:spcPts val="0"/>
              </a:spcAft>
              <a:buClr>
                <a:srgbClr val="29455B"/>
              </a:buClr>
              <a:buSzPts val="2257"/>
              <a:buFont typeface="Arial"/>
              <a:buChar char="•"/>
            </a:pPr>
            <a:r>
              <a:rPr lang="en-US" sz="2257" b="0" i="0" u="none" strike="noStrike" cap="none" dirty="0" err="1">
                <a:solidFill>
                  <a:srgbClr val="29455B"/>
                </a:solidFill>
                <a:latin typeface="Open Sans"/>
                <a:ea typeface="Open Sans"/>
                <a:cs typeface="Open Sans"/>
                <a:sym typeface="Open Sans"/>
              </a:rPr>
              <a:t>Untuk</a:t>
            </a:r>
            <a:r>
              <a:rPr lang="en-US" sz="2257" b="0" i="0" u="none" strike="noStrike" cap="none" dirty="0">
                <a:solidFill>
                  <a:srgbClr val="29455B"/>
                </a:solidFill>
                <a:latin typeface="Open Sans"/>
                <a:ea typeface="Open Sans"/>
                <a:cs typeface="Open Sans"/>
                <a:sym typeface="Open Sans"/>
              </a:rPr>
              <a:t> </a:t>
            </a:r>
            <a:r>
              <a:rPr lang="en-US" sz="2257" b="0" i="0" u="none" strike="noStrike" cap="none" dirty="0" err="1">
                <a:solidFill>
                  <a:srgbClr val="29455B"/>
                </a:solidFill>
                <a:latin typeface="Open Sans"/>
                <a:ea typeface="Open Sans"/>
                <a:cs typeface="Open Sans"/>
                <a:sym typeface="Open Sans"/>
              </a:rPr>
              <a:t>panitia</a:t>
            </a:r>
            <a:r>
              <a:rPr lang="en-US" sz="2257" b="0" i="0" u="none" strike="noStrike" cap="none" dirty="0">
                <a:solidFill>
                  <a:srgbClr val="29455B"/>
                </a:solidFill>
                <a:latin typeface="Open Sans"/>
                <a:ea typeface="Open Sans"/>
                <a:cs typeface="Open Sans"/>
                <a:sym typeface="Open Sans"/>
              </a:rPr>
              <a:t> PDD yang </a:t>
            </a:r>
            <a:r>
              <a:rPr lang="en-US" sz="2257" b="0" i="0" u="none" strike="noStrike" cap="none" dirty="0" err="1">
                <a:solidFill>
                  <a:srgbClr val="29455B"/>
                </a:solidFill>
                <a:latin typeface="Open Sans"/>
                <a:ea typeface="Open Sans"/>
                <a:cs typeface="Open Sans"/>
                <a:sym typeface="Open Sans"/>
              </a:rPr>
              <a:t>tidak</a:t>
            </a:r>
            <a:r>
              <a:rPr lang="en-US" sz="2257" b="0" i="0" u="none" strike="noStrike" cap="none" dirty="0">
                <a:solidFill>
                  <a:srgbClr val="29455B"/>
                </a:solidFill>
                <a:latin typeface="Open Sans"/>
                <a:ea typeface="Open Sans"/>
                <a:cs typeface="Open Sans"/>
                <a:sym typeface="Open Sans"/>
              </a:rPr>
              <a:t> </a:t>
            </a:r>
            <a:r>
              <a:rPr lang="en-US" sz="2257" b="0" i="0" u="none" strike="noStrike" cap="none" dirty="0" err="1">
                <a:solidFill>
                  <a:srgbClr val="29455B"/>
                </a:solidFill>
                <a:latin typeface="Open Sans"/>
                <a:ea typeface="Open Sans"/>
                <a:cs typeface="Open Sans"/>
                <a:sym typeface="Open Sans"/>
              </a:rPr>
              <a:t>hadir</a:t>
            </a:r>
            <a:r>
              <a:rPr lang="en-US" sz="2257" b="0" i="0" u="none" strike="noStrike" cap="none" dirty="0">
                <a:solidFill>
                  <a:srgbClr val="29455B"/>
                </a:solidFill>
                <a:latin typeface="Open Sans"/>
                <a:ea typeface="Open Sans"/>
                <a:cs typeface="Open Sans"/>
                <a:sym typeface="Open Sans"/>
              </a:rPr>
              <a:t> </a:t>
            </a:r>
            <a:r>
              <a:rPr lang="en-US" sz="2257" b="0" i="0" u="none" strike="noStrike" cap="none" dirty="0" err="1">
                <a:solidFill>
                  <a:srgbClr val="29455B"/>
                </a:solidFill>
                <a:latin typeface="Open Sans"/>
                <a:ea typeface="Open Sans"/>
                <a:cs typeface="Open Sans"/>
                <a:sym typeface="Open Sans"/>
              </a:rPr>
              <a:t>harusnya</a:t>
            </a:r>
            <a:r>
              <a:rPr lang="en-US" sz="2257" b="0" i="0" u="none" strike="noStrike" cap="none" dirty="0">
                <a:solidFill>
                  <a:srgbClr val="29455B"/>
                </a:solidFill>
                <a:latin typeface="Open Sans"/>
                <a:ea typeface="Open Sans"/>
                <a:cs typeface="Open Sans"/>
                <a:sym typeface="Open Sans"/>
              </a:rPr>
              <a:t> </a:t>
            </a:r>
            <a:r>
              <a:rPr lang="en-US" sz="2257" b="0" i="0" u="none" strike="noStrike" cap="none" dirty="0" err="1">
                <a:solidFill>
                  <a:srgbClr val="29455B"/>
                </a:solidFill>
                <a:latin typeface="Open Sans"/>
                <a:ea typeface="Open Sans"/>
                <a:cs typeface="Open Sans"/>
                <a:sym typeface="Open Sans"/>
              </a:rPr>
              <a:t>bisa</a:t>
            </a:r>
            <a:r>
              <a:rPr lang="en-US" sz="2257" b="0" i="0" u="none" strike="noStrike" cap="none" dirty="0">
                <a:solidFill>
                  <a:srgbClr val="29455B"/>
                </a:solidFill>
                <a:latin typeface="Open Sans"/>
                <a:ea typeface="Open Sans"/>
                <a:cs typeface="Open Sans"/>
                <a:sym typeface="Open Sans"/>
              </a:rPr>
              <a:t> di back up </a:t>
            </a:r>
            <a:r>
              <a:rPr lang="en-US" sz="2257" b="0" i="0" u="none" strike="noStrike" cap="none" dirty="0" err="1">
                <a:solidFill>
                  <a:srgbClr val="29455B"/>
                </a:solidFill>
                <a:latin typeface="Open Sans"/>
                <a:ea typeface="Open Sans"/>
                <a:cs typeface="Open Sans"/>
                <a:sym typeface="Open Sans"/>
              </a:rPr>
              <a:t>dengan</a:t>
            </a:r>
            <a:r>
              <a:rPr lang="en-US" sz="2257" b="0" i="0" u="none" strike="noStrike" cap="none" dirty="0">
                <a:solidFill>
                  <a:srgbClr val="29455B"/>
                </a:solidFill>
                <a:latin typeface="Open Sans"/>
                <a:ea typeface="Open Sans"/>
                <a:cs typeface="Open Sans"/>
                <a:sym typeface="Open Sans"/>
              </a:rPr>
              <a:t> </a:t>
            </a:r>
            <a:r>
              <a:rPr lang="en-US" sz="2257" b="0" i="0" u="none" strike="noStrike" cap="none" dirty="0" err="1">
                <a:solidFill>
                  <a:srgbClr val="29455B"/>
                </a:solidFill>
                <a:latin typeface="Open Sans"/>
                <a:ea typeface="Open Sans"/>
                <a:cs typeface="Open Sans"/>
                <a:sym typeface="Open Sans"/>
              </a:rPr>
              <a:t>panitia</a:t>
            </a:r>
            <a:r>
              <a:rPr lang="en-US" sz="2257" b="0" i="0" u="none" strike="noStrike" cap="none" dirty="0">
                <a:solidFill>
                  <a:srgbClr val="29455B"/>
                </a:solidFill>
                <a:latin typeface="Open Sans"/>
                <a:ea typeface="Open Sans"/>
                <a:cs typeface="Open Sans"/>
                <a:sym typeface="Open Sans"/>
              </a:rPr>
              <a:t> lain.</a:t>
            </a:r>
            <a:endParaRPr dirty="0"/>
          </a:p>
          <a:p>
            <a:pPr marL="0" marR="0" lvl="0" indent="0" algn="l" rtl="0">
              <a:lnSpc>
                <a:spcPct val="140008"/>
              </a:lnSpc>
              <a:spcBef>
                <a:spcPts val="0"/>
              </a:spcBef>
              <a:spcAft>
                <a:spcPts val="0"/>
              </a:spcAft>
              <a:buNone/>
            </a:pPr>
            <a:r>
              <a:rPr lang="en-US" sz="2257" b="0" i="0" u="none" strike="noStrike" cap="none" dirty="0">
                <a:solidFill>
                  <a:srgbClr val="29455B"/>
                </a:solidFill>
                <a:latin typeface="Open Sans"/>
                <a:ea typeface="Open Sans"/>
                <a:cs typeface="Open Sans"/>
                <a:sym typeface="Open Sans"/>
              </a:rPr>
              <a:t>Sie </a:t>
            </a:r>
            <a:r>
              <a:rPr lang="en-US" sz="2257" b="0" i="0" u="none" strike="noStrike" cap="none" dirty="0" err="1">
                <a:solidFill>
                  <a:srgbClr val="29455B"/>
                </a:solidFill>
                <a:latin typeface="Open Sans"/>
                <a:ea typeface="Open Sans"/>
                <a:cs typeface="Open Sans"/>
                <a:sym typeface="Open Sans"/>
              </a:rPr>
              <a:t>Logistik</a:t>
            </a:r>
            <a:r>
              <a:rPr lang="en-US" sz="2257" b="0" i="0" u="none" strike="noStrike" cap="none" dirty="0">
                <a:solidFill>
                  <a:srgbClr val="29455B"/>
                </a:solidFill>
                <a:latin typeface="Open Sans"/>
                <a:ea typeface="Open Sans"/>
                <a:cs typeface="Open Sans"/>
                <a:sym typeface="Open Sans"/>
              </a:rPr>
              <a:t> </a:t>
            </a:r>
            <a:endParaRPr dirty="0"/>
          </a:p>
          <a:p>
            <a:pPr marL="487386" marR="0" lvl="1" indent="-243693" algn="l" rtl="0">
              <a:lnSpc>
                <a:spcPct val="140008"/>
              </a:lnSpc>
              <a:spcBef>
                <a:spcPts val="0"/>
              </a:spcBef>
              <a:spcAft>
                <a:spcPts val="0"/>
              </a:spcAft>
              <a:buClr>
                <a:srgbClr val="29455B"/>
              </a:buClr>
              <a:buSzPts val="2257"/>
              <a:buFont typeface="Arial"/>
              <a:buChar char="•"/>
            </a:pPr>
            <a:r>
              <a:rPr lang="en-US" sz="2257" b="0" i="0" u="none" strike="noStrike" cap="none" dirty="0" err="1">
                <a:solidFill>
                  <a:srgbClr val="29455B"/>
                </a:solidFill>
                <a:latin typeface="Open Sans"/>
                <a:ea typeface="Open Sans"/>
                <a:cs typeface="Open Sans"/>
                <a:sym typeface="Open Sans"/>
              </a:rPr>
              <a:t>Inisiatif</a:t>
            </a:r>
            <a:r>
              <a:rPr lang="en-US" sz="2257" b="0" i="0" u="none" strike="noStrike" cap="none" dirty="0">
                <a:solidFill>
                  <a:srgbClr val="29455B"/>
                </a:solidFill>
                <a:latin typeface="Open Sans"/>
                <a:ea typeface="Open Sans"/>
                <a:cs typeface="Open Sans"/>
                <a:sym typeface="Open Sans"/>
              </a:rPr>
              <a:t> </a:t>
            </a:r>
            <a:r>
              <a:rPr lang="en-US" sz="2257" b="0" i="0" u="none" strike="noStrike" cap="none" dirty="0" err="1">
                <a:solidFill>
                  <a:srgbClr val="29455B"/>
                </a:solidFill>
                <a:latin typeface="Open Sans"/>
                <a:ea typeface="Open Sans"/>
                <a:cs typeface="Open Sans"/>
                <a:sym typeface="Open Sans"/>
              </a:rPr>
              <a:t>menanyakan</a:t>
            </a:r>
            <a:r>
              <a:rPr lang="en-US" sz="2257" b="0" i="0" u="none" strike="noStrike" cap="none" dirty="0">
                <a:solidFill>
                  <a:srgbClr val="29455B"/>
                </a:solidFill>
                <a:latin typeface="Open Sans"/>
                <a:ea typeface="Open Sans"/>
                <a:cs typeface="Open Sans"/>
                <a:sym typeface="Open Sans"/>
              </a:rPr>
              <a:t> </a:t>
            </a:r>
            <a:r>
              <a:rPr lang="en-US" sz="2257" b="0" i="0" u="none" strike="noStrike" cap="none" dirty="0" err="1">
                <a:solidFill>
                  <a:srgbClr val="29455B"/>
                </a:solidFill>
                <a:latin typeface="Open Sans"/>
                <a:ea typeface="Open Sans"/>
                <a:cs typeface="Open Sans"/>
                <a:sym typeface="Open Sans"/>
              </a:rPr>
              <a:t>kemana</a:t>
            </a:r>
            <a:r>
              <a:rPr lang="en-US" sz="2257" b="0" i="0" u="none" strike="noStrike" cap="none" dirty="0">
                <a:solidFill>
                  <a:srgbClr val="29455B"/>
                </a:solidFill>
                <a:latin typeface="Open Sans"/>
                <a:ea typeface="Open Sans"/>
                <a:cs typeface="Open Sans"/>
                <a:sym typeface="Open Sans"/>
              </a:rPr>
              <a:t> </a:t>
            </a:r>
            <a:r>
              <a:rPr lang="en-US" sz="2257" b="0" i="0" u="none" strike="noStrike" cap="none" dirty="0" err="1">
                <a:solidFill>
                  <a:srgbClr val="29455B"/>
                </a:solidFill>
                <a:latin typeface="Open Sans"/>
                <a:ea typeface="Open Sans"/>
                <a:cs typeface="Open Sans"/>
                <a:sym typeface="Open Sans"/>
              </a:rPr>
              <a:t>harus</a:t>
            </a:r>
            <a:r>
              <a:rPr lang="en-US" sz="2257" b="0" i="0" u="none" strike="noStrike" cap="none" dirty="0">
                <a:solidFill>
                  <a:srgbClr val="29455B"/>
                </a:solidFill>
                <a:latin typeface="Open Sans"/>
                <a:ea typeface="Open Sans"/>
                <a:cs typeface="Open Sans"/>
                <a:sym typeface="Open Sans"/>
              </a:rPr>
              <a:t> </a:t>
            </a:r>
            <a:r>
              <a:rPr lang="en-US" sz="2257" b="0" i="0" u="none" strike="noStrike" cap="none" dirty="0" err="1">
                <a:solidFill>
                  <a:srgbClr val="29455B"/>
                </a:solidFill>
                <a:latin typeface="Open Sans"/>
                <a:ea typeface="Open Sans"/>
                <a:cs typeface="Open Sans"/>
                <a:sym typeface="Open Sans"/>
              </a:rPr>
              <a:t>dipasang</a:t>
            </a:r>
            <a:r>
              <a:rPr lang="en-US" sz="2257" b="0" i="0" u="none" strike="noStrike" cap="none" dirty="0">
                <a:solidFill>
                  <a:srgbClr val="29455B"/>
                </a:solidFill>
                <a:latin typeface="Open Sans"/>
                <a:ea typeface="Open Sans"/>
                <a:cs typeface="Open Sans"/>
                <a:sym typeface="Open Sans"/>
              </a:rPr>
              <a:t>.</a:t>
            </a:r>
            <a:endParaRPr dirty="0"/>
          </a:p>
          <a:p>
            <a:pPr marL="487386" marR="0" lvl="1" indent="-243693" algn="l" rtl="0">
              <a:lnSpc>
                <a:spcPct val="140008"/>
              </a:lnSpc>
              <a:spcBef>
                <a:spcPts val="0"/>
              </a:spcBef>
              <a:spcAft>
                <a:spcPts val="0"/>
              </a:spcAft>
              <a:buClr>
                <a:srgbClr val="29455B"/>
              </a:buClr>
              <a:buSzPts val="2257"/>
              <a:buFont typeface="Arial"/>
              <a:buChar char="•"/>
            </a:pPr>
            <a:r>
              <a:rPr lang="en-US" sz="2257" b="0" i="0" u="none" strike="noStrike" cap="none" dirty="0" err="1">
                <a:solidFill>
                  <a:srgbClr val="29455B"/>
                </a:solidFill>
                <a:latin typeface="Open Sans"/>
                <a:ea typeface="Open Sans"/>
                <a:cs typeface="Open Sans"/>
                <a:sym typeface="Open Sans"/>
              </a:rPr>
              <a:t>Lebih</a:t>
            </a:r>
            <a:r>
              <a:rPr lang="en-US" sz="2257" b="0" i="0" u="none" strike="noStrike" cap="none" dirty="0">
                <a:solidFill>
                  <a:srgbClr val="29455B"/>
                </a:solidFill>
                <a:latin typeface="Open Sans"/>
                <a:ea typeface="Open Sans"/>
                <a:cs typeface="Open Sans"/>
                <a:sym typeface="Open Sans"/>
              </a:rPr>
              <a:t> di </a:t>
            </a:r>
            <a:r>
              <a:rPr lang="en-US" sz="2257" b="0" i="0" u="none" strike="noStrike" cap="none" dirty="0" err="1">
                <a:solidFill>
                  <a:srgbClr val="29455B"/>
                </a:solidFill>
                <a:latin typeface="Open Sans"/>
                <a:ea typeface="Open Sans"/>
                <a:cs typeface="Open Sans"/>
                <a:sym typeface="Open Sans"/>
              </a:rPr>
              <a:t>perhatikan</a:t>
            </a:r>
            <a:r>
              <a:rPr lang="en-US" sz="2257" b="0" i="0" u="none" strike="noStrike" cap="none" dirty="0">
                <a:solidFill>
                  <a:srgbClr val="29455B"/>
                </a:solidFill>
                <a:latin typeface="Open Sans"/>
                <a:ea typeface="Open Sans"/>
                <a:cs typeface="Open Sans"/>
                <a:sym typeface="Open Sans"/>
              </a:rPr>
              <a:t> </a:t>
            </a:r>
            <a:r>
              <a:rPr lang="en-US" sz="2257" b="0" i="0" u="none" strike="noStrike" cap="none" dirty="0" err="1">
                <a:solidFill>
                  <a:srgbClr val="29455B"/>
                </a:solidFill>
                <a:latin typeface="Open Sans"/>
                <a:ea typeface="Open Sans"/>
                <a:cs typeface="Open Sans"/>
                <a:sym typeface="Open Sans"/>
              </a:rPr>
              <a:t>lagi</a:t>
            </a:r>
            <a:r>
              <a:rPr lang="en-US" sz="2257" b="0" i="0" u="none" strike="noStrike" cap="none" dirty="0">
                <a:solidFill>
                  <a:srgbClr val="29455B"/>
                </a:solidFill>
                <a:latin typeface="Open Sans"/>
                <a:ea typeface="Open Sans"/>
                <a:cs typeface="Open Sans"/>
                <a:sym typeface="Open Sans"/>
              </a:rPr>
              <a:t> pada </a:t>
            </a:r>
            <a:r>
              <a:rPr lang="en-US" sz="2257" b="0" i="0" u="none" strike="noStrike" cap="none" dirty="0" err="1">
                <a:solidFill>
                  <a:srgbClr val="29455B"/>
                </a:solidFill>
                <a:latin typeface="Open Sans"/>
                <a:ea typeface="Open Sans"/>
                <a:cs typeface="Open Sans"/>
                <a:sym typeface="Open Sans"/>
              </a:rPr>
              <a:t>barang-barang</a:t>
            </a:r>
            <a:r>
              <a:rPr lang="en-US" sz="2257" b="0" i="0" u="none" strike="noStrike" cap="none" dirty="0">
                <a:solidFill>
                  <a:srgbClr val="29455B"/>
                </a:solidFill>
                <a:latin typeface="Open Sans"/>
                <a:ea typeface="Open Sans"/>
                <a:cs typeface="Open Sans"/>
                <a:sym typeface="Open Sans"/>
              </a:rPr>
              <a:t> yang di </a:t>
            </a:r>
            <a:r>
              <a:rPr lang="en-US" sz="2257" b="0" i="0" u="none" strike="noStrike" cap="none" dirty="0" err="1">
                <a:solidFill>
                  <a:srgbClr val="29455B"/>
                </a:solidFill>
                <a:latin typeface="Open Sans"/>
                <a:ea typeface="Open Sans"/>
                <a:cs typeface="Open Sans"/>
                <a:sym typeface="Open Sans"/>
              </a:rPr>
              <a:t>pegang</a:t>
            </a:r>
            <a:endParaRPr dirty="0"/>
          </a:p>
        </p:txBody>
      </p:sp>
      <p:cxnSp>
        <p:nvCxnSpPr>
          <p:cNvPr id="555" name="Google Shape;555;p19"/>
          <p:cNvCxnSpPr/>
          <p:nvPr/>
        </p:nvCxnSpPr>
        <p:spPr>
          <a:xfrm>
            <a:off x="321618" y="2837788"/>
            <a:ext cx="4424255" cy="0"/>
          </a:xfrm>
          <a:prstGeom prst="straightConnector1">
            <a:avLst/>
          </a:prstGeom>
          <a:noFill/>
          <a:ln w="38100" cap="rnd" cmpd="sng">
            <a:solidFill>
              <a:srgbClr val="EF8126"/>
            </a:solidFill>
            <a:prstDash val="solid"/>
            <a:round/>
            <a:headEnd type="none" w="sm" len="sm"/>
            <a:tailEnd type="none" w="sm" len="sm"/>
          </a:ln>
        </p:spPr>
      </p:cxnSp>
      <p:sp>
        <p:nvSpPr>
          <p:cNvPr id="556" name="Google Shape;556;p19"/>
          <p:cNvSpPr/>
          <p:nvPr/>
        </p:nvSpPr>
        <p:spPr>
          <a:xfrm>
            <a:off x="13302173" y="-984116"/>
            <a:ext cx="3139599" cy="3116766"/>
          </a:xfrm>
          <a:custGeom>
            <a:avLst/>
            <a:gdLst/>
            <a:ahLst/>
            <a:cxnLst/>
            <a:rect l="l" t="t" r="r" b="b"/>
            <a:pathLst>
              <a:path w="3139599" h="3116766" extrusionOk="0">
                <a:moveTo>
                  <a:pt x="0" y="0"/>
                </a:moveTo>
                <a:lnTo>
                  <a:pt x="3139599" y="0"/>
                </a:lnTo>
                <a:lnTo>
                  <a:pt x="3139599" y="3116766"/>
                </a:lnTo>
                <a:lnTo>
                  <a:pt x="0" y="3116766"/>
                </a:lnTo>
                <a:lnTo>
                  <a:pt x="0" y="0"/>
                </a:lnTo>
                <a:close/>
              </a:path>
            </a:pathLst>
          </a:custGeom>
          <a:blipFill rotWithShape="1">
            <a:blip r:embed="rId5">
              <a:alphaModFix/>
            </a:blip>
            <a:stretch>
              <a:fillRect/>
            </a:stretch>
          </a:blipFill>
          <a:ln>
            <a:noFill/>
          </a:ln>
        </p:spPr>
      </p:sp>
      <p:cxnSp>
        <p:nvCxnSpPr>
          <p:cNvPr id="557" name="Google Shape;557;p19"/>
          <p:cNvCxnSpPr/>
          <p:nvPr/>
        </p:nvCxnSpPr>
        <p:spPr>
          <a:xfrm>
            <a:off x="321618" y="2923513"/>
            <a:ext cx="4424255" cy="0"/>
          </a:xfrm>
          <a:prstGeom prst="straightConnector1">
            <a:avLst/>
          </a:prstGeom>
          <a:noFill/>
          <a:ln w="38100" cap="rnd" cmpd="sng">
            <a:solidFill>
              <a:srgbClr val="EF8126"/>
            </a:solidFill>
            <a:prstDash val="solid"/>
            <a:round/>
            <a:headEnd type="none" w="sm" len="sm"/>
            <a:tailEnd type="none" w="sm" len="sm"/>
          </a:ln>
        </p:spPr>
      </p:cxn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561"/>
        <p:cNvGrpSpPr/>
        <p:nvPr/>
      </p:nvGrpSpPr>
      <p:grpSpPr>
        <a:xfrm>
          <a:off x="0" y="0"/>
          <a:ext cx="0" cy="0"/>
          <a:chOff x="0" y="0"/>
          <a:chExt cx="0" cy="0"/>
        </a:xfrm>
      </p:grpSpPr>
      <p:sp>
        <p:nvSpPr>
          <p:cNvPr id="562" name="Google Shape;562;p20"/>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16609" b="-16608"/>
            </a:stretch>
          </a:blipFill>
          <a:ln>
            <a:noFill/>
          </a:ln>
        </p:spPr>
      </p:sp>
      <p:sp>
        <p:nvSpPr>
          <p:cNvPr id="563" name="Google Shape;563;p20"/>
          <p:cNvSpPr txBox="1"/>
          <p:nvPr/>
        </p:nvSpPr>
        <p:spPr>
          <a:xfrm>
            <a:off x="321618" y="726667"/>
            <a:ext cx="7659255" cy="1201802"/>
          </a:xfrm>
          <a:prstGeom prst="rect">
            <a:avLst/>
          </a:prstGeom>
          <a:noFill/>
          <a:ln>
            <a:noFill/>
          </a:ln>
        </p:spPr>
        <p:txBody>
          <a:bodyPr spcFirstLastPara="1" wrap="square" lIns="0" tIns="0" rIns="0" bIns="0" anchor="t" anchorCtr="0">
            <a:spAutoFit/>
          </a:bodyPr>
          <a:lstStyle/>
          <a:p>
            <a:pPr marL="0" marR="0" lvl="0" indent="0" algn="l" rtl="0">
              <a:lnSpc>
                <a:spcPct val="103000"/>
              </a:lnSpc>
              <a:spcBef>
                <a:spcPts val="0"/>
              </a:spcBef>
              <a:spcAft>
                <a:spcPts val="0"/>
              </a:spcAft>
              <a:buNone/>
            </a:pPr>
            <a:r>
              <a:rPr lang="en-US" sz="8900" b="1" i="0" u="none" strike="noStrike" cap="none">
                <a:solidFill>
                  <a:srgbClr val="29455B"/>
                </a:solidFill>
                <a:latin typeface="Arial"/>
                <a:ea typeface="Arial"/>
                <a:cs typeface="Arial"/>
                <a:sym typeface="Arial"/>
              </a:rPr>
              <a:t>LKMM-D</a:t>
            </a:r>
            <a:endParaRPr/>
          </a:p>
        </p:txBody>
      </p:sp>
      <p:grpSp>
        <p:nvGrpSpPr>
          <p:cNvPr id="564" name="Google Shape;564;p20"/>
          <p:cNvGrpSpPr/>
          <p:nvPr/>
        </p:nvGrpSpPr>
        <p:grpSpPr>
          <a:xfrm>
            <a:off x="0" y="-73983"/>
            <a:ext cx="9144000" cy="648250"/>
            <a:chOff x="0" y="-38100"/>
            <a:chExt cx="3513414" cy="249078"/>
          </a:xfrm>
        </p:grpSpPr>
        <p:sp>
          <p:nvSpPr>
            <p:cNvPr id="565" name="Google Shape;565;p20"/>
            <p:cNvSpPr/>
            <p:nvPr/>
          </p:nvSpPr>
          <p:spPr>
            <a:xfrm>
              <a:off x="0" y="0"/>
              <a:ext cx="3513414" cy="210978"/>
            </a:xfrm>
            <a:custGeom>
              <a:avLst/>
              <a:gdLst/>
              <a:ahLst/>
              <a:cxnLst/>
              <a:rect l="l" t="t" r="r" b="b"/>
              <a:pathLst>
                <a:path w="3513414" h="210978" extrusionOk="0">
                  <a:moveTo>
                    <a:pt x="0" y="0"/>
                  </a:moveTo>
                  <a:lnTo>
                    <a:pt x="3513414" y="0"/>
                  </a:lnTo>
                  <a:lnTo>
                    <a:pt x="3513414" y="210978"/>
                  </a:lnTo>
                  <a:lnTo>
                    <a:pt x="0" y="210978"/>
                  </a:lnTo>
                  <a:close/>
                </a:path>
              </a:pathLst>
            </a:custGeom>
            <a:solidFill>
              <a:srgbClr val="FCB50F"/>
            </a:solidFill>
            <a:ln>
              <a:noFill/>
            </a:ln>
          </p:spPr>
        </p:sp>
        <p:sp>
          <p:nvSpPr>
            <p:cNvPr id="566" name="Google Shape;566;p20"/>
            <p:cNvSpPr txBox="1"/>
            <p:nvPr/>
          </p:nvSpPr>
          <p:spPr>
            <a:xfrm>
              <a:off x="0" y="-38100"/>
              <a:ext cx="3513414" cy="249078"/>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567" name="Google Shape;567;p20"/>
          <p:cNvSpPr txBox="1"/>
          <p:nvPr/>
        </p:nvSpPr>
        <p:spPr>
          <a:xfrm>
            <a:off x="321618" y="2004668"/>
            <a:ext cx="7659255" cy="679450"/>
          </a:xfrm>
          <a:prstGeom prst="rect">
            <a:avLst/>
          </a:prstGeom>
          <a:noFill/>
          <a:ln>
            <a:noFill/>
          </a:ln>
        </p:spPr>
        <p:txBody>
          <a:bodyPr spcFirstLastPara="1" wrap="square" lIns="0" tIns="0" rIns="0" bIns="0" anchor="t" anchorCtr="0">
            <a:spAutoFit/>
          </a:bodyPr>
          <a:lstStyle/>
          <a:p>
            <a:pPr marL="0" marR="0" lvl="0" indent="0" algn="l" rtl="0">
              <a:lnSpc>
                <a:spcPct val="103000"/>
              </a:lnSpc>
              <a:spcBef>
                <a:spcPts val="0"/>
              </a:spcBef>
              <a:spcAft>
                <a:spcPts val="0"/>
              </a:spcAft>
              <a:buNone/>
            </a:pPr>
            <a:r>
              <a:rPr lang="en-US" sz="5000" b="1" i="0" u="none" strike="noStrike" cap="none">
                <a:solidFill>
                  <a:srgbClr val="29455B"/>
                </a:solidFill>
                <a:latin typeface="Arial"/>
                <a:ea typeface="Arial"/>
                <a:cs typeface="Arial"/>
                <a:sym typeface="Arial"/>
              </a:rPr>
              <a:t>PROYEKSI</a:t>
            </a:r>
            <a:endParaRPr/>
          </a:p>
        </p:txBody>
      </p:sp>
      <p:grpSp>
        <p:nvGrpSpPr>
          <p:cNvPr id="568" name="Google Shape;568;p20"/>
          <p:cNvGrpSpPr/>
          <p:nvPr/>
        </p:nvGrpSpPr>
        <p:grpSpPr>
          <a:xfrm>
            <a:off x="16012468" y="9638750"/>
            <a:ext cx="2275532" cy="648250"/>
            <a:chOff x="0" y="-38100"/>
            <a:chExt cx="874331" cy="249078"/>
          </a:xfrm>
        </p:grpSpPr>
        <p:sp>
          <p:nvSpPr>
            <p:cNvPr id="569" name="Google Shape;569;p20"/>
            <p:cNvSpPr/>
            <p:nvPr/>
          </p:nvSpPr>
          <p:spPr>
            <a:xfrm>
              <a:off x="0" y="0"/>
              <a:ext cx="874331" cy="210978"/>
            </a:xfrm>
            <a:custGeom>
              <a:avLst/>
              <a:gdLst/>
              <a:ahLst/>
              <a:cxnLst/>
              <a:rect l="l" t="t" r="r" b="b"/>
              <a:pathLst>
                <a:path w="874331" h="210978" extrusionOk="0">
                  <a:moveTo>
                    <a:pt x="0" y="0"/>
                  </a:moveTo>
                  <a:lnTo>
                    <a:pt x="874331" y="0"/>
                  </a:lnTo>
                  <a:lnTo>
                    <a:pt x="874331" y="210978"/>
                  </a:lnTo>
                  <a:lnTo>
                    <a:pt x="0" y="210978"/>
                  </a:lnTo>
                  <a:close/>
                </a:path>
              </a:pathLst>
            </a:custGeom>
            <a:solidFill>
              <a:srgbClr val="FCB50F"/>
            </a:solidFill>
            <a:ln>
              <a:noFill/>
            </a:ln>
          </p:spPr>
        </p:sp>
        <p:sp>
          <p:nvSpPr>
            <p:cNvPr id="570" name="Google Shape;570;p20"/>
            <p:cNvSpPr txBox="1"/>
            <p:nvPr/>
          </p:nvSpPr>
          <p:spPr>
            <a:xfrm>
              <a:off x="0" y="-38100"/>
              <a:ext cx="874331" cy="249078"/>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571" name="Google Shape;571;p20"/>
          <p:cNvSpPr/>
          <p:nvPr/>
        </p:nvSpPr>
        <p:spPr>
          <a:xfrm rot="10800000" flipH="1">
            <a:off x="15098176" y="25176"/>
            <a:ext cx="3189824" cy="3267046"/>
          </a:xfrm>
          <a:custGeom>
            <a:avLst/>
            <a:gdLst/>
            <a:ahLst/>
            <a:cxnLst/>
            <a:rect l="l" t="t" r="r" b="b"/>
            <a:pathLst>
              <a:path w="3189824" h="3267046" extrusionOk="0">
                <a:moveTo>
                  <a:pt x="0" y="3267045"/>
                </a:moveTo>
                <a:lnTo>
                  <a:pt x="3189824" y="3267045"/>
                </a:lnTo>
                <a:lnTo>
                  <a:pt x="3189824" y="0"/>
                </a:lnTo>
                <a:lnTo>
                  <a:pt x="0" y="0"/>
                </a:lnTo>
                <a:lnTo>
                  <a:pt x="0" y="3267045"/>
                </a:lnTo>
                <a:close/>
              </a:path>
            </a:pathLst>
          </a:custGeom>
          <a:blipFill rotWithShape="1">
            <a:blip r:embed="rId4">
              <a:alphaModFix/>
            </a:blip>
            <a:stretch>
              <a:fillRect/>
            </a:stretch>
          </a:blipFill>
          <a:ln>
            <a:noFill/>
          </a:ln>
        </p:spPr>
      </p:sp>
      <p:sp>
        <p:nvSpPr>
          <p:cNvPr id="572" name="Google Shape;572;p20"/>
          <p:cNvSpPr txBox="1"/>
          <p:nvPr/>
        </p:nvSpPr>
        <p:spPr>
          <a:xfrm>
            <a:off x="321618" y="3037813"/>
            <a:ext cx="16937682" cy="2789790"/>
          </a:xfrm>
          <a:prstGeom prst="rect">
            <a:avLst/>
          </a:prstGeom>
          <a:noFill/>
          <a:ln>
            <a:noFill/>
          </a:ln>
        </p:spPr>
        <p:txBody>
          <a:bodyPr spcFirstLastPara="1" wrap="square" lIns="0" tIns="0" rIns="0" bIns="0" anchor="t" anchorCtr="0">
            <a:spAutoFit/>
          </a:bodyPr>
          <a:lstStyle/>
          <a:p>
            <a:pPr marL="0" marR="0" lvl="0" indent="0" algn="l" rtl="0">
              <a:lnSpc>
                <a:spcPct val="140043"/>
              </a:lnSpc>
              <a:spcBef>
                <a:spcPts val="0"/>
              </a:spcBef>
              <a:spcAft>
                <a:spcPts val="0"/>
              </a:spcAft>
              <a:buNone/>
            </a:pPr>
            <a:r>
              <a:rPr lang="en-US" sz="2290" b="0" i="0" u="none" strike="noStrike" cap="none">
                <a:solidFill>
                  <a:srgbClr val="29455B"/>
                </a:solidFill>
                <a:latin typeface="Open Sans"/>
                <a:ea typeface="Open Sans"/>
                <a:cs typeface="Open Sans"/>
                <a:sym typeface="Open Sans"/>
              </a:rPr>
              <a:t>Sie Konsumsi</a:t>
            </a:r>
            <a:endParaRPr/>
          </a:p>
          <a:p>
            <a:pPr marL="494572" marR="0" lvl="1" indent="-247286" algn="l" rtl="0">
              <a:lnSpc>
                <a:spcPct val="140043"/>
              </a:lnSpc>
              <a:spcBef>
                <a:spcPts val="0"/>
              </a:spcBef>
              <a:spcAft>
                <a:spcPts val="0"/>
              </a:spcAft>
              <a:buClr>
                <a:srgbClr val="29455B"/>
              </a:buClr>
              <a:buSzPts val="2290"/>
              <a:buFont typeface="Arial"/>
              <a:buChar char="•"/>
            </a:pPr>
            <a:r>
              <a:rPr lang="en-US" sz="2290" b="0" i="0" u="none" strike="noStrike" cap="none">
                <a:solidFill>
                  <a:srgbClr val="29455B"/>
                </a:solidFill>
                <a:latin typeface="Open Sans"/>
                <a:ea typeface="Open Sans"/>
                <a:cs typeface="Open Sans"/>
                <a:sym typeface="Open Sans"/>
              </a:rPr>
              <a:t>Lebih harus memperhatikan jumlah makanan yang dibeli</a:t>
            </a:r>
            <a:endParaRPr/>
          </a:p>
          <a:p>
            <a:pPr marL="0" marR="0" lvl="0" indent="0" algn="l" rtl="0">
              <a:lnSpc>
                <a:spcPct val="140043"/>
              </a:lnSpc>
              <a:spcBef>
                <a:spcPts val="0"/>
              </a:spcBef>
              <a:spcAft>
                <a:spcPts val="0"/>
              </a:spcAft>
              <a:buNone/>
            </a:pPr>
            <a:r>
              <a:rPr lang="en-US" sz="2290" b="0" i="0" u="none" strike="noStrike" cap="none">
                <a:solidFill>
                  <a:srgbClr val="29455B"/>
                </a:solidFill>
                <a:latin typeface="Open Sans"/>
                <a:ea typeface="Open Sans"/>
                <a:cs typeface="Open Sans"/>
                <a:sym typeface="Open Sans"/>
              </a:rPr>
              <a:t>Dewan Pembimbing (DP) </a:t>
            </a:r>
            <a:endParaRPr/>
          </a:p>
          <a:p>
            <a:pPr marL="494572" marR="0" lvl="1" indent="-247286" algn="l" rtl="0">
              <a:lnSpc>
                <a:spcPct val="140043"/>
              </a:lnSpc>
              <a:spcBef>
                <a:spcPts val="0"/>
              </a:spcBef>
              <a:spcAft>
                <a:spcPts val="0"/>
              </a:spcAft>
              <a:buClr>
                <a:srgbClr val="29455B"/>
              </a:buClr>
              <a:buSzPts val="2290"/>
              <a:buFont typeface="Arial"/>
              <a:buChar char="•"/>
            </a:pPr>
            <a:r>
              <a:rPr lang="en-US" sz="2290" b="0" i="0" u="none" strike="noStrike" cap="none">
                <a:solidFill>
                  <a:srgbClr val="29455B"/>
                </a:solidFill>
                <a:latin typeface="Open Sans"/>
                <a:ea typeface="Open Sans"/>
                <a:cs typeface="Open Sans"/>
                <a:sym typeface="Open Sans"/>
              </a:rPr>
              <a:t>Harus lebih diperhatikan lagi anggota-anggota kelompoknya. </a:t>
            </a:r>
            <a:endParaRPr/>
          </a:p>
          <a:p>
            <a:pPr marL="494572" marR="0" lvl="1" indent="-247286" algn="l" rtl="0">
              <a:lnSpc>
                <a:spcPct val="140043"/>
              </a:lnSpc>
              <a:spcBef>
                <a:spcPts val="0"/>
              </a:spcBef>
              <a:spcAft>
                <a:spcPts val="0"/>
              </a:spcAft>
              <a:buClr>
                <a:srgbClr val="29455B"/>
              </a:buClr>
              <a:buSzPts val="2290"/>
              <a:buFont typeface="Arial"/>
              <a:buChar char="•"/>
            </a:pPr>
            <a:r>
              <a:rPr lang="en-US" sz="2290" b="0" i="0" u="none" strike="noStrike" cap="none">
                <a:solidFill>
                  <a:srgbClr val="29455B"/>
                </a:solidFill>
                <a:latin typeface="Open Sans"/>
                <a:ea typeface="Open Sans"/>
                <a:cs typeface="Open Sans"/>
                <a:sym typeface="Open Sans"/>
              </a:rPr>
              <a:t>Lebih menarik lagi agar anggota-angota nya banyak yang ikut.</a:t>
            </a:r>
            <a:endParaRPr/>
          </a:p>
          <a:p>
            <a:pPr marL="494572" marR="0" lvl="1" indent="-247286" algn="l" rtl="0">
              <a:lnSpc>
                <a:spcPct val="140043"/>
              </a:lnSpc>
              <a:spcBef>
                <a:spcPts val="0"/>
              </a:spcBef>
              <a:spcAft>
                <a:spcPts val="0"/>
              </a:spcAft>
              <a:buClr>
                <a:srgbClr val="29455B"/>
              </a:buClr>
              <a:buSzPts val="2290"/>
              <a:buFont typeface="Arial"/>
              <a:buChar char="•"/>
            </a:pPr>
            <a:r>
              <a:rPr lang="en-US" sz="2290" b="0" i="0" u="none" strike="noStrike" cap="none">
                <a:solidFill>
                  <a:srgbClr val="29455B"/>
                </a:solidFill>
                <a:latin typeface="Open Sans"/>
                <a:ea typeface="Open Sans"/>
                <a:cs typeface="Open Sans"/>
                <a:sym typeface="Open Sans"/>
              </a:rPr>
              <a:t>Lebih cross check lagi agar tidak menyimpang.</a:t>
            </a:r>
            <a:endParaRPr/>
          </a:p>
          <a:p>
            <a:pPr marL="494572" marR="0" lvl="1" indent="-247286" algn="l" rtl="0">
              <a:lnSpc>
                <a:spcPct val="140043"/>
              </a:lnSpc>
              <a:spcBef>
                <a:spcPts val="0"/>
              </a:spcBef>
              <a:spcAft>
                <a:spcPts val="0"/>
              </a:spcAft>
              <a:buClr>
                <a:srgbClr val="29455B"/>
              </a:buClr>
              <a:buSzPts val="2290"/>
              <a:buFont typeface="Arial"/>
              <a:buChar char="•"/>
            </a:pPr>
            <a:r>
              <a:rPr lang="en-US" sz="2290" b="0" i="0" u="none" strike="noStrike" cap="none">
                <a:solidFill>
                  <a:srgbClr val="29455B"/>
                </a:solidFill>
                <a:latin typeface="Open Sans"/>
                <a:ea typeface="Open Sans"/>
                <a:cs typeface="Open Sans"/>
                <a:sym typeface="Open Sans"/>
              </a:rPr>
              <a:t>Lebih ditemani soal penugasan dan menjadwalkan waktu nya.</a:t>
            </a:r>
            <a:endParaRPr/>
          </a:p>
        </p:txBody>
      </p:sp>
      <p:cxnSp>
        <p:nvCxnSpPr>
          <p:cNvPr id="573" name="Google Shape;573;p20"/>
          <p:cNvCxnSpPr/>
          <p:nvPr/>
        </p:nvCxnSpPr>
        <p:spPr>
          <a:xfrm>
            <a:off x="321618" y="2837788"/>
            <a:ext cx="4424255" cy="0"/>
          </a:xfrm>
          <a:prstGeom prst="straightConnector1">
            <a:avLst/>
          </a:prstGeom>
          <a:noFill/>
          <a:ln w="38100" cap="rnd" cmpd="sng">
            <a:solidFill>
              <a:srgbClr val="EF8126"/>
            </a:solidFill>
            <a:prstDash val="solid"/>
            <a:round/>
            <a:headEnd type="none" w="sm" len="sm"/>
            <a:tailEnd type="none" w="sm" len="sm"/>
          </a:ln>
        </p:spPr>
      </p:cxnSp>
      <p:sp>
        <p:nvSpPr>
          <p:cNvPr id="574" name="Google Shape;574;p20"/>
          <p:cNvSpPr/>
          <p:nvPr/>
        </p:nvSpPr>
        <p:spPr>
          <a:xfrm>
            <a:off x="13302173" y="-984116"/>
            <a:ext cx="3139599" cy="3116766"/>
          </a:xfrm>
          <a:custGeom>
            <a:avLst/>
            <a:gdLst/>
            <a:ahLst/>
            <a:cxnLst/>
            <a:rect l="l" t="t" r="r" b="b"/>
            <a:pathLst>
              <a:path w="3139599" h="3116766" extrusionOk="0">
                <a:moveTo>
                  <a:pt x="0" y="0"/>
                </a:moveTo>
                <a:lnTo>
                  <a:pt x="3139599" y="0"/>
                </a:lnTo>
                <a:lnTo>
                  <a:pt x="3139599" y="3116766"/>
                </a:lnTo>
                <a:lnTo>
                  <a:pt x="0" y="3116766"/>
                </a:lnTo>
                <a:lnTo>
                  <a:pt x="0" y="0"/>
                </a:lnTo>
                <a:close/>
              </a:path>
            </a:pathLst>
          </a:custGeom>
          <a:blipFill rotWithShape="1">
            <a:blip r:embed="rId5">
              <a:alphaModFix/>
            </a:blip>
            <a:stretch>
              <a:fillRect/>
            </a:stretch>
          </a:blipFill>
          <a:ln>
            <a:noFill/>
          </a:ln>
        </p:spPr>
      </p:sp>
      <p:cxnSp>
        <p:nvCxnSpPr>
          <p:cNvPr id="575" name="Google Shape;575;p20"/>
          <p:cNvCxnSpPr/>
          <p:nvPr/>
        </p:nvCxnSpPr>
        <p:spPr>
          <a:xfrm>
            <a:off x="321618" y="2923513"/>
            <a:ext cx="4424255" cy="0"/>
          </a:xfrm>
          <a:prstGeom prst="straightConnector1">
            <a:avLst/>
          </a:prstGeom>
          <a:noFill/>
          <a:ln w="38100" cap="rnd" cmpd="sng">
            <a:solidFill>
              <a:srgbClr val="EF8126"/>
            </a:solidFill>
            <a:prstDash val="solid"/>
            <a:round/>
            <a:headEnd type="none" w="sm" len="sm"/>
            <a:tailEnd type="none" w="sm" len="sm"/>
          </a:ln>
        </p:spPr>
      </p:cxn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579"/>
        <p:cNvGrpSpPr/>
        <p:nvPr/>
      </p:nvGrpSpPr>
      <p:grpSpPr>
        <a:xfrm>
          <a:off x="0" y="0"/>
          <a:ext cx="0" cy="0"/>
          <a:chOff x="0" y="0"/>
          <a:chExt cx="0" cy="0"/>
        </a:xfrm>
      </p:grpSpPr>
      <p:sp>
        <p:nvSpPr>
          <p:cNvPr id="580" name="Google Shape;580;p21"/>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16609" b="-16608"/>
            </a:stretch>
          </a:blipFill>
          <a:ln>
            <a:noFill/>
          </a:ln>
        </p:spPr>
      </p:sp>
      <p:grpSp>
        <p:nvGrpSpPr>
          <p:cNvPr id="581" name="Google Shape;581;p21"/>
          <p:cNvGrpSpPr/>
          <p:nvPr/>
        </p:nvGrpSpPr>
        <p:grpSpPr>
          <a:xfrm>
            <a:off x="0" y="-73983"/>
            <a:ext cx="9144000" cy="648250"/>
            <a:chOff x="0" y="-38100"/>
            <a:chExt cx="3513414" cy="249078"/>
          </a:xfrm>
        </p:grpSpPr>
        <p:sp>
          <p:nvSpPr>
            <p:cNvPr id="582" name="Google Shape;582;p21"/>
            <p:cNvSpPr/>
            <p:nvPr/>
          </p:nvSpPr>
          <p:spPr>
            <a:xfrm>
              <a:off x="0" y="0"/>
              <a:ext cx="3513414" cy="210978"/>
            </a:xfrm>
            <a:custGeom>
              <a:avLst/>
              <a:gdLst/>
              <a:ahLst/>
              <a:cxnLst/>
              <a:rect l="l" t="t" r="r" b="b"/>
              <a:pathLst>
                <a:path w="3513414" h="210978" extrusionOk="0">
                  <a:moveTo>
                    <a:pt x="0" y="0"/>
                  </a:moveTo>
                  <a:lnTo>
                    <a:pt x="3513414" y="0"/>
                  </a:lnTo>
                  <a:lnTo>
                    <a:pt x="3513414" y="210978"/>
                  </a:lnTo>
                  <a:lnTo>
                    <a:pt x="0" y="210978"/>
                  </a:lnTo>
                  <a:close/>
                </a:path>
              </a:pathLst>
            </a:custGeom>
            <a:solidFill>
              <a:srgbClr val="FCB50F"/>
            </a:solidFill>
            <a:ln>
              <a:noFill/>
            </a:ln>
          </p:spPr>
        </p:sp>
        <p:sp>
          <p:nvSpPr>
            <p:cNvPr id="583" name="Google Shape;583;p21"/>
            <p:cNvSpPr txBox="1"/>
            <p:nvPr/>
          </p:nvSpPr>
          <p:spPr>
            <a:xfrm>
              <a:off x="0" y="-38100"/>
              <a:ext cx="3513414" cy="249078"/>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584" name="Google Shape;584;p21"/>
          <p:cNvGrpSpPr/>
          <p:nvPr/>
        </p:nvGrpSpPr>
        <p:grpSpPr>
          <a:xfrm>
            <a:off x="16012468" y="9638750"/>
            <a:ext cx="2275532" cy="648250"/>
            <a:chOff x="0" y="-38100"/>
            <a:chExt cx="874331" cy="249078"/>
          </a:xfrm>
        </p:grpSpPr>
        <p:sp>
          <p:nvSpPr>
            <p:cNvPr id="585" name="Google Shape;585;p21"/>
            <p:cNvSpPr/>
            <p:nvPr/>
          </p:nvSpPr>
          <p:spPr>
            <a:xfrm>
              <a:off x="0" y="0"/>
              <a:ext cx="874331" cy="210978"/>
            </a:xfrm>
            <a:custGeom>
              <a:avLst/>
              <a:gdLst/>
              <a:ahLst/>
              <a:cxnLst/>
              <a:rect l="l" t="t" r="r" b="b"/>
              <a:pathLst>
                <a:path w="874331" h="210978" extrusionOk="0">
                  <a:moveTo>
                    <a:pt x="0" y="0"/>
                  </a:moveTo>
                  <a:lnTo>
                    <a:pt x="874331" y="0"/>
                  </a:lnTo>
                  <a:lnTo>
                    <a:pt x="874331" y="210978"/>
                  </a:lnTo>
                  <a:lnTo>
                    <a:pt x="0" y="210978"/>
                  </a:lnTo>
                  <a:close/>
                </a:path>
              </a:pathLst>
            </a:custGeom>
            <a:solidFill>
              <a:srgbClr val="FCB50F"/>
            </a:solidFill>
            <a:ln>
              <a:noFill/>
            </a:ln>
          </p:spPr>
        </p:sp>
        <p:sp>
          <p:nvSpPr>
            <p:cNvPr id="586" name="Google Shape;586;p21"/>
            <p:cNvSpPr txBox="1"/>
            <p:nvPr/>
          </p:nvSpPr>
          <p:spPr>
            <a:xfrm>
              <a:off x="0" y="-38100"/>
              <a:ext cx="874331" cy="249078"/>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587" name="Google Shape;587;p21"/>
          <p:cNvSpPr/>
          <p:nvPr/>
        </p:nvSpPr>
        <p:spPr>
          <a:xfrm rot="10800000" flipH="1">
            <a:off x="15098176" y="25176"/>
            <a:ext cx="3189824" cy="3267046"/>
          </a:xfrm>
          <a:custGeom>
            <a:avLst/>
            <a:gdLst/>
            <a:ahLst/>
            <a:cxnLst/>
            <a:rect l="l" t="t" r="r" b="b"/>
            <a:pathLst>
              <a:path w="3189824" h="3267046" extrusionOk="0">
                <a:moveTo>
                  <a:pt x="0" y="3267045"/>
                </a:moveTo>
                <a:lnTo>
                  <a:pt x="3189824" y="3267045"/>
                </a:lnTo>
                <a:lnTo>
                  <a:pt x="3189824" y="0"/>
                </a:lnTo>
                <a:lnTo>
                  <a:pt x="0" y="0"/>
                </a:lnTo>
                <a:lnTo>
                  <a:pt x="0" y="3267045"/>
                </a:lnTo>
                <a:close/>
              </a:path>
            </a:pathLst>
          </a:custGeom>
          <a:blipFill rotWithShape="1">
            <a:blip r:embed="rId4">
              <a:alphaModFix/>
            </a:blip>
            <a:stretch>
              <a:fillRect/>
            </a:stretch>
          </a:blipFill>
          <a:ln>
            <a:noFill/>
          </a:ln>
        </p:spPr>
      </p:sp>
      <p:cxnSp>
        <p:nvCxnSpPr>
          <p:cNvPr id="588" name="Google Shape;588;p21"/>
          <p:cNvCxnSpPr/>
          <p:nvPr/>
        </p:nvCxnSpPr>
        <p:spPr>
          <a:xfrm>
            <a:off x="321618" y="2837788"/>
            <a:ext cx="4424255" cy="0"/>
          </a:xfrm>
          <a:prstGeom prst="straightConnector1">
            <a:avLst/>
          </a:prstGeom>
          <a:noFill/>
          <a:ln w="38100" cap="rnd" cmpd="sng">
            <a:solidFill>
              <a:srgbClr val="EF8126"/>
            </a:solidFill>
            <a:prstDash val="solid"/>
            <a:round/>
            <a:headEnd type="none" w="sm" len="sm"/>
            <a:tailEnd type="none" w="sm" len="sm"/>
          </a:ln>
        </p:spPr>
      </p:cxnSp>
      <p:sp>
        <p:nvSpPr>
          <p:cNvPr id="589" name="Google Shape;589;p21"/>
          <p:cNvSpPr/>
          <p:nvPr/>
        </p:nvSpPr>
        <p:spPr>
          <a:xfrm>
            <a:off x="13302173" y="-984116"/>
            <a:ext cx="3139599" cy="3116766"/>
          </a:xfrm>
          <a:custGeom>
            <a:avLst/>
            <a:gdLst/>
            <a:ahLst/>
            <a:cxnLst/>
            <a:rect l="l" t="t" r="r" b="b"/>
            <a:pathLst>
              <a:path w="3139599" h="3116766" extrusionOk="0">
                <a:moveTo>
                  <a:pt x="0" y="0"/>
                </a:moveTo>
                <a:lnTo>
                  <a:pt x="3139599" y="0"/>
                </a:lnTo>
                <a:lnTo>
                  <a:pt x="3139599" y="3116766"/>
                </a:lnTo>
                <a:lnTo>
                  <a:pt x="0" y="3116766"/>
                </a:lnTo>
                <a:lnTo>
                  <a:pt x="0" y="0"/>
                </a:lnTo>
                <a:close/>
              </a:path>
            </a:pathLst>
          </a:custGeom>
          <a:blipFill rotWithShape="1">
            <a:blip r:embed="rId5">
              <a:alphaModFix/>
            </a:blip>
            <a:stretch>
              <a:fillRect/>
            </a:stretch>
          </a:blipFill>
          <a:ln>
            <a:noFill/>
          </a:ln>
        </p:spPr>
      </p:sp>
      <p:cxnSp>
        <p:nvCxnSpPr>
          <p:cNvPr id="590" name="Google Shape;590;p21"/>
          <p:cNvCxnSpPr/>
          <p:nvPr/>
        </p:nvCxnSpPr>
        <p:spPr>
          <a:xfrm>
            <a:off x="321618" y="2923513"/>
            <a:ext cx="4424255" cy="0"/>
          </a:xfrm>
          <a:prstGeom prst="straightConnector1">
            <a:avLst/>
          </a:prstGeom>
          <a:noFill/>
          <a:ln w="38100" cap="rnd" cmpd="sng">
            <a:solidFill>
              <a:srgbClr val="EF8126"/>
            </a:solidFill>
            <a:prstDash val="solid"/>
            <a:round/>
            <a:headEnd type="none" w="sm" len="sm"/>
            <a:tailEnd type="none" w="sm" len="sm"/>
          </a:ln>
        </p:spPr>
      </p:cxnSp>
      <p:sp>
        <p:nvSpPr>
          <p:cNvPr id="592" name="Google Shape;592;p21"/>
          <p:cNvSpPr txBox="1"/>
          <p:nvPr/>
        </p:nvSpPr>
        <p:spPr>
          <a:xfrm>
            <a:off x="321618" y="726667"/>
            <a:ext cx="7659255" cy="1201802"/>
          </a:xfrm>
          <a:prstGeom prst="rect">
            <a:avLst/>
          </a:prstGeom>
          <a:noFill/>
          <a:ln>
            <a:noFill/>
          </a:ln>
        </p:spPr>
        <p:txBody>
          <a:bodyPr spcFirstLastPara="1" wrap="square" lIns="0" tIns="0" rIns="0" bIns="0" anchor="t" anchorCtr="0">
            <a:spAutoFit/>
          </a:bodyPr>
          <a:lstStyle/>
          <a:p>
            <a:pPr marL="0" marR="0" lvl="0" indent="0" algn="l" rtl="0">
              <a:lnSpc>
                <a:spcPct val="103000"/>
              </a:lnSpc>
              <a:spcBef>
                <a:spcPts val="0"/>
              </a:spcBef>
              <a:spcAft>
                <a:spcPts val="0"/>
              </a:spcAft>
              <a:buNone/>
            </a:pPr>
            <a:r>
              <a:rPr lang="en-US" sz="8900" b="1" i="0" u="none" strike="noStrike" cap="none">
                <a:solidFill>
                  <a:srgbClr val="29455B"/>
                </a:solidFill>
                <a:latin typeface="Arial"/>
                <a:ea typeface="Arial"/>
                <a:cs typeface="Arial"/>
                <a:sym typeface="Arial"/>
              </a:rPr>
              <a:t>LKMM-D</a:t>
            </a:r>
            <a:endParaRPr/>
          </a:p>
        </p:txBody>
      </p:sp>
      <p:sp>
        <p:nvSpPr>
          <p:cNvPr id="593" name="Google Shape;593;p21"/>
          <p:cNvSpPr txBox="1"/>
          <p:nvPr/>
        </p:nvSpPr>
        <p:spPr>
          <a:xfrm>
            <a:off x="1190625" y="2023718"/>
            <a:ext cx="1720146" cy="737870"/>
          </a:xfrm>
          <a:prstGeom prst="rect">
            <a:avLst/>
          </a:prstGeom>
          <a:noFill/>
          <a:ln>
            <a:noFill/>
          </a:ln>
        </p:spPr>
        <p:txBody>
          <a:bodyPr spcFirstLastPara="1" wrap="square" lIns="0" tIns="0" rIns="0" bIns="0" anchor="t" anchorCtr="0">
            <a:spAutoFit/>
          </a:bodyPr>
          <a:lstStyle/>
          <a:p>
            <a:pPr marL="0" marR="0" lvl="0" indent="0" algn="l" rtl="0">
              <a:lnSpc>
                <a:spcPct val="103000"/>
              </a:lnSpc>
              <a:spcBef>
                <a:spcPts val="0"/>
              </a:spcBef>
              <a:spcAft>
                <a:spcPts val="0"/>
              </a:spcAft>
              <a:buNone/>
            </a:pPr>
            <a:r>
              <a:rPr lang="en-US" sz="5499" b="1" i="0" u="none" strike="noStrike" cap="none">
                <a:solidFill>
                  <a:srgbClr val="29455B"/>
                </a:solidFill>
                <a:latin typeface="Arial"/>
                <a:ea typeface="Arial"/>
                <a:cs typeface="Arial"/>
                <a:sym typeface="Arial"/>
              </a:rPr>
              <a:t>RAB</a:t>
            </a:r>
            <a:endParaRPr/>
          </a:p>
        </p:txBody>
      </p:sp>
      <p:pic>
        <p:nvPicPr>
          <p:cNvPr id="5" name="Picture 4">
            <a:extLst>
              <a:ext uri="{FF2B5EF4-FFF2-40B4-BE49-F238E27FC236}">
                <a16:creationId xmlns:a16="http://schemas.microsoft.com/office/drawing/2014/main" id="{B1740DBD-7307-4640-B440-B92F066CE2E7}"/>
              </a:ext>
            </a:extLst>
          </p:cNvPr>
          <p:cNvPicPr>
            <a:picLocks noChangeAspect="1"/>
          </p:cNvPicPr>
          <p:nvPr/>
        </p:nvPicPr>
        <p:blipFill>
          <a:blip r:embed="rId6"/>
          <a:stretch>
            <a:fillRect/>
          </a:stretch>
        </p:blipFill>
        <p:spPr>
          <a:xfrm>
            <a:off x="5730572" y="1310348"/>
            <a:ext cx="10218007" cy="8639381"/>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597"/>
        <p:cNvGrpSpPr/>
        <p:nvPr/>
      </p:nvGrpSpPr>
      <p:grpSpPr>
        <a:xfrm>
          <a:off x="0" y="0"/>
          <a:ext cx="0" cy="0"/>
          <a:chOff x="0" y="0"/>
          <a:chExt cx="0" cy="0"/>
        </a:xfrm>
      </p:grpSpPr>
      <p:sp>
        <p:nvSpPr>
          <p:cNvPr id="598" name="Google Shape;598;p22"/>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16609" b="-16608"/>
            </a:stretch>
          </a:blipFill>
          <a:ln>
            <a:noFill/>
          </a:ln>
        </p:spPr>
      </p:sp>
      <p:grpSp>
        <p:nvGrpSpPr>
          <p:cNvPr id="599" name="Google Shape;599;p22"/>
          <p:cNvGrpSpPr/>
          <p:nvPr/>
        </p:nvGrpSpPr>
        <p:grpSpPr>
          <a:xfrm>
            <a:off x="0" y="-73983"/>
            <a:ext cx="9144000" cy="648250"/>
            <a:chOff x="0" y="-38100"/>
            <a:chExt cx="3513414" cy="249078"/>
          </a:xfrm>
        </p:grpSpPr>
        <p:sp>
          <p:nvSpPr>
            <p:cNvPr id="600" name="Google Shape;600;p22"/>
            <p:cNvSpPr/>
            <p:nvPr/>
          </p:nvSpPr>
          <p:spPr>
            <a:xfrm>
              <a:off x="0" y="0"/>
              <a:ext cx="3513414" cy="210978"/>
            </a:xfrm>
            <a:custGeom>
              <a:avLst/>
              <a:gdLst/>
              <a:ahLst/>
              <a:cxnLst/>
              <a:rect l="l" t="t" r="r" b="b"/>
              <a:pathLst>
                <a:path w="3513414" h="210978" extrusionOk="0">
                  <a:moveTo>
                    <a:pt x="0" y="0"/>
                  </a:moveTo>
                  <a:lnTo>
                    <a:pt x="3513414" y="0"/>
                  </a:lnTo>
                  <a:lnTo>
                    <a:pt x="3513414" y="210978"/>
                  </a:lnTo>
                  <a:lnTo>
                    <a:pt x="0" y="210978"/>
                  </a:lnTo>
                  <a:close/>
                </a:path>
              </a:pathLst>
            </a:custGeom>
            <a:solidFill>
              <a:srgbClr val="FCB50F"/>
            </a:solidFill>
            <a:ln>
              <a:noFill/>
            </a:ln>
          </p:spPr>
        </p:sp>
        <p:sp>
          <p:nvSpPr>
            <p:cNvPr id="601" name="Google Shape;601;p22"/>
            <p:cNvSpPr txBox="1"/>
            <p:nvPr/>
          </p:nvSpPr>
          <p:spPr>
            <a:xfrm>
              <a:off x="0" y="-38100"/>
              <a:ext cx="3513414" cy="249078"/>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602" name="Google Shape;602;p22"/>
          <p:cNvGrpSpPr/>
          <p:nvPr/>
        </p:nvGrpSpPr>
        <p:grpSpPr>
          <a:xfrm>
            <a:off x="16012468" y="9638750"/>
            <a:ext cx="2275532" cy="648250"/>
            <a:chOff x="0" y="-38100"/>
            <a:chExt cx="874331" cy="249078"/>
          </a:xfrm>
        </p:grpSpPr>
        <p:sp>
          <p:nvSpPr>
            <p:cNvPr id="603" name="Google Shape;603;p22"/>
            <p:cNvSpPr/>
            <p:nvPr/>
          </p:nvSpPr>
          <p:spPr>
            <a:xfrm>
              <a:off x="0" y="0"/>
              <a:ext cx="874331" cy="210978"/>
            </a:xfrm>
            <a:custGeom>
              <a:avLst/>
              <a:gdLst/>
              <a:ahLst/>
              <a:cxnLst/>
              <a:rect l="l" t="t" r="r" b="b"/>
              <a:pathLst>
                <a:path w="874331" h="210978" extrusionOk="0">
                  <a:moveTo>
                    <a:pt x="0" y="0"/>
                  </a:moveTo>
                  <a:lnTo>
                    <a:pt x="874331" y="0"/>
                  </a:lnTo>
                  <a:lnTo>
                    <a:pt x="874331" y="210978"/>
                  </a:lnTo>
                  <a:lnTo>
                    <a:pt x="0" y="210978"/>
                  </a:lnTo>
                  <a:close/>
                </a:path>
              </a:pathLst>
            </a:custGeom>
            <a:solidFill>
              <a:srgbClr val="FCB50F"/>
            </a:solidFill>
            <a:ln>
              <a:noFill/>
            </a:ln>
          </p:spPr>
        </p:sp>
        <p:sp>
          <p:nvSpPr>
            <p:cNvPr id="604" name="Google Shape;604;p22"/>
            <p:cNvSpPr txBox="1"/>
            <p:nvPr/>
          </p:nvSpPr>
          <p:spPr>
            <a:xfrm>
              <a:off x="0" y="-38100"/>
              <a:ext cx="874331" cy="249078"/>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605" name="Google Shape;605;p22"/>
          <p:cNvSpPr/>
          <p:nvPr/>
        </p:nvSpPr>
        <p:spPr>
          <a:xfrm rot="10800000" flipH="1">
            <a:off x="15098176" y="25176"/>
            <a:ext cx="3189824" cy="3267046"/>
          </a:xfrm>
          <a:custGeom>
            <a:avLst/>
            <a:gdLst/>
            <a:ahLst/>
            <a:cxnLst/>
            <a:rect l="l" t="t" r="r" b="b"/>
            <a:pathLst>
              <a:path w="3189824" h="3267046" extrusionOk="0">
                <a:moveTo>
                  <a:pt x="0" y="3267045"/>
                </a:moveTo>
                <a:lnTo>
                  <a:pt x="3189824" y="3267045"/>
                </a:lnTo>
                <a:lnTo>
                  <a:pt x="3189824" y="0"/>
                </a:lnTo>
                <a:lnTo>
                  <a:pt x="0" y="0"/>
                </a:lnTo>
                <a:lnTo>
                  <a:pt x="0" y="3267045"/>
                </a:lnTo>
                <a:close/>
              </a:path>
            </a:pathLst>
          </a:custGeom>
          <a:blipFill rotWithShape="1">
            <a:blip r:embed="rId4">
              <a:alphaModFix/>
            </a:blip>
            <a:stretch>
              <a:fillRect/>
            </a:stretch>
          </a:blipFill>
          <a:ln>
            <a:noFill/>
          </a:ln>
        </p:spPr>
      </p:sp>
      <p:cxnSp>
        <p:nvCxnSpPr>
          <p:cNvPr id="606" name="Google Shape;606;p22"/>
          <p:cNvCxnSpPr/>
          <p:nvPr/>
        </p:nvCxnSpPr>
        <p:spPr>
          <a:xfrm>
            <a:off x="321618" y="2837788"/>
            <a:ext cx="4424255" cy="0"/>
          </a:xfrm>
          <a:prstGeom prst="straightConnector1">
            <a:avLst/>
          </a:prstGeom>
          <a:noFill/>
          <a:ln w="38100" cap="rnd" cmpd="sng">
            <a:solidFill>
              <a:srgbClr val="EF8126"/>
            </a:solidFill>
            <a:prstDash val="solid"/>
            <a:round/>
            <a:headEnd type="none" w="sm" len="sm"/>
            <a:tailEnd type="none" w="sm" len="sm"/>
          </a:ln>
        </p:spPr>
      </p:cxnSp>
      <p:sp>
        <p:nvSpPr>
          <p:cNvPr id="607" name="Google Shape;607;p22"/>
          <p:cNvSpPr/>
          <p:nvPr/>
        </p:nvSpPr>
        <p:spPr>
          <a:xfrm>
            <a:off x="13302173" y="-984116"/>
            <a:ext cx="3139599" cy="3116766"/>
          </a:xfrm>
          <a:custGeom>
            <a:avLst/>
            <a:gdLst/>
            <a:ahLst/>
            <a:cxnLst/>
            <a:rect l="l" t="t" r="r" b="b"/>
            <a:pathLst>
              <a:path w="3139599" h="3116766" extrusionOk="0">
                <a:moveTo>
                  <a:pt x="0" y="0"/>
                </a:moveTo>
                <a:lnTo>
                  <a:pt x="3139599" y="0"/>
                </a:lnTo>
                <a:lnTo>
                  <a:pt x="3139599" y="3116766"/>
                </a:lnTo>
                <a:lnTo>
                  <a:pt x="0" y="3116766"/>
                </a:lnTo>
                <a:lnTo>
                  <a:pt x="0" y="0"/>
                </a:lnTo>
                <a:close/>
              </a:path>
            </a:pathLst>
          </a:custGeom>
          <a:blipFill rotWithShape="1">
            <a:blip r:embed="rId5">
              <a:alphaModFix/>
            </a:blip>
            <a:stretch>
              <a:fillRect/>
            </a:stretch>
          </a:blipFill>
          <a:ln>
            <a:noFill/>
          </a:ln>
        </p:spPr>
      </p:sp>
      <p:cxnSp>
        <p:nvCxnSpPr>
          <p:cNvPr id="608" name="Google Shape;608;p22"/>
          <p:cNvCxnSpPr/>
          <p:nvPr/>
        </p:nvCxnSpPr>
        <p:spPr>
          <a:xfrm>
            <a:off x="321618" y="2923513"/>
            <a:ext cx="4424255" cy="0"/>
          </a:xfrm>
          <a:prstGeom prst="straightConnector1">
            <a:avLst/>
          </a:prstGeom>
          <a:noFill/>
          <a:ln w="38100" cap="rnd" cmpd="sng">
            <a:solidFill>
              <a:srgbClr val="EF8126"/>
            </a:solidFill>
            <a:prstDash val="solid"/>
            <a:round/>
            <a:headEnd type="none" w="sm" len="sm"/>
            <a:tailEnd type="none" w="sm" len="sm"/>
          </a:ln>
        </p:spPr>
      </p:cxnSp>
      <p:sp>
        <p:nvSpPr>
          <p:cNvPr id="611" name="Google Shape;611;p22"/>
          <p:cNvSpPr txBox="1"/>
          <p:nvPr/>
        </p:nvSpPr>
        <p:spPr>
          <a:xfrm>
            <a:off x="321618" y="726667"/>
            <a:ext cx="7659255" cy="1201802"/>
          </a:xfrm>
          <a:prstGeom prst="rect">
            <a:avLst/>
          </a:prstGeom>
          <a:noFill/>
          <a:ln>
            <a:noFill/>
          </a:ln>
        </p:spPr>
        <p:txBody>
          <a:bodyPr spcFirstLastPara="1" wrap="square" lIns="0" tIns="0" rIns="0" bIns="0" anchor="t" anchorCtr="0">
            <a:spAutoFit/>
          </a:bodyPr>
          <a:lstStyle/>
          <a:p>
            <a:pPr marL="0" marR="0" lvl="0" indent="0" algn="l" rtl="0">
              <a:lnSpc>
                <a:spcPct val="103000"/>
              </a:lnSpc>
              <a:spcBef>
                <a:spcPts val="0"/>
              </a:spcBef>
              <a:spcAft>
                <a:spcPts val="0"/>
              </a:spcAft>
              <a:buNone/>
            </a:pPr>
            <a:r>
              <a:rPr lang="en-US" sz="8900" b="1" i="0" u="none" strike="noStrike" cap="none">
                <a:solidFill>
                  <a:srgbClr val="29455B"/>
                </a:solidFill>
                <a:latin typeface="Arial"/>
                <a:ea typeface="Arial"/>
                <a:cs typeface="Arial"/>
                <a:sym typeface="Arial"/>
              </a:rPr>
              <a:t>LKMM-D</a:t>
            </a:r>
            <a:endParaRPr/>
          </a:p>
        </p:txBody>
      </p:sp>
      <p:sp>
        <p:nvSpPr>
          <p:cNvPr id="612" name="Google Shape;612;p22"/>
          <p:cNvSpPr txBox="1"/>
          <p:nvPr/>
        </p:nvSpPr>
        <p:spPr>
          <a:xfrm>
            <a:off x="1190625" y="2023718"/>
            <a:ext cx="1720146" cy="737870"/>
          </a:xfrm>
          <a:prstGeom prst="rect">
            <a:avLst/>
          </a:prstGeom>
          <a:noFill/>
          <a:ln>
            <a:noFill/>
          </a:ln>
        </p:spPr>
        <p:txBody>
          <a:bodyPr spcFirstLastPara="1" wrap="square" lIns="0" tIns="0" rIns="0" bIns="0" anchor="t" anchorCtr="0">
            <a:spAutoFit/>
          </a:bodyPr>
          <a:lstStyle/>
          <a:p>
            <a:pPr marL="0" marR="0" lvl="0" indent="0" algn="l" rtl="0">
              <a:lnSpc>
                <a:spcPct val="103000"/>
              </a:lnSpc>
              <a:spcBef>
                <a:spcPts val="0"/>
              </a:spcBef>
              <a:spcAft>
                <a:spcPts val="0"/>
              </a:spcAft>
              <a:buNone/>
            </a:pPr>
            <a:r>
              <a:rPr lang="en-US" sz="5499" b="1" i="0" u="none" strike="noStrike" cap="none">
                <a:solidFill>
                  <a:srgbClr val="29455B"/>
                </a:solidFill>
                <a:latin typeface="Arial"/>
                <a:ea typeface="Arial"/>
                <a:cs typeface="Arial"/>
                <a:sym typeface="Arial"/>
              </a:rPr>
              <a:t>RAB</a:t>
            </a:r>
            <a:endParaRPr/>
          </a:p>
        </p:txBody>
      </p:sp>
      <p:pic>
        <p:nvPicPr>
          <p:cNvPr id="7" name="Picture 6">
            <a:extLst>
              <a:ext uri="{FF2B5EF4-FFF2-40B4-BE49-F238E27FC236}">
                <a16:creationId xmlns:a16="http://schemas.microsoft.com/office/drawing/2014/main" id="{DF2FBBCB-650D-45F0-8738-F356FA2CD290}"/>
              </a:ext>
            </a:extLst>
          </p:cNvPr>
          <p:cNvPicPr>
            <a:picLocks noChangeAspect="1"/>
          </p:cNvPicPr>
          <p:nvPr/>
        </p:nvPicPr>
        <p:blipFill>
          <a:blip r:embed="rId6"/>
          <a:stretch>
            <a:fillRect/>
          </a:stretch>
        </p:blipFill>
        <p:spPr>
          <a:xfrm>
            <a:off x="321618" y="3070009"/>
            <a:ext cx="8737901" cy="5042860"/>
          </a:xfrm>
          <a:prstGeom prst="rect">
            <a:avLst/>
          </a:prstGeom>
        </p:spPr>
      </p:pic>
      <p:pic>
        <p:nvPicPr>
          <p:cNvPr id="9" name="Picture 8">
            <a:extLst>
              <a:ext uri="{FF2B5EF4-FFF2-40B4-BE49-F238E27FC236}">
                <a16:creationId xmlns:a16="http://schemas.microsoft.com/office/drawing/2014/main" id="{C909E78E-47E3-41C5-B352-D29E2694CAAB}"/>
              </a:ext>
            </a:extLst>
          </p:cNvPr>
          <p:cNvPicPr>
            <a:picLocks noChangeAspect="1"/>
          </p:cNvPicPr>
          <p:nvPr/>
        </p:nvPicPr>
        <p:blipFill>
          <a:blip r:embed="rId7"/>
          <a:stretch>
            <a:fillRect/>
          </a:stretch>
        </p:blipFill>
        <p:spPr>
          <a:xfrm>
            <a:off x="9381137" y="4867789"/>
            <a:ext cx="8697897" cy="4770961"/>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616"/>
        <p:cNvGrpSpPr/>
        <p:nvPr/>
      </p:nvGrpSpPr>
      <p:grpSpPr>
        <a:xfrm>
          <a:off x="0" y="0"/>
          <a:ext cx="0" cy="0"/>
          <a:chOff x="0" y="0"/>
          <a:chExt cx="0" cy="0"/>
        </a:xfrm>
      </p:grpSpPr>
      <p:sp>
        <p:nvSpPr>
          <p:cNvPr id="617" name="Google Shape;617;p23"/>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16609" b="-16608"/>
            </a:stretch>
          </a:blipFill>
          <a:ln>
            <a:noFill/>
          </a:ln>
        </p:spPr>
      </p:sp>
      <p:sp>
        <p:nvSpPr>
          <p:cNvPr id="618" name="Google Shape;618;p23"/>
          <p:cNvSpPr txBox="1"/>
          <p:nvPr/>
        </p:nvSpPr>
        <p:spPr>
          <a:xfrm>
            <a:off x="990600" y="3530413"/>
            <a:ext cx="16306800" cy="1979929"/>
          </a:xfrm>
          <a:prstGeom prst="rect">
            <a:avLst/>
          </a:prstGeom>
          <a:noFill/>
          <a:ln>
            <a:noFill/>
          </a:ln>
        </p:spPr>
        <p:txBody>
          <a:bodyPr spcFirstLastPara="1" wrap="square" lIns="0" tIns="0" rIns="0" bIns="0" anchor="t" anchorCtr="0">
            <a:spAutoFit/>
          </a:bodyPr>
          <a:lstStyle/>
          <a:p>
            <a:pPr marL="0" marR="0" lvl="0" indent="0" algn="ctr" rtl="0">
              <a:lnSpc>
                <a:spcPct val="103000"/>
              </a:lnSpc>
              <a:spcBef>
                <a:spcPts val="0"/>
              </a:spcBef>
              <a:spcAft>
                <a:spcPts val="0"/>
              </a:spcAft>
              <a:buNone/>
            </a:pPr>
            <a:r>
              <a:rPr lang="en-US" sz="14499" b="1" i="0" u="none" strike="noStrike" cap="none">
                <a:solidFill>
                  <a:srgbClr val="29455B"/>
                </a:solidFill>
                <a:latin typeface="Arial"/>
                <a:ea typeface="Arial"/>
                <a:cs typeface="Arial"/>
                <a:sym typeface="Arial"/>
              </a:rPr>
              <a:t>TERIMAKASIH</a:t>
            </a:r>
            <a:endParaRPr/>
          </a:p>
        </p:txBody>
      </p:sp>
      <p:sp>
        <p:nvSpPr>
          <p:cNvPr id="619" name="Google Shape;619;p23"/>
          <p:cNvSpPr/>
          <p:nvPr/>
        </p:nvSpPr>
        <p:spPr>
          <a:xfrm rot="5400000">
            <a:off x="-1287607" y="7363229"/>
            <a:ext cx="3484451" cy="2363091"/>
          </a:xfrm>
          <a:custGeom>
            <a:avLst/>
            <a:gdLst/>
            <a:ahLst/>
            <a:cxnLst/>
            <a:rect l="l" t="t" r="r" b="b"/>
            <a:pathLst>
              <a:path w="3484451" h="2363091" extrusionOk="0">
                <a:moveTo>
                  <a:pt x="0" y="0"/>
                </a:moveTo>
                <a:lnTo>
                  <a:pt x="3484451" y="0"/>
                </a:lnTo>
                <a:lnTo>
                  <a:pt x="3484451" y="2363091"/>
                </a:lnTo>
                <a:lnTo>
                  <a:pt x="0" y="2363091"/>
                </a:lnTo>
                <a:lnTo>
                  <a:pt x="0" y="0"/>
                </a:lnTo>
                <a:close/>
              </a:path>
            </a:pathLst>
          </a:custGeom>
          <a:blipFill rotWithShape="1">
            <a:blip r:embed="rId4">
              <a:alphaModFix amt="25000"/>
            </a:blip>
            <a:stretch>
              <a:fillRect/>
            </a:stretch>
          </a:blipFill>
          <a:ln>
            <a:noFill/>
          </a:ln>
        </p:spPr>
      </p:sp>
      <p:sp>
        <p:nvSpPr>
          <p:cNvPr id="620" name="Google Shape;620;p23"/>
          <p:cNvSpPr/>
          <p:nvPr/>
        </p:nvSpPr>
        <p:spPr>
          <a:xfrm rot="-5400000" flipH="1">
            <a:off x="16133133" y="560680"/>
            <a:ext cx="3484451" cy="2363091"/>
          </a:xfrm>
          <a:custGeom>
            <a:avLst/>
            <a:gdLst/>
            <a:ahLst/>
            <a:cxnLst/>
            <a:rect l="l" t="t" r="r" b="b"/>
            <a:pathLst>
              <a:path w="3484451" h="2363091" extrusionOk="0">
                <a:moveTo>
                  <a:pt x="0" y="2363091"/>
                </a:moveTo>
                <a:lnTo>
                  <a:pt x="3484450" y="2363091"/>
                </a:lnTo>
                <a:lnTo>
                  <a:pt x="3484450" y="0"/>
                </a:lnTo>
                <a:lnTo>
                  <a:pt x="0" y="0"/>
                </a:lnTo>
                <a:lnTo>
                  <a:pt x="0" y="2363091"/>
                </a:lnTo>
                <a:close/>
              </a:path>
            </a:pathLst>
          </a:custGeom>
          <a:blipFill rotWithShape="1">
            <a:blip r:embed="rId4">
              <a:alphaModFix amt="25000"/>
            </a:blip>
            <a:stretch>
              <a:fillRect/>
            </a:stretch>
          </a:blipFill>
          <a:ln>
            <a:noFill/>
          </a:ln>
        </p:spPr>
      </p:sp>
      <p:sp>
        <p:nvSpPr>
          <p:cNvPr id="621" name="Google Shape;621;p23"/>
          <p:cNvSpPr/>
          <p:nvPr/>
        </p:nvSpPr>
        <p:spPr>
          <a:xfrm rot="5400000">
            <a:off x="557551" y="-234573"/>
            <a:ext cx="1795277" cy="2605283"/>
          </a:xfrm>
          <a:custGeom>
            <a:avLst/>
            <a:gdLst/>
            <a:ahLst/>
            <a:cxnLst/>
            <a:rect l="l" t="t" r="r" b="b"/>
            <a:pathLst>
              <a:path w="1795277" h="2605283" extrusionOk="0">
                <a:moveTo>
                  <a:pt x="0" y="0"/>
                </a:moveTo>
                <a:lnTo>
                  <a:pt x="1795276" y="0"/>
                </a:lnTo>
                <a:lnTo>
                  <a:pt x="1795276" y="2605283"/>
                </a:lnTo>
                <a:lnTo>
                  <a:pt x="0" y="2605283"/>
                </a:lnTo>
                <a:lnTo>
                  <a:pt x="0" y="0"/>
                </a:lnTo>
                <a:close/>
              </a:path>
            </a:pathLst>
          </a:custGeom>
          <a:blipFill rotWithShape="1">
            <a:blip r:embed="rId5">
              <a:alphaModFix/>
            </a:blip>
            <a:stretch>
              <a:fillRect/>
            </a:stretch>
          </a:blipFill>
          <a:ln>
            <a:noFill/>
          </a:ln>
        </p:spPr>
      </p:sp>
      <p:sp>
        <p:nvSpPr>
          <p:cNvPr id="622" name="Google Shape;622;p23"/>
          <p:cNvSpPr/>
          <p:nvPr/>
        </p:nvSpPr>
        <p:spPr>
          <a:xfrm rot="-5400000">
            <a:off x="15891424" y="7917325"/>
            <a:ext cx="1795277" cy="2605283"/>
          </a:xfrm>
          <a:custGeom>
            <a:avLst/>
            <a:gdLst/>
            <a:ahLst/>
            <a:cxnLst/>
            <a:rect l="l" t="t" r="r" b="b"/>
            <a:pathLst>
              <a:path w="1795277" h="2605283" extrusionOk="0">
                <a:moveTo>
                  <a:pt x="1795277" y="2605283"/>
                </a:moveTo>
                <a:lnTo>
                  <a:pt x="0" y="2605283"/>
                </a:lnTo>
                <a:lnTo>
                  <a:pt x="0" y="0"/>
                </a:lnTo>
                <a:lnTo>
                  <a:pt x="1795277" y="0"/>
                </a:lnTo>
                <a:lnTo>
                  <a:pt x="1795277" y="2605283"/>
                </a:lnTo>
                <a:close/>
              </a:path>
            </a:pathLst>
          </a:custGeom>
          <a:blipFill rotWithShape="1">
            <a:blip r:embed="rId5">
              <a:alphaModFix/>
            </a:blip>
            <a:stretch>
              <a:fillRect/>
            </a:stretch>
          </a:blipFill>
          <a:ln>
            <a:noFill/>
          </a:ln>
        </p:spPr>
      </p:sp>
      <p:sp>
        <p:nvSpPr>
          <p:cNvPr id="623" name="Google Shape;623;p23"/>
          <p:cNvSpPr txBox="1"/>
          <p:nvPr/>
        </p:nvSpPr>
        <p:spPr>
          <a:xfrm>
            <a:off x="3834246" y="5681521"/>
            <a:ext cx="10543308" cy="759079"/>
          </a:xfrm>
          <a:prstGeom prst="rect">
            <a:avLst/>
          </a:prstGeom>
          <a:noFill/>
          <a:ln>
            <a:noFill/>
          </a:ln>
        </p:spPr>
        <p:txBody>
          <a:bodyPr spcFirstLastPara="1" wrap="square" lIns="0" tIns="0" rIns="0" bIns="0" anchor="t" anchorCtr="0">
            <a:spAutoFit/>
          </a:bodyPr>
          <a:lstStyle/>
          <a:p>
            <a:pPr marL="0" marR="0" lvl="0" indent="0" algn="ctr" rtl="0">
              <a:lnSpc>
                <a:spcPct val="103000"/>
              </a:lnSpc>
              <a:spcBef>
                <a:spcPts val="0"/>
              </a:spcBef>
              <a:spcAft>
                <a:spcPts val="0"/>
              </a:spcAft>
              <a:buNone/>
            </a:pPr>
            <a:r>
              <a:rPr lang="en-US" sz="5600" b="1" i="0" u="none" strike="noStrike" cap="none">
                <a:solidFill>
                  <a:srgbClr val="29455B"/>
                </a:solidFill>
                <a:latin typeface="Arial"/>
                <a:ea typeface="Arial"/>
                <a:cs typeface="Arial"/>
                <a:sym typeface="Arial"/>
              </a:rPr>
              <a:t>ATAS PERHATIANNYA</a:t>
            </a:r>
            <a:endParaRPr/>
          </a:p>
        </p:txBody>
      </p:sp>
      <p:cxnSp>
        <p:nvCxnSpPr>
          <p:cNvPr id="624" name="Google Shape;624;p23"/>
          <p:cNvCxnSpPr/>
          <p:nvPr/>
        </p:nvCxnSpPr>
        <p:spPr>
          <a:xfrm rot="10800000" flipH="1">
            <a:off x="5143975" y="6631100"/>
            <a:ext cx="8000049" cy="38100"/>
          </a:xfrm>
          <a:prstGeom prst="straightConnector1">
            <a:avLst/>
          </a:prstGeom>
          <a:noFill/>
          <a:ln w="38100" cap="rnd" cmpd="sng">
            <a:solidFill>
              <a:srgbClr val="EF8126"/>
            </a:solidFill>
            <a:prstDash val="solid"/>
            <a:round/>
            <a:headEnd type="none" w="sm" len="sm"/>
            <a:tailEnd type="none" w="sm" len="sm"/>
          </a:ln>
        </p:spPr>
      </p:cxnSp>
      <p:cxnSp>
        <p:nvCxnSpPr>
          <p:cNvPr id="625" name="Google Shape;625;p23"/>
          <p:cNvCxnSpPr/>
          <p:nvPr/>
        </p:nvCxnSpPr>
        <p:spPr>
          <a:xfrm rot="10800000" flipH="1">
            <a:off x="5143975" y="6745400"/>
            <a:ext cx="8000049" cy="38100"/>
          </a:xfrm>
          <a:prstGeom prst="straightConnector1">
            <a:avLst/>
          </a:prstGeom>
          <a:noFill/>
          <a:ln w="38100" cap="rnd" cmpd="sng">
            <a:solidFill>
              <a:srgbClr val="EF8126"/>
            </a:solidFill>
            <a:prstDash val="solid"/>
            <a:round/>
            <a:headEnd type="none" w="sm" len="sm"/>
            <a:tailEnd type="none" w="sm" len="sm"/>
          </a:ln>
        </p:spPr>
      </p:cxn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241</TotalTime>
  <Words>1114</Words>
  <Application>Microsoft Office PowerPoint</Application>
  <PresentationFormat>Custom</PresentationFormat>
  <Paragraphs>200</Paragraphs>
  <Slides>25</Slides>
  <Notes>25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25</vt:i4>
      </vt:variant>
    </vt:vector>
  </HeadingPairs>
  <TitlesOfParts>
    <vt:vector size="29" baseType="lpstr">
      <vt:lpstr>Open Sans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Shinichi Kudo</dc:creator>
  <cp:lastModifiedBy>Azlin Niken</cp:lastModifiedBy>
  <cp:revision>4</cp:revision>
  <dcterms:created xsi:type="dcterms:W3CDTF">2006-08-16T00:00:00Z</dcterms:created>
  <dcterms:modified xsi:type="dcterms:W3CDTF">2025-11-06T14:13:05Z</dcterms:modified>
</cp:coreProperties>
</file>