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7" r:id="rId12"/>
    <p:sldId id="279" r:id="rId13"/>
    <p:sldId id="268" r:id="rId14"/>
    <p:sldId id="269" r:id="rId15"/>
    <p:sldId id="271" r:id="rId16"/>
    <p:sldId id="281" r:id="rId17"/>
    <p:sldId id="280" r:id="rId18"/>
    <p:sldId id="282" r:id="rId19"/>
    <p:sldId id="283" r:id="rId20"/>
    <p:sldId id="273" r:id="rId21"/>
    <p:sldId id="274" r:id="rId22"/>
    <p:sldId id="275" r:id="rId23"/>
    <p:sldId id="276" r:id="rId24"/>
    <p:sldId id="277" r:id="rId25"/>
    <p:sldId id="278" r:id="rId26"/>
  </p:sldIdLst>
  <p:sldSz cx="18288000" cy="10287000"/>
  <p:notesSz cx="6858000" cy="9144000"/>
  <p:embeddedFontLst>
    <p:embeddedFont>
      <p:font typeface="Calibri" panose="020F0502020204030204" pitchFamily="3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jWJhAZV++kEeLlcc85AXvCmW6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snapToGrid="0">
      <p:cViewPr>
        <p:scale>
          <a:sx n="33" d="100"/>
          <a:sy n="33" d="100"/>
        </p:scale>
        <p:origin x="1200" y="3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975533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7187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245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588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3322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253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73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74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741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3855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6697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555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a:extLst>
            <a:ext uri="{FF2B5EF4-FFF2-40B4-BE49-F238E27FC236}">
              <a16:creationId xmlns:a16="http://schemas.microsoft.com/office/drawing/2014/main" id="{836FEE5D-EE1C-EFE6-028D-2A9724D5C139}"/>
            </a:ext>
          </a:extLst>
        </p:cNvPr>
        <p:cNvGrpSpPr/>
        <p:nvPr/>
      </p:nvGrpSpPr>
      <p:grpSpPr>
        <a:xfrm>
          <a:off x="0" y="0"/>
          <a:ext cx="0" cy="0"/>
          <a:chOff x="0" y="0"/>
          <a:chExt cx="0" cy="0"/>
        </a:xfrm>
      </p:grpSpPr>
      <p:sp>
        <p:nvSpPr>
          <p:cNvPr id="378" name="Google Shape;378;p12:notes">
            <a:extLst>
              <a:ext uri="{FF2B5EF4-FFF2-40B4-BE49-F238E27FC236}">
                <a16:creationId xmlns:a16="http://schemas.microsoft.com/office/drawing/2014/main" id="{1FD1034E-4DFE-4BBB-564E-12F8D8140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a:extLst>
              <a:ext uri="{FF2B5EF4-FFF2-40B4-BE49-F238E27FC236}">
                <a16:creationId xmlns:a16="http://schemas.microsoft.com/office/drawing/2014/main" id="{BCC16C0C-18A6-CDC0-EFCB-70CFA4158A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180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3184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6649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2326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712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612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6645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915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3485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2530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559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4525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8532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5" name="Google Shape;61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203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1792288" y="612775"/>
            <a:ext cx="5486400" cy="4114800"/>
          </a:xfrm>
          <a:prstGeom prst="rect">
            <a:avLst/>
          </a:prstGeom>
          <a:noFill/>
          <a:ln>
            <a:noFill/>
          </a:ln>
        </p:spPr>
      </p:sp>
      <p:sp>
        <p:nvSpPr>
          <p:cNvPr id="64" name="Google Shape;64;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85" name="Google Shape;85;p1"/>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86" name="Google Shape;86;p1"/>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87" name="Google Shape;87;p1"/>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88" name="Google Shape;88;p1"/>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89" name="Google Shape;89;p1"/>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90" name="Google Shape;90;p1"/>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91" name="Google Shape;91;p1"/>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92" name="Google Shape;92;p1"/>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93" name="Google Shape;93;p1"/>
          <p:cNvSpPr txBox="1"/>
          <p:nvPr/>
        </p:nvSpPr>
        <p:spPr>
          <a:xfrm>
            <a:off x="842029" y="3805433"/>
            <a:ext cx="17253322" cy="1438551"/>
          </a:xfrm>
          <a:prstGeom prst="rect">
            <a:avLst/>
          </a:prstGeom>
          <a:noFill/>
          <a:ln>
            <a:noFill/>
          </a:ln>
        </p:spPr>
        <p:txBody>
          <a:bodyPr spcFirstLastPara="1" wrap="square" lIns="0" tIns="0" rIns="0" bIns="0" anchor="t" anchorCtr="0">
            <a:spAutoFit/>
          </a:bodyPr>
          <a:lstStyle/>
          <a:p>
            <a:pPr marL="0" marR="0" lvl="0" indent="0" algn="ctr" rtl="0">
              <a:lnSpc>
                <a:spcPct val="102999"/>
              </a:lnSpc>
              <a:spcBef>
                <a:spcPts val="0"/>
              </a:spcBef>
              <a:spcAft>
                <a:spcPts val="0"/>
              </a:spcAft>
              <a:buNone/>
            </a:pPr>
            <a:r>
              <a:rPr lang="en-US" sz="10601" b="1" i="0" u="none" strike="noStrike" cap="none">
                <a:solidFill>
                  <a:srgbClr val="29455B"/>
                </a:solidFill>
                <a:latin typeface="Arial"/>
                <a:ea typeface="Arial"/>
                <a:cs typeface="Arial"/>
                <a:sym typeface="Arial"/>
              </a:rPr>
              <a:t>SUBDIVISI KADERISASI</a:t>
            </a:r>
            <a:endParaRPr/>
          </a:p>
        </p:txBody>
      </p:sp>
      <p:sp>
        <p:nvSpPr>
          <p:cNvPr id="94" name="Google Shape;94;p1"/>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95" name="Google Shape;95;p1"/>
          <p:cNvSpPr txBox="1"/>
          <p:nvPr/>
        </p:nvSpPr>
        <p:spPr>
          <a:xfrm>
            <a:off x="6020285" y="7826685"/>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err="1">
                <a:solidFill>
                  <a:srgbClr val="29455B"/>
                </a:solidFill>
                <a:latin typeface="Open Sans"/>
                <a:ea typeface="Open Sans"/>
                <a:cs typeface="Open Sans"/>
                <a:sym typeface="Open Sans"/>
              </a:rPr>
              <a:t>Triwulan</a:t>
            </a:r>
            <a:r>
              <a:rPr lang="en-US" sz="3399" b="0" i="0" u="none" strike="noStrike" cap="none" dirty="0">
                <a:solidFill>
                  <a:srgbClr val="29455B"/>
                </a:solidFill>
                <a:latin typeface="Open Sans"/>
                <a:ea typeface="Open Sans"/>
                <a:cs typeface="Open Sans"/>
                <a:sym typeface="Open Sans"/>
              </a:rPr>
              <a:t> 1 </a:t>
            </a:r>
            <a:r>
              <a:rPr lang="en-US" sz="3399" b="0" i="0" u="none" strike="noStrike" cap="none" dirty="0" err="1">
                <a:solidFill>
                  <a:srgbClr val="29455B"/>
                </a:solidFill>
                <a:latin typeface="Open Sans"/>
                <a:ea typeface="Open Sans"/>
                <a:cs typeface="Open Sans"/>
                <a:sym typeface="Open Sans"/>
              </a:rPr>
              <a:t>Himatif</a:t>
            </a:r>
            <a:r>
              <a:rPr lang="en-US" sz="3399" b="0" i="0" u="none" strike="noStrike" cap="none" dirty="0">
                <a:solidFill>
                  <a:srgbClr val="29455B"/>
                </a:solidFill>
                <a:latin typeface="Open Sans"/>
                <a:ea typeface="Open Sans"/>
                <a:cs typeface="Open Sans"/>
                <a:sym typeface="Open Sans"/>
              </a:rPr>
              <a:t> 17</a:t>
            </a:r>
            <a:endParaRPr dirty="0"/>
          </a:p>
        </p:txBody>
      </p:sp>
      <p:sp>
        <p:nvSpPr>
          <p:cNvPr id="96" name="Google Shape;96;p1"/>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02" name="Google Shape;102;p2"/>
          <p:cNvSpPr txBox="1"/>
          <p:nvPr/>
        </p:nvSpPr>
        <p:spPr>
          <a:xfrm>
            <a:off x="1028700" y="1191894"/>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NAMA ANGGOTA </a:t>
            </a:r>
            <a:endParaRPr/>
          </a:p>
        </p:txBody>
      </p:sp>
      <p:grpSp>
        <p:nvGrpSpPr>
          <p:cNvPr id="103" name="Google Shape;103;p2"/>
          <p:cNvGrpSpPr/>
          <p:nvPr/>
        </p:nvGrpSpPr>
        <p:grpSpPr>
          <a:xfrm>
            <a:off x="1945241" y="4726664"/>
            <a:ext cx="14479699" cy="4719150"/>
            <a:chOff x="0" y="-38100"/>
            <a:chExt cx="5563559" cy="1813247"/>
          </a:xfrm>
        </p:grpSpPr>
        <p:sp>
          <p:nvSpPr>
            <p:cNvPr id="104" name="Google Shape;104;p2"/>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2"/>
          <p:cNvGrpSpPr/>
          <p:nvPr/>
        </p:nvGrpSpPr>
        <p:grpSpPr>
          <a:xfrm>
            <a:off x="1636164" y="2746008"/>
            <a:ext cx="15057649" cy="6512292"/>
            <a:chOff x="0" y="-38100"/>
            <a:chExt cx="5785625" cy="2502229"/>
          </a:xfrm>
        </p:grpSpPr>
        <p:sp>
          <p:nvSpPr>
            <p:cNvPr id="107" name="Google Shape;107;p2"/>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2"/>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10" name="Google Shape;110;p2"/>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11" name="Google Shape;111;p2"/>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12" name="Google Shape;112;p2"/>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13" name="Google Shape;113;p2"/>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4" name="Google Shape;114;p2"/>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5" name="Google Shape;115;p2"/>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16" name="Google Shape;116;p2"/>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117" name="Google Shape;117;p2"/>
          <p:cNvGrpSpPr/>
          <p:nvPr/>
        </p:nvGrpSpPr>
        <p:grpSpPr>
          <a:xfrm>
            <a:off x="3574262" y="3741756"/>
            <a:ext cx="5610829" cy="988707"/>
            <a:chOff x="0" y="-38100"/>
            <a:chExt cx="1477749" cy="260400"/>
          </a:xfrm>
        </p:grpSpPr>
        <p:sp>
          <p:nvSpPr>
            <p:cNvPr id="118" name="Google Shape;118;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2"/>
          <p:cNvGrpSpPr/>
          <p:nvPr/>
        </p:nvGrpSpPr>
        <p:grpSpPr>
          <a:xfrm>
            <a:off x="3093332" y="3129343"/>
            <a:ext cx="5610829" cy="988707"/>
            <a:chOff x="0" y="-38100"/>
            <a:chExt cx="1477749" cy="260400"/>
          </a:xfrm>
        </p:grpSpPr>
        <p:sp>
          <p:nvSpPr>
            <p:cNvPr id="121" name="Google Shape;121;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2"/>
          <p:cNvGrpSpPr/>
          <p:nvPr/>
        </p:nvGrpSpPr>
        <p:grpSpPr>
          <a:xfrm>
            <a:off x="10150052" y="5369839"/>
            <a:ext cx="5610829" cy="988707"/>
            <a:chOff x="0" y="-38100"/>
            <a:chExt cx="1477749" cy="260400"/>
          </a:xfrm>
        </p:grpSpPr>
        <p:sp>
          <p:nvSpPr>
            <p:cNvPr id="124" name="Google Shape;124;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 name="Google Shape;126;p2"/>
          <p:cNvGrpSpPr/>
          <p:nvPr/>
        </p:nvGrpSpPr>
        <p:grpSpPr>
          <a:xfrm>
            <a:off x="9875592" y="4797638"/>
            <a:ext cx="5610829" cy="988707"/>
            <a:chOff x="0" y="-38100"/>
            <a:chExt cx="1477749" cy="260400"/>
          </a:xfrm>
        </p:grpSpPr>
        <p:sp>
          <p:nvSpPr>
            <p:cNvPr id="127" name="Google Shape;127;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9" name="Google Shape;129;p2"/>
          <p:cNvGrpSpPr/>
          <p:nvPr/>
        </p:nvGrpSpPr>
        <p:grpSpPr>
          <a:xfrm>
            <a:off x="3455532" y="7120378"/>
            <a:ext cx="5610829" cy="988707"/>
            <a:chOff x="0" y="-38100"/>
            <a:chExt cx="1477749" cy="260400"/>
          </a:xfrm>
        </p:grpSpPr>
        <p:sp>
          <p:nvSpPr>
            <p:cNvPr id="130" name="Google Shape;130;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2" name="Google Shape;132;p2"/>
          <p:cNvGrpSpPr/>
          <p:nvPr/>
        </p:nvGrpSpPr>
        <p:grpSpPr>
          <a:xfrm>
            <a:off x="3093332" y="6569134"/>
            <a:ext cx="5610829" cy="988707"/>
            <a:chOff x="0" y="-38100"/>
            <a:chExt cx="1477749" cy="260400"/>
          </a:xfrm>
        </p:grpSpPr>
        <p:sp>
          <p:nvSpPr>
            <p:cNvPr id="133" name="Google Shape;133;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 name="Google Shape;135;p2"/>
          <p:cNvSpPr txBox="1"/>
          <p:nvPr/>
        </p:nvSpPr>
        <p:spPr>
          <a:xfrm>
            <a:off x="-2216554" y="3440496"/>
            <a:ext cx="16230600" cy="66569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dirty="0">
                <a:solidFill>
                  <a:srgbClr val="29455B"/>
                </a:solidFill>
                <a:latin typeface="Arial"/>
                <a:ea typeface="Arial"/>
                <a:cs typeface="Arial"/>
                <a:sym typeface="Arial"/>
              </a:rPr>
              <a:t>Saif Ali Mushaddiq</a:t>
            </a:r>
            <a:endParaRPr dirty="0"/>
          </a:p>
        </p:txBody>
      </p:sp>
      <p:sp>
        <p:nvSpPr>
          <p:cNvPr id="136" name="Google Shape;136;p2"/>
          <p:cNvSpPr txBox="1"/>
          <p:nvPr/>
        </p:nvSpPr>
        <p:spPr>
          <a:xfrm>
            <a:off x="10133174" y="5930131"/>
            <a:ext cx="5644585" cy="271780"/>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000" b="1" i="0" u="none" strike="noStrike" cap="none">
                <a:solidFill>
                  <a:srgbClr val="29455B"/>
                </a:solidFill>
                <a:latin typeface="Arial"/>
                <a:ea typeface="Arial"/>
                <a:cs typeface="Arial"/>
                <a:sym typeface="Arial"/>
              </a:rPr>
              <a:t>SEKRETARIS SUBDIVISI KADERISASI</a:t>
            </a:r>
            <a:endParaRPr/>
          </a:p>
        </p:txBody>
      </p:sp>
      <p:sp>
        <p:nvSpPr>
          <p:cNvPr id="137" name="Google Shape;137;p2"/>
          <p:cNvSpPr txBox="1"/>
          <p:nvPr/>
        </p:nvSpPr>
        <p:spPr>
          <a:xfrm>
            <a:off x="8597704" y="5159310"/>
            <a:ext cx="8661596" cy="530851"/>
          </a:xfrm>
          <a:prstGeom prst="rect">
            <a:avLst/>
          </a:prstGeom>
          <a:noFill/>
          <a:ln>
            <a:noFill/>
          </a:ln>
        </p:spPr>
        <p:txBody>
          <a:bodyPr spcFirstLastPara="1" wrap="square" lIns="0" tIns="0" rIns="0" bIns="0" anchor="t" anchorCtr="0">
            <a:spAutoFit/>
          </a:bodyPr>
          <a:lstStyle/>
          <a:p>
            <a:pPr marL="0" marR="0" lvl="0" indent="0" algn="ctr" rtl="0">
              <a:lnSpc>
                <a:spcPct val="102985"/>
              </a:lnSpc>
              <a:spcBef>
                <a:spcPts val="0"/>
              </a:spcBef>
              <a:spcAft>
                <a:spcPts val="0"/>
              </a:spcAft>
              <a:buNone/>
            </a:pPr>
            <a:r>
              <a:rPr lang="en-US" sz="3349" b="1" dirty="0">
                <a:solidFill>
                  <a:srgbClr val="29455B"/>
                </a:solidFill>
              </a:rPr>
              <a:t>Siti Sa’adah</a:t>
            </a:r>
            <a:endParaRPr dirty="0"/>
          </a:p>
        </p:txBody>
      </p:sp>
      <p:sp>
        <p:nvSpPr>
          <p:cNvPr id="138" name="Google Shape;138;p2"/>
          <p:cNvSpPr txBox="1"/>
          <p:nvPr/>
        </p:nvSpPr>
        <p:spPr>
          <a:xfrm>
            <a:off x="3111935" y="6920743"/>
            <a:ext cx="5592226" cy="57060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600" b="1" i="0" u="none" strike="noStrike" cap="none" dirty="0" err="1">
                <a:solidFill>
                  <a:srgbClr val="29455B"/>
                </a:solidFill>
                <a:latin typeface="Arial"/>
                <a:ea typeface="Arial"/>
                <a:cs typeface="Arial"/>
                <a:sym typeface="Arial"/>
              </a:rPr>
              <a:t>Triontin</a:t>
            </a:r>
            <a:endParaRPr dirty="0"/>
          </a:p>
        </p:txBody>
      </p:sp>
      <p:sp>
        <p:nvSpPr>
          <p:cNvPr id="139" name="Google Shape;139;p2"/>
          <p:cNvSpPr txBox="1"/>
          <p:nvPr/>
        </p:nvSpPr>
        <p:spPr>
          <a:xfrm>
            <a:off x="3817733" y="4265045"/>
            <a:ext cx="4886428"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KETUA SUBDIVISI KADERISASI</a:t>
            </a:r>
            <a:endParaRPr/>
          </a:p>
        </p:txBody>
      </p:sp>
      <p:sp>
        <p:nvSpPr>
          <p:cNvPr id="140" name="Google Shape;140;p2"/>
          <p:cNvSpPr txBox="1"/>
          <p:nvPr/>
        </p:nvSpPr>
        <p:spPr>
          <a:xfrm>
            <a:off x="3632157" y="7691191"/>
            <a:ext cx="5257580" cy="30683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300" b="1" i="0" u="none" strike="noStrike" cap="none">
                <a:solidFill>
                  <a:srgbClr val="29455B"/>
                </a:solidFill>
                <a:latin typeface="Arial"/>
                <a:ea typeface="Arial"/>
                <a:cs typeface="Arial"/>
                <a:sym typeface="Arial"/>
              </a:rPr>
              <a:t>ANGGOTA SUBDIVISI KADERISASI</a:t>
            </a:r>
            <a:endParaRPr/>
          </a:p>
        </p:txBody>
      </p:sp>
      <p:sp>
        <p:nvSpPr>
          <p:cNvPr id="141" name="Google Shape;141;p2"/>
          <p:cNvSpPr txBox="1"/>
          <p:nvPr/>
        </p:nvSpPr>
        <p:spPr>
          <a:xfrm>
            <a:off x="11253418" y="8639226"/>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ANGGOTA DIVISI PSDM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47" name="Google Shape;147;p3"/>
          <p:cNvSpPr txBox="1"/>
          <p:nvPr/>
        </p:nvSpPr>
        <p:spPr>
          <a:xfrm>
            <a:off x="888841" y="248793"/>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PENDAHULUAN</a:t>
            </a:r>
            <a:endParaRPr/>
          </a:p>
        </p:txBody>
      </p:sp>
      <p:grpSp>
        <p:nvGrpSpPr>
          <p:cNvPr id="148" name="Google Shape;148;p3"/>
          <p:cNvGrpSpPr/>
          <p:nvPr/>
        </p:nvGrpSpPr>
        <p:grpSpPr>
          <a:xfrm>
            <a:off x="1945241" y="4726664"/>
            <a:ext cx="14479699" cy="4719150"/>
            <a:chOff x="0" y="-38100"/>
            <a:chExt cx="5563559" cy="1813247"/>
          </a:xfrm>
        </p:grpSpPr>
        <p:sp>
          <p:nvSpPr>
            <p:cNvPr id="149" name="Google Shape;149;p3"/>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3"/>
          <p:cNvGrpSpPr/>
          <p:nvPr/>
        </p:nvGrpSpPr>
        <p:grpSpPr>
          <a:xfrm>
            <a:off x="1636164" y="1465735"/>
            <a:ext cx="15057649" cy="7792565"/>
            <a:chOff x="0" y="-38100"/>
            <a:chExt cx="5785625" cy="2994150"/>
          </a:xfrm>
        </p:grpSpPr>
        <p:sp>
          <p:nvSpPr>
            <p:cNvPr id="152" name="Google Shape;152;p3"/>
            <p:cNvSpPr/>
            <p:nvPr/>
          </p:nvSpPr>
          <p:spPr>
            <a:xfrm>
              <a:off x="0" y="0"/>
              <a:ext cx="5785625" cy="2956050"/>
            </a:xfrm>
            <a:custGeom>
              <a:avLst/>
              <a:gdLst/>
              <a:ahLst/>
              <a:cxnLst/>
              <a:rect l="l" t="t" r="r" b="b"/>
              <a:pathLst>
                <a:path w="5785625" h="2956050" extrusionOk="0">
                  <a:moveTo>
                    <a:pt x="34962" y="0"/>
                  </a:moveTo>
                  <a:lnTo>
                    <a:pt x="5750663" y="0"/>
                  </a:lnTo>
                  <a:cubicBezTo>
                    <a:pt x="5759935" y="0"/>
                    <a:pt x="5768828" y="3684"/>
                    <a:pt x="5775385" y="10240"/>
                  </a:cubicBezTo>
                  <a:cubicBezTo>
                    <a:pt x="5781942" y="16797"/>
                    <a:pt x="5785625" y="25690"/>
                    <a:pt x="5785625" y="34962"/>
                  </a:cubicBezTo>
                  <a:lnTo>
                    <a:pt x="5785625" y="2921087"/>
                  </a:lnTo>
                  <a:cubicBezTo>
                    <a:pt x="5785625" y="2940397"/>
                    <a:pt x="5769972" y="2956050"/>
                    <a:pt x="5750663" y="2956050"/>
                  </a:cubicBezTo>
                  <a:lnTo>
                    <a:pt x="34962" y="2956050"/>
                  </a:lnTo>
                  <a:cubicBezTo>
                    <a:pt x="25690" y="2956050"/>
                    <a:pt x="16797" y="2952366"/>
                    <a:pt x="10240" y="2945810"/>
                  </a:cubicBezTo>
                  <a:cubicBezTo>
                    <a:pt x="3684" y="2939253"/>
                    <a:pt x="0" y="2930360"/>
                    <a:pt x="0" y="2921087"/>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txBox="1"/>
            <p:nvPr/>
          </p:nvSpPr>
          <p:spPr>
            <a:xfrm>
              <a:off x="0" y="-38100"/>
              <a:ext cx="5785625" cy="299415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4" name="Google Shape;154;p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55" name="Google Shape;155;p3"/>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56" name="Google Shape;156;p3"/>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57" name="Google Shape;157;p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58" name="Google Shape;158;p3"/>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59" name="Google Shape;159;p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60" name="Google Shape;160;p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61" name="Google Shape;161;p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
        <p:nvSpPr>
          <p:cNvPr id="162" name="Google Shape;162;p3"/>
          <p:cNvSpPr txBox="1"/>
          <p:nvPr/>
        </p:nvSpPr>
        <p:spPr>
          <a:xfrm>
            <a:off x="10726092" y="5655662"/>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SEKRETARIS DIVISI PSDM</a:t>
            </a:r>
            <a:endParaRPr/>
          </a:p>
        </p:txBody>
      </p:sp>
      <p:sp>
        <p:nvSpPr>
          <p:cNvPr id="163" name="Google Shape;163;p3"/>
          <p:cNvSpPr txBox="1"/>
          <p:nvPr/>
        </p:nvSpPr>
        <p:spPr>
          <a:xfrm>
            <a:off x="2411527" y="3201175"/>
            <a:ext cx="13464947" cy="3827500"/>
          </a:xfrm>
          <a:prstGeom prst="rect">
            <a:avLst/>
          </a:prstGeom>
          <a:noFill/>
          <a:ln>
            <a:noFill/>
          </a:ln>
        </p:spPr>
        <p:txBody>
          <a:bodyPr spcFirstLastPara="1" wrap="square" lIns="0" tIns="0" rIns="0" bIns="0" anchor="t" anchorCtr="0">
            <a:spAutoFit/>
          </a:bodyPr>
          <a:lstStyle/>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Assalamualaikum wr.wb</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Puji syukur kita panjatkan kehadirat Tuhan Yang Maha Esa, karena atas rahmat dan karunia-Nya, kita dapat berkumpul di sini dalam keadaan sehat untuk melaksanakan Rapat Triwulan Himpunan Mahasiswa Teknik Informatika</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Semoga rapat ini berjalan lancar dan membawa hasil yang bermanfaat untuk kemajuan himpunan </a:t>
            </a:r>
            <a:endParaRPr/>
          </a:p>
          <a:p>
            <a:pPr marL="33125" marR="0" lvl="1" indent="0" algn="just" rtl="0">
              <a:lnSpc>
                <a:spcPct val="7030"/>
              </a:lnSpc>
              <a:spcBef>
                <a:spcPts val="0"/>
              </a:spcBef>
              <a:spcAft>
                <a:spcPts val="0"/>
              </a:spcAft>
              <a:buClr>
                <a:schemeClr val="dk1"/>
              </a:buClr>
              <a:buSzPts val="3044"/>
              <a:buFont typeface="Arial"/>
              <a:buNone/>
            </a:pPr>
            <a:endParaRPr sz="3044" b="0" i="0" u="none" strike="noStrike" cap="none">
              <a:solidFill>
                <a:srgbClr val="F9EEE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69" name="Google Shape;169;p4"/>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170" name="Google Shape;170;p4"/>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171" name="Google Shape;171;p4"/>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172" name="Google Shape;172;p4"/>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173" name="Google Shape;173;p4"/>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174" name="Google Shape;174;p4"/>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175" name="Google Shape;175;p4"/>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176" name="Google Shape;176;p4"/>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177" name="Google Shape;177;p4"/>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TUGAS POKOK DAN FUNGSI</a:t>
            </a:r>
            <a:endParaRPr/>
          </a:p>
        </p:txBody>
      </p:sp>
      <p:sp>
        <p:nvSpPr>
          <p:cNvPr id="178" name="Google Shape;178;p4"/>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179" name="Google Shape;179;p4"/>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180" name="Google Shape;180;p4"/>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181" name="Google Shape;181;p4"/>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87" name="Google Shape;187;p5"/>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188" name="Google Shape;188;p5"/>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189" name="Google Shape;189;p5"/>
          <p:cNvGrpSpPr/>
          <p:nvPr/>
        </p:nvGrpSpPr>
        <p:grpSpPr>
          <a:xfrm>
            <a:off x="307238" y="2410034"/>
            <a:ext cx="8482509" cy="2759363"/>
            <a:chOff x="0" y="-38100"/>
            <a:chExt cx="3088470" cy="905006"/>
          </a:xfrm>
        </p:grpSpPr>
        <p:sp>
          <p:nvSpPr>
            <p:cNvPr id="190" name="Google Shape;190;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2" name="Google Shape;192;p5"/>
          <p:cNvSpPr txBox="1"/>
          <p:nvPr/>
        </p:nvSpPr>
        <p:spPr>
          <a:xfrm>
            <a:off x="913356" y="1134655"/>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dirty="0">
                <a:solidFill>
                  <a:srgbClr val="29455B"/>
                </a:solidFill>
                <a:latin typeface="Arial"/>
                <a:ea typeface="Arial"/>
                <a:cs typeface="Arial"/>
                <a:sym typeface="Arial"/>
              </a:rPr>
              <a:t>TUGAS POKOK DAN FUNGSI</a:t>
            </a:r>
            <a:endParaRPr dirty="0"/>
          </a:p>
        </p:txBody>
      </p:sp>
      <p:sp>
        <p:nvSpPr>
          <p:cNvPr id="193" name="Google Shape;193;p5"/>
          <p:cNvSpPr txBox="1"/>
          <p:nvPr/>
        </p:nvSpPr>
        <p:spPr>
          <a:xfrm>
            <a:off x="663476" y="2596913"/>
            <a:ext cx="7695601" cy="355481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Bertanggung</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jawab</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secara</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teknis</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dalam</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merencanakan</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pengkaderan</a:t>
            </a:r>
            <a:endParaRPr dirty="0"/>
          </a:p>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melalui</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sistem</a:t>
            </a:r>
            <a:r>
              <a:rPr lang="en-US" sz="2750" b="1" i="0" u="none" strike="noStrike" cap="none" dirty="0">
                <a:solidFill>
                  <a:srgbClr val="29455B"/>
                </a:solidFill>
                <a:latin typeface="Open Sans"/>
                <a:ea typeface="Open Sans"/>
                <a:cs typeface="Open Sans"/>
                <a:sym typeface="Open Sans"/>
              </a:rPr>
              <a:t> dan </a:t>
            </a:r>
            <a:r>
              <a:rPr lang="en-US" sz="2750" b="1" i="0" u="none" strike="noStrike" cap="none" dirty="0" err="1">
                <a:solidFill>
                  <a:srgbClr val="29455B"/>
                </a:solidFill>
                <a:latin typeface="Open Sans"/>
                <a:ea typeface="Open Sans"/>
                <a:cs typeface="Open Sans"/>
                <a:sym typeface="Open Sans"/>
              </a:rPr>
              <a:t>mekanisme</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kaderisasi</a:t>
            </a:r>
            <a:r>
              <a:rPr lang="en-US" sz="2750" b="1" i="0" u="none" strike="noStrike" cap="none" dirty="0">
                <a:solidFill>
                  <a:srgbClr val="29455B"/>
                </a:solidFill>
                <a:latin typeface="Open Sans"/>
                <a:ea typeface="Open Sans"/>
                <a:cs typeface="Open Sans"/>
                <a:sym typeface="Open Sans"/>
              </a:rPr>
              <a:t> yang </a:t>
            </a:r>
            <a:r>
              <a:rPr lang="en-US" sz="2750" b="1" i="0" u="none" strike="noStrike" cap="none" dirty="0" err="1">
                <a:solidFill>
                  <a:srgbClr val="29455B"/>
                </a:solidFill>
                <a:latin typeface="Open Sans"/>
                <a:ea typeface="Open Sans"/>
                <a:cs typeface="Open Sans"/>
                <a:sym typeface="Open Sans"/>
              </a:rPr>
              <a:t>profesional</a:t>
            </a:r>
            <a:r>
              <a:rPr lang="en-US" sz="2750" b="1" i="0" u="none" strike="noStrike" cap="none" dirty="0">
                <a:solidFill>
                  <a:srgbClr val="29455B"/>
                </a:solidFill>
                <a:latin typeface="Open Sans"/>
                <a:ea typeface="Open Sans"/>
                <a:cs typeface="Open Sans"/>
                <a:sym typeface="Open Sans"/>
              </a:rPr>
              <a:t>.</a:t>
            </a:r>
            <a:endParaRPr dirty="0"/>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p:txBody>
      </p:sp>
      <p:sp>
        <p:nvSpPr>
          <p:cNvPr id="194" name="Google Shape;194;p5"/>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195" name="Google Shape;195;p5"/>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grpSp>
        <p:nvGrpSpPr>
          <p:cNvPr id="196" name="Google Shape;196;p5"/>
          <p:cNvGrpSpPr/>
          <p:nvPr/>
        </p:nvGrpSpPr>
        <p:grpSpPr>
          <a:xfrm>
            <a:off x="9072585" y="2376551"/>
            <a:ext cx="8038043" cy="2672806"/>
            <a:chOff x="0" y="-38100"/>
            <a:chExt cx="3088470" cy="905006"/>
          </a:xfrm>
        </p:grpSpPr>
        <p:sp>
          <p:nvSpPr>
            <p:cNvPr id="197" name="Google Shape;197;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9" name="Google Shape;199;p5"/>
          <p:cNvSpPr txBox="1"/>
          <p:nvPr/>
        </p:nvSpPr>
        <p:spPr>
          <a:xfrm>
            <a:off x="9422076" y="2830125"/>
            <a:ext cx="7802924" cy="2179999"/>
          </a:xfrm>
          <a:prstGeom prst="rect">
            <a:avLst/>
          </a:prstGeom>
          <a:noFill/>
          <a:ln>
            <a:noFill/>
          </a:ln>
        </p:spPr>
        <p:txBody>
          <a:bodyPr spcFirstLastPara="1" wrap="square" lIns="0" tIns="0" rIns="0" bIns="0" anchor="t" anchorCtr="0">
            <a:spAutoFit/>
          </a:bodyPr>
          <a:lstStyle/>
          <a:p>
            <a:pPr marL="0" marR="0" lvl="0" indent="0" algn="l" rtl="0">
              <a:lnSpc>
                <a:spcPct val="139993"/>
              </a:lnSpc>
              <a:spcBef>
                <a:spcPts val="0"/>
              </a:spcBef>
              <a:spcAft>
                <a:spcPts val="0"/>
              </a:spcAft>
              <a:buNone/>
            </a:pPr>
            <a:r>
              <a:rPr lang="en-US" sz="3143" b="1" i="0" u="none" strike="noStrike" cap="none" dirty="0" err="1">
                <a:solidFill>
                  <a:srgbClr val="29455B"/>
                </a:solidFill>
                <a:latin typeface="Open Sans"/>
                <a:ea typeface="Open Sans"/>
                <a:cs typeface="Open Sans"/>
                <a:sym typeface="Open Sans"/>
              </a:rPr>
              <a:t>Bertanggung</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jawab</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secara</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teknis</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untuk</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mengadakan</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evaluasi</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tahapan</a:t>
            </a:r>
            <a:endParaRPr dirty="0"/>
          </a:p>
          <a:p>
            <a:pPr marL="0" marR="0" lvl="0" indent="0" algn="l" rtl="0">
              <a:lnSpc>
                <a:spcPct val="139993"/>
              </a:lnSpc>
              <a:spcBef>
                <a:spcPts val="0"/>
              </a:spcBef>
              <a:spcAft>
                <a:spcPts val="0"/>
              </a:spcAft>
              <a:buNone/>
            </a:pPr>
            <a:r>
              <a:rPr lang="en-US" sz="3143" b="1" i="0" u="none" strike="noStrike" cap="none" dirty="0" err="1">
                <a:solidFill>
                  <a:srgbClr val="29455B"/>
                </a:solidFill>
                <a:latin typeface="Open Sans"/>
                <a:ea typeface="Open Sans"/>
                <a:cs typeface="Open Sans"/>
                <a:sym typeface="Open Sans"/>
              </a:rPr>
              <a:t>tahapan</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kaderisasi</a:t>
            </a:r>
            <a:r>
              <a:rPr lang="en-US" sz="3143" b="1" i="0" u="none" strike="noStrike" cap="none" dirty="0">
                <a:solidFill>
                  <a:srgbClr val="29455B"/>
                </a:solidFill>
                <a:latin typeface="Open Sans"/>
                <a:ea typeface="Open Sans"/>
                <a:cs typeface="Open Sans"/>
                <a:sym typeface="Open Sans"/>
              </a:rPr>
              <a:t>.</a:t>
            </a:r>
            <a:endParaRPr dirty="0"/>
          </a:p>
          <a:p>
            <a:pPr marL="0" marR="0" lvl="0" indent="0" algn="l" rtl="0">
              <a:lnSpc>
                <a:spcPct val="139993"/>
              </a:lnSpc>
              <a:spcBef>
                <a:spcPts val="0"/>
              </a:spcBef>
              <a:spcAft>
                <a:spcPts val="0"/>
              </a:spcAft>
              <a:buNone/>
            </a:pPr>
            <a:endParaRPr sz="3143" b="1" i="0" u="none" strike="noStrike" cap="none" dirty="0">
              <a:solidFill>
                <a:srgbClr val="29455B"/>
              </a:solidFill>
              <a:latin typeface="Open Sans"/>
              <a:ea typeface="Open Sans"/>
              <a:cs typeface="Open Sans"/>
              <a:sym typeface="Open Sans"/>
            </a:endParaRPr>
          </a:p>
        </p:txBody>
      </p:sp>
      <p:grpSp>
        <p:nvGrpSpPr>
          <p:cNvPr id="200" name="Google Shape;200;p5"/>
          <p:cNvGrpSpPr/>
          <p:nvPr/>
        </p:nvGrpSpPr>
        <p:grpSpPr>
          <a:xfrm>
            <a:off x="380638" y="5183969"/>
            <a:ext cx="8451592" cy="2408876"/>
            <a:chOff x="0" y="-38100"/>
            <a:chExt cx="3088470" cy="905006"/>
          </a:xfrm>
        </p:grpSpPr>
        <p:sp>
          <p:nvSpPr>
            <p:cNvPr id="201" name="Google Shape;201;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3" name="Google Shape;203;p5"/>
          <p:cNvSpPr txBox="1"/>
          <p:nvPr/>
        </p:nvSpPr>
        <p:spPr>
          <a:xfrm>
            <a:off x="595066" y="5415240"/>
            <a:ext cx="7867432" cy="3176832"/>
          </a:xfrm>
          <a:prstGeom prst="rect">
            <a:avLst/>
          </a:prstGeom>
          <a:noFill/>
          <a:ln>
            <a:noFill/>
          </a:ln>
        </p:spPr>
        <p:txBody>
          <a:bodyPr spcFirstLastPara="1" wrap="square" lIns="0" tIns="0" rIns="0" bIns="0" anchor="t" anchorCtr="0">
            <a:spAutoFit/>
          </a:bodyPr>
          <a:lstStyle/>
          <a:p>
            <a:pPr lvl="0">
              <a:lnSpc>
                <a:spcPct val="140013"/>
              </a:lnSpc>
            </a:pPr>
            <a:r>
              <a:rPr lang="en-US" sz="2949" b="1" dirty="0" err="1">
                <a:solidFill>
                  <a:srgbClr val="29455B"/>
                </a:solidFill>
                <a:latin typeface="Open Sans"/>
                <a:ea typeface="Open Sans"/>
                <a:cs typeface="Open Sans"/>
                <a:sym typeface="Open Sans"/>
              </a:rPr>
              <a:t>Bertanggung</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jawab</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secara</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teknis</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untuk</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mengawasi</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dan</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mengendalikan</a:t>
            </a:r>
            <a:endParaRPr lang="en-US" sz="3200" dirty="0"/>
          </a:p>
          <a:p>
            <a:pPr lvl="0">
              <a:lnSpc>
                <a:spcPct val="140013"/>
              </a:lnSpc>
            </a:pPr>
            <a:r>
              <a:rPr lang="en-US" sz="2949" b="1" dirty="0" err="1">
                <a:solidFill>
                  <a:srgbClr val="29455B"/>
                </a:solidFill>
                <a:latin typeface="Open Sans"/>
                <a:ea typeface="Open Sans"/>
                <a:cs typeface="Open Sans"/>
                <a:sym typeface="Open Sans"/>
              </a:rPr>
              <a:t>perkembangan</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kader</a:t>
            </a:r>
            <a:r>
              <a:rPr lang="en-US" sz="2949" b="1" dirty="0">
                <a:solidFill>
                  <a:srgbClr val="29455B"/>
                </a:solidFill>
                <a:latin typeface="Open Sans"/>
                <a:ea typeface="Open Sans"/>
                <a:cs typeface="Open Sans"/>
                <a:sym typeface="Open Sans"/>
              </a:rPr>
              <a:t>.</a:t>
            </a:r>
            <a:endParaRPr lang="en-US" sz="3200" dirty="0"/>
          </a:p>
          <a:p>
            <a:pPr marL="0" marR="0" lvl="0" indent="0" algn="just" rtl="0">
              <a:lnSpc>
                <a:spcPct val="140013"/>
              </a:lnSpc>
              <a:spcBef>
                <a:spcPts val="0"/>
              </a:spcBef>
              <a:spcAft>
                <a:spcPts val="0"/>
              </a:spcAft>
              <a:buNone/>
            </a:pPr>
            <a:endParaRPr sz="2949" b="1" i="0" u="none" strike="noStrike" cap="none" dirty="0">
              <a:solidFill>
                <a:srgbClr val="29455B"/>
              </a:solidFill>
              <a:latin typeface="Open Sans"/>
              <a:ea typeface="Open Sans"/>
              <a:cs typeface="Open Sans"/>
              <a:sym typeface="Open Sans"/>
            </a:endParaRPr>
          </a:p>
          <a:p>
            <a:pPr marL="0" marR="0" lvl="0" indent="0" algn="just" rtl="0">
              <a:lnSpc>
                <a:spcPct val="140013"/>
              </a:lnSpc>
              <a:spcBef>
                <a:spcPts val="0"/>
              </a:spcBef>
              <a:spcAft>
                <a:spcPts val="0"/>
              </a:spcAft>
              <a:buNone/>
            </a:pPr>
            <a:endParaRPr sz="2949" b="1" i="0" u="none" strike="noStrike" cap="none" dirty="0">
              <a:solidFill>
                <a:srgbClr val="29455B"/>
              </a:solidFill>
              <a:latin typeface="Open Sans"/>
              <a:ea typeface="Open Sans"/>
              <a:cs typeface="Open Sans"/>
              <a:sym typeface="Open Sans"/>
            </a:endParaRPr>
          </a:p>
        </p:txBody>
      </p:sp>
      <p:grpSp>
        <p:nvGrpSpPr>
          <p:cNvPr id="204" name="Google Shape;204;p5"/>
          <p:cNvGrpSpPr/>
          <p:nvPr/>
        </p:nvGrpSpPr>
        <p:grpSpPr>
          <a:xfrm>
            <a:off x="9144000" y="5136674"/>
            <a:ext cx="7966628" cy="2467398"/>
            <a:chOff x="0" y="-38100"/>
            <a:chExt cx="3088470" cy="905006"/>
          </a:xfrm>
        </p:grpSpPr>
        <p:sp>
          <p:nvSpPr>
            <p:cNvPr id="205" name="Google Shape;205;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7" name="Google Shape;207;p5"/>
          <p:cNvSpPr txBox="1"/>
          <p:nvPr/>
        </p:nvSpPr>
        <p:spPr>
          <a:xfrm>
            <a:off x="9471249" y="5138855"/>
            <a:ext cx="7414500" cy="2925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80" b="1" i="0" u="none" strike="noStrike" cap="none" dirty="0" err="1">
                <a:solidFill>
                  <a:srgbClr val="29455B"/>
                </a:solidFill>
                <a:latin typeface="Open Sans"/>
                <a:ea typeface="Open Sans"/>
                <a:cs typeface="Open Sans"/>
                <a:sym typeface="Open Sans"/>
              </a:rPr>
              <a:t>Bertanggungjawab</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secara</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teknis</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untuk</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mengadakan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kegiatan</a:t>
            </a:r>
            <a:r>
              <a:rPr lang="en-US" sz="2880" b="1" i="0" u="none" strike="noStrike" cap="none" dirty="0">
                <a:solidFill>
                  <a:srgbClr val="29455B"/>
                </a:solidFill>
                <a:latin typeface="Open Sans"/>
                <a:ea typeface="Open Sans"/>
                <a:cs typeface="Open Sans"/>
                <a:sym typeface="Open Sans"/>
              </a:rPr>
              <a:t> yang</a:t>
            </a:r>
            <a:endParaRPr dirty="0"/>
          </a:p>
          <a:p>
            <a:pPr marL="0" marR="0" lvl="0" indent="0" algn="l" rtl="0">
              <a:lnSpc>
                <a:spcPct val="140000"/>
              </a:lnSpc>
              <a:spcBef>
                <a:spcPts val="0"/>
              </a:spcBef>
              <a:spcAft>
                <a:spcPts val="0"/>
              </a:spcAft>
              <a:buNone/>
            </a:pPr>
            <a:r>
              <a:rPr lang="en-US" sz="2880" b="1" i="0" u="none" strike="noStrike" cap="none" dirty="0" err="1">
                <a:solidFill>
                  <a:srgbClr val="29455B"/>
                </a:solidFill>
                <a:latin typeface="Open Sans"/>
                <a:ea typeface="Open Sans"/>
                <a:cs typeface="Open Sans"/>
                <a:sym typeface="Open Sans"/>
              </a:rPr>
              <a:t>bertujuan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untuk</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meningkatkan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kinerja</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organisasi</a:t>
            </a:r>
            <a:r>
              <a:rPr lang="en-US" sz="2880" b="1" i="0" u="none" strike="noStrike" cap="none" dirty="0">
                <a:solidFill>
                  <a:srgbClr val="29455B"/>
                </a:solidFill>
                <a:latin typeface="Open Sans"/>
                <a:ea typeface="Open Sans"/>
                <a:cs typeface="Open Sans"/>
                <a:sym typeface="Open Sans"/>
              </a:rPr>
              <a:t>.</a:t>
            </a:r>
            <a:endParaRPr dirty="0"/>
          </a:p>
          <a:p>
            <a:pPr marL="0" marR="0" lvl="0" indent="0" algn="l" rtl="0">
              <a:lnSpc>
                <a:spcPct val="140000"/>
              </a:lnSpc>
              <a:spcBef>
                <a:spcPts val="0"/>
              </a:spcBef>
              <a:spcAft>
                <a:spcPts val="0"/>
              </a:spcAft>
              <a:buNone/>
            </a:pPr>
            <a:endParaRPr sz="2880" b="1" i="0" u="none" strike="noStrike" cap="none" dirty="0">
              <a:solidFill>
                <a:srgbClr val="29455B"/>
              </a:solidFill>
              <a:latin typeface="Open Sans"/>
              <a:ea typeface="Open Sans"/>
              <a:cs typeface="Open Sans"/>
              <a:sym typeface="Open Sans"/>
            </a:endParaRPr>
          </a:p>
        </p:txBody>
      </p:sp>
      <p:grpSp>
        <p:nvGrpSpPr>
          <p:cNvPr id="208" name="Google Shape;208;p5"/>
          <p:cNvGrpSpPr/>
          <p:nvPr/>
        </p:nvGrpSpPr>
        <p:grpSpPr>
          <a:xfrm>
            <a:off x="4725078" y="7762240"/>
            <a:ext cx="7895509" cy="2355365"/>
            <a:chOff x="0" y="-38100"/>
            <a:chExt cx="3033704" cy="905006"/>
          </a:xfrm>
        </p:grpSpPr>
        <p:sp>
          <p:nvSpPr>
            <p:cNvPr id="209" name="Google Shape;209;p5"/>
            <p:cNvSpPr/>
            <p:nvPr/>
          </p:nvSpPr>
          <p:spPr>
            <a:xfrm>
              <a:off x="0" y="0"/>
              <a:ext cx="3033704" cy="866906"/>
            </a:xfrm>
            <a:custGeom>
              <a:avLst/>
              <a:gdLst/>
              <a:ahLst/>
              <a:cxnLst/>
              <a:rect l="l" t="t" r="r" b="b"/>
              <a:pathLst>
                <a:path w="3033704" h="866906" extrusionOk="0">
                  <a:moveTo>
                    <a:pt x="40202" y="0"/>
                  </a:moveTo>
                  <a:lnTo>
                    <a:pt x="2993502" y="0"/>
                  </a:lnTo>
                  <a:cubicBezTo>
                    <a:pt x="3015705" y="0"/>
                    <a:pt x="3033704" y="17999"/>
                    <a:pt x="3033704" y="40202"/>
                  </a:cubicBezTo>
                  <a:lnTo>
                    <a:pt x="3033704" y="826703"/>
                  </a:lnTo>
                  <a:cubicBezTo>
                    <a:pt x="3033704" y="848906"/>
                    <a:pt x="3015705" y="866906"/>
                    <a:pt x="2993502" y="866906"/>
                  </a:cubicBezTo>
                  <a:lnTo>
                    <a:pt x="40202" y="866906"/>
                  </a:lnTo>
                  <a:cubicBezTo>
                    <a:pt x="17999" y="866906"/>
                    <a:pt x="0" y="848906"/>
                    <a:pt x="0" y="826703"/>
                  </a:cubicBezTo>
                  <a:lnTo>
                    <a:pt x="0" y="40202"/>
                  </a:lnTo>
                  <a:cubicBezTo>
                    <a:pt x="0" y="17999"/>
                    <a:pt x="17999" y="0"/>
                    <a:pt x="4020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txBox="1"/>
            <p:nvPr/>
          </p:nvSpPr>
          <p:spPr>
            <a:xfrm>
              <a:off x="0" y="-38100"/>
              <a:ext cx="3033704"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1" name="Google Shape;211;p5"/>
          <p:cNvSpPr txBox="1"/>
          <p:nvPr/>
        </p:nvSpPr>
        <p:spPr>
          <a:xfrm>
            <a:off x="5021273" y="8050514"/>
            <a:ext cx="8130110" cy="1830350"/>
          </a:xfrm>
          <a:prstGeom prst="rect">
            <a:avLst/>
          </a:prstGeom>
          <a:noFill/>
          <a:ln>
            <a:noFill/>
          </a:ln>
        </p:spPr>
        <p:txBody>
          <a:bodyPr spcFirstLastPara="1" wrap="square" lIns="0" tIns="0" rIns="0" bIns="0" anchor="t" anchorCtr="0">
            <a:spAutoFit/>
          </a:bodyPr>
          <a:lstStyle/>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Melakukan pengamatan, penilaian dan pengembangan terhadap kader</a:t>
            </a:r>
            <a:endParaRPr/>
          </a:p>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secara menyeluruh dan berkesinambungan.</a:t>
            </a:r>
            <a:endParaRPr/>
          </a:p>
          <a:p>
            <a:pPr marL="0" marR="0" lvl="0" indent="0" algn="l" rtl="0">
              <a:lnSpc>
                <a:spcPct val="139992"/>
              </a:lnSpc>
              <a:spcBef>
                <a:spcPts val="0"/>
              </a:spcBef>
              <a:spcAft>
                <a:spcPts val="0"/>
              </a:spcAft>
              <a:buNone/>
            </a:pPr>
            <a:endParaRPr sz="2623" b="1" i="0" u="none" strike="noStrike" cap="none">
              <a:solidFill>
                <a:srgbClr val="29455B"/>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17" name="Google Shape;217;p6"/>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218" name="Google Shape;218;p6"/>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219" name="Google Shape;219;p6"/>
          <p:cNvGrpSpPr/>
          <p:nvPr/>
        </p:nvGrpSpPr>
        <p:grpSpPr>
          <a:xfrm>
            <a:off x="1878102" y="1240193"/>
            <a:ext cx="14762033" cy="8736627"/>
            <a:chOff x="0" y="-38100"/>
            <a:chExt cx="5381611" cy="3084190"/>
          </a:xfrm>
        </p:grpSpPr>
        <p:sp>
          <p:nvSpPr>
            <p:cNvPr id="220" name="Google Shape;220;p6"/>
            <p:cNvSpPr/>
            <p:nvPr/>
          </p:nvSpPr>
          <p:spPr>
            <a:xfrm>
              <a:off x="0" y="0"/>
              <a:ext cx="5381611" cy="3046090"/>
            </a:xfrm>
            <a:custGeom>
              <a:avLst/>
              <a:gdLst/>
              <a:ahLst/>
              <a:cxnLst/>
              <a:rect l="l" t="t" r="r" b="b"/>
              <a:pathLst>
                <a:path w="5381611" h="3046090" extrusionOk="0">
                  <a:moveTo>
                    <a:pt x="22663" y="0"/>
                  </a:moveTo>
                  <a:lnTo>
                    <a:pt x="5358948" y="0"/>
                  </a:lnTo>
                  <a:cubicBezTo>
                    <a:pt x="5371464" y="0"/>
                    <a:pt x="5381611" y="10146"/>
                    <a:pt x="5381611" y="22663"/>
                  </a:cubicBezTo>
                  <a:lnTo>
                    <a:pt x="5381611" y="3023428"/>
                  </a:lnTo>
                  <a:cubicBezTo>
                    <a:pt x="5381611" y="3035944"/>
                    <a:pt x="5371464" y="3046090"/>
                    <a:pt x="5358948" y="3046090"/>
                  </a:cubicBezTo>
                  <a:lnTo>
                    <a:pt x="22663" y="3046090"/>
                  </a:lnTo>
                  <a:cubicBezTo>
                    <a:pt x="16652" y="3046090"/>
                    <a:pt x="10888" y="3043703"/>
                    <a:pt x="6638" y="3039453"/>
                  </a:cubicBezTo>
                  <a:cubicBezTo>
                    <a:pt x="2388" y="3035203"/>
                    <a:pt x="0" y="3029438"/>
                    <a:pt x="0" y="3023428"/>
                  </a:cubicBezTo>
                  <a:lnTo>
                    <a:pt x="0" y="22663"/>
                  </a:lnTo>
                  <a:cubicBezTo>
                    <a:pt x="0" y="10146"/>
                    <a:pt x="10146" y="0"/>
                    <a:pt x="2266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txBox="1"/>
            <p:nvPr/>
          </p:nvSpPr>
          <p:spPr>
            <a:xfrm>
              <a:off x="0" y="-38100"/>
              <a:ext cx="5381611" cy="3084190"/>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2" name="Google Shape;222;p6"/>
          <p:cNvSpPr txBox="1"/>
          <p:nvPr/>
        </p:nvSpPr>
        <p:spPr>
          <a:xfrm>
            <a:off x="913356" y="294256"/>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a:solidFill>
                  <a:srgbClr val="29455B"/>
                </a:solidFill>
                <a:latin typeface="Arial"/>
                <a:ea typeface="Arial"/>
                <a:cs typeface="Arial"/>
                <a:sym typeface="Arial"/>
              </a:rPr>
              <a:t>EVALUASI SUBDIVISI</a:t>
            </a:r>
            <a:endParaRPr/>
          </a:p>
        </p:txBody>
      </p:sp>
      <p:sp>
        <p:nvSpPr>
          <p:cNvPr id="223" name="Google Shape;223;p6"/>
          <p:cNvSpPr txBox="1"/>
          <p:nvPr/>
        </p:nvSpPr>
        <p:spPr>
          <a:xfrm>
            <a:off x="2593330" y="1287324"/>
            <a:ext cx="13331579" cy="8642366"/>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US" sz="3343" b="1" i="0" u="none" strike="noStrike" cap="none" dirty="0" err="1">
                <a:solidFill>
                  <a:srgbClr val="29455B"/>
                </a:solidFill>
                <a:latin typeface="Open Sans"/>
                <a:ea typeface="Open Sans"/>
                <a:cs typeface="Open Sans"/>
                <a:sym typeface="Open Sans"/>
              </a:rPr>
              <a:t>Evaluasi</a:t>
            </a:r>
            <a:r>
              <a:rPr lang="en-US" sz="3343" b="1" i="0" u="none" strike="noStrike" cap="none" dirty="0">
                <a:solidFill>
                  <a:srgbClr val="29455B"/>
                </a:solidFill>
                <a:latin typeface="Open Sans"/>
                <a:ea typeface="Open Sans"/>
                <a:cs typeface="Open Sans"/>
                <a:sym typeface="Open Sans"/>
              </a:rPr>
              <a:t> : </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pengawasan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dan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mengendalikan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perkembangan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kader</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kepekaan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tiap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anggota</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loyalitas</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endParaRPr dirty="0"/>
          </a:p>
          <a:p>
            <a:pPr marL="0" marR="0" lvl="0" indent="0" algn="l" rtl="0">
              <a:lnSpc>
                <a:spcPct val="140023"/>
              </a:lnSpc>
              <a:spcBef>
                <a:spcPts val="0"/>
              </a:spcBef>
              <a:spcAft>
                <a:spcPts val="0"/>
              </a:spcAft>
              <a:buNone/>
            </a:pPr>
            <a:r>
              <a:rPr lang="en-US" sz="3343" b="1" i="0" u="none" strike="noStrike" cap="none" dirty="0" err="1">
                <a:solidFill>
                  <a:srgbClr val="29455B"/>
                </a:solidFill>
                <a:latin typeface="Open Sans"/>
                <a:ea typeface="Open Sans"/>
                <a:cs typeface="Open Sans"/>
                <a:sym typeface="Open Sans"/>
              </a:rPr>
              <a:t>Proyeksi</a:t>
            </a:r>
            <a:r>
              <a:rPr lang="en-US" sz="3343" b="1" i="0" u="none" strike="noStrike" cap="none" dirty="0">
                <a:solidFill>
                  <a:srgbClr val="29455B"/>
                </a:solidFill>
                <a:latin typeface="Open Sans"/>
                <a:ea typeface="Open Sans"/>
                <a:cs typeface="Open Sans"/>
                <a:sym typeface="Open Sans"/>
              </a:rPr>
              <a:t> : </a:t>
            </a:r>
            <a:endParaRPr lang="en-US" sz="3343" b="1" dirty="0">
              <a:solidFill>
                <a:srgbClr val="29455B"/>
              </a:solidFill>
              <a:latin typeface="Open Sans"/>
              <a:ea typeface="Open Sans"/>
              <a:cs typeface="Open Sans"/>
              <a:sym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Menetapkan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sistem</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pengawasan</a:t>
            </a:r>
            <a:r>
              <a:rPr lang="en-US" sz="3343" b="1" i="0" u="none" strike="noStrike" cap="none" dirty="0">
                <a:solidFill>
                  <a:srgbClr val="29455B"/>
                </a:solidFill>
                <a:latin typeface="Open Sans"/>
                <a:ea typeface="Open Sans"/>
                <a:cs typeface="Open Sans"/>
                <a:sym typeface="Open Sans"/>
              </a:rPr>
              <a:t> yang </a:t>
            </a:r>
            <a:r>
              <a:rPr lang="en-US" sz="3343" b="1" i="0" u="none" strike="noStrike" cap="none" dirty="0" err="1">
                <a:solidFill>
                  <a:srgbClr val="29455B"/>
                </a:solidFill>
                <a:latin typeface="Open Sans"/>
                <a:ea typeface="Open Sans"/>
                <a:cs typeface="Open Sans"/>
                <a:sym typeface="Open Sans"/>
              </a:rPr>
              <a:t>lebih</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seperti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pertemuan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rutin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untuk</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memantau</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perkembangan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kader</a:t>
            </a:r>
            <a:r>
              <a:rPr lang="en-US" sz="3343" b="1" i="0" u="none" strike="noStrike" cap="none" dirty="0">
                <a:solidFill>
                  <a:srgbClr val="29455B"/>
                </a:solidFill>
                <a:latin typeface="Open Sans"/>
                <a:ea typeface="Open Sans"/>
                <a:cs typeface="Open Sans"/>
                <a:sym typeface="Open Sans"/>
              </a:rPr>
              <a:t>.</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Mendorong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komunikasi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terbuka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antara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untuk</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saling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memberikan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umpan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balik</a:t>
            </a:r>
            <a:r>
              <a:rPr lang="en-US" sz="3343" b="1" i="0" u="none" strike="noStrike" cap="none" dirty="0">
                <a:solidFill>
                  <a:srgbClr val="29455B"/>
                </a:solidFill>
                <a:latin typeface="Open Sans"/>
                <a:ea typeface="Open Sans"/>
                <a:cs typeface="Open Sans"/>
                <a:sym typeface="Open Sans"/>
              </a:rPr>
              <a:t>.</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lebih</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simpati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dan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peka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lagi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endParaRPr dirty="0"/>
          </a:p>
        </p:txBody>
      </p:sp>
      <p:sp>
        <p:nvSpPr>
          <p:cNvPr id="224" name="Google Shape;224;p6"/>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225" name="Google Shape;225;p6"/>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txBody>
          <a:bodyPr/>
          <a:lstStyle/>
          <a:p>
            <a:endParaRPr lang="en-ID" dirty="0"/>
          </a:p>
        </p:txBody>
      </p:sp>
      <p:sp>
        <p:nvSpPr>
          <p:cNvPr id="231" name="Google Shape;231;p7"/>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232" name="Google Shape;232;p7"/>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233" name="Google Shape;233;p7"/>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234" name="Google Shape;234;p7"/>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235" name="Google Shape;235;p7"/>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236" name="Google Shape;236;p7"/>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237" name="Google Shape;237;p7"/>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238" name="Google Shape;238;p7"/>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239" name="Google Shape;239;p7"/>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PROGAM KERJA </a:t>
            </a:r>
            <a:endParaRPr/>
          </a:p>
        </p:txBody>
      </p:sp>
      <p:sp>
        <p:nvSpPr>
          <p:cNvPr id="240" name="Google Shape;240;p7"/>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241" name="Google Shape;241;p7"/>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242" name="Google Shape;242;p7"/>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243" name="Google Shape;243;p7"/>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49" name="Google Shape;249;p8"/>
          <p:cNvSpPr txBox="1"/>
          <p:nvPr/>
        </p:nvSpPr>
        <p:spPr>
          <a:xfrm>
            <a:off x="1028700" y="1119490"/>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PROGRAM KERJA </a:t>
            </a:r>
            <a:endParaRPr/>
          </a:p>
        </p:txBody>
      </p:sp>
      <p:grpSp>
        <p:nvGrpSpPr>
          <p:cNvPr id="250" name="Google Shape;250;p8"/>
          <p:cNvGrpSpPr/>
          <p:nvPr/>
        </p:nvGrpSpPr>
        <p:grpSpPr>
          <a:xfrm>
            <a:off x="1945241" y="4726664"/>
            <a:ext cx="14479699" cy="4719150"/>
            <a:chOff x="0" y="-38100"/>
            <a:chExt cx="5563559" cy="1813247"/>
          </a:xfrm>
        </p:grpSpPr>
        <p:sp>
          <p:nvSpPr>
            <p:cNvPr id="251" name="Google Shape;251;p8"/>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3" name="Google Shape;253;p8"/>
          <p:cNvGrpSpPr/>
          <p:nvPr/>
        </p:nvGrpSpPr>
        <p:grpSpPr>
          <a:xfrm>
            <a:off x="1636164" y="2746008"/>
            <a:ext cx="15057649" cy="6512292"/>
            <a:chOff x="0" y="-38100"/>
            <a:chExt cx="5785625" cy="2502229"/>
          </a:xfrm>
        </p:grpSpPr>
        <p:sp>
          <p:nvSpPr>
            <p:cNvPr id="254" name="Google Shape;254;p8"/>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6" name="Google Shape;256;p8"/>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257" name="Google Shape;257;p8"/>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258" name="Google Shape;258;p8"/>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259" name="Google Shape;259;p8"/>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260" name="Google Shape;260;p8"/>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1" name="Google Shape;261;p8"/>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2" name="Google Shape;262;p8"/>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263" name="Google Shape;263;p8"/>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264" name="Google Shape;264;p8"/>
          <p:cNvGrpSpPr/>
          <p:nvPr/>
        </p:nvGrpSpPr>
        <p:grpSpPr>
          <a:xfrm>
            <a:off x="3771933" y="3837116"/>
            <a:ext cx="5610829" cy="988707"/>
            <a:chOff x="0" y="-38100"/>
            <a:chExt cx="1477749" cy="260400"/>
          </a:xfrm>
        </p:grpSpPr>
        <p:sp>
          <p:nvSpPr>
            <p:cNvPr id="265" name="Google Shape;265;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7" name="Google Shape;267;p8"/>
          <p:cNvGrpSpPr/>
          <p:nvPr/>
        </p:nvGrpSpPr>
        <p:grpSpPr>
          <a:xfrm>
            <a:off x="3277395" y="3336368"/>
            <a:ext cx="5610829" cy="988707"/>
            <a:chOff x="0" y="-38100"/>
            <a:chExt cx="1477749" cy="260400"/>
          </a:xfrm>
        </p:grpSpPr>
        <p:sp>
          <p:nvSpPr>
            <p:cNvPr id="268" name="Google Shape;268;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0" name="Google Shape;270;p8"/>
          <p:cNvSpPr txBox="1"/>
          <p:nvPr/>
        </p:nvSpPr>
        <p:spPr>
          <a:xfrm>
            <a:off x="-2162119" y="3643847"/>
            <a:ext cx="16230600" cy="56692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a:solidFill>
                  <a:srgbClr val="29455B"/>
                </a:solidFill>
                <a:latin typeface="Arial"/>
                <a:ea typeface="Arial"/>
                <a:cs typeface="Arial"/>
                <a:sym typeface="Arial"/>
              </a:rPr>
              <a:t>LKMM-D</a:t>
            </a:r>
            <a:endParaRPr/>
          </a:p>
        </p:txBody>
      </p:sp>
      <p:sp>
        <p:nvSpPr>
          <p:cNvPr id="271" name="Google Shape;271;p8"/>
          <p:cNvSpPr txBox="1"/>
          <p:nvPr/>
        </p:nvSpPr>
        <p:spPr>
          <a:xfrm>
            <a:off x="4339189" y="4451425"/>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TERLAKSANA</a:t>
            </a:r>
            <a:endParaRPr/>
          </a:p>
        </p:txBody>
      </p:sp>
      <p:grpSp>
        <p:nvGrpSpPr>
          <p:cNvPr id="272" name="Google Shape;272;p8"/>
          <p:cNvGrpSpPr/>
          <p:nvPr/>
        </p:nvGrpSpPr>
        <p:grpSpPr>
          <a:xfrm>
            <a:off x="9213728" y="5686734"/>
            <a:ext cx="5610829" cy="988707"/>
            <a:chOff x="0" y="-38100"/>
            <a:chExt cx="1477749" cy="260400"/>
          </a:xfrm>
        </p:grpSpPr>
        <p:sp>
          <p:nvSpPr>
            <p:cNvPr id="273" name="Google Shape;273;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275" name="Google Shape;275;p8"/>
          <p:cNvGrpSpPr/>
          <p:nvPr/>
        </p:nvGrpSpPr>
        <p:grpSpPr>
          <a:xfrm>
            <a:off x="8719190" y="5185987"/>
            <a:ext cx="5610829" cy="988707"/>
            <a:chOff x="0" y="-38100"/>
            <a:chExt cx="1477749" cy="260400"/>
          </a:xfrm>
        </p:grpSpPr>
        <p:sp>
          <p:nvSpPr>
            <p:cNvPr id="276" name="Google Shape;276;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8"/>
          <p:cNvSpPr txBox="1"/>
          <p:nvPr/>
        </p:nvSpPr>
        <p:spPr>
          <a:xfrm>
            <a:off x="3279676" y="5483940"/>
            <a:ext cx="16230600" cy="53187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900" b="1" i="0" u="none" strike="noStrike" cap="none" dirty="0">
                <a:solidFill>
                  <a:srgbClr val="29455B"/>
                </a:solidFill>
                <a:latin typeface="Arial"/>
                <a:ea typeface="Arial"/>
                <a:cs typeface="Arial"/>
                <a:sym typeface="Arial"/>
              </a:rPr>
              <a:t>LKMM-M</a:t>
            </a:r>
            <a:endParaRPr dirty="0"/>
          </a:p>
        </p:txBody>
      </p:sp>
      <p:sp>
        <p:nvSpPr>
          <p:cNvPr id="279" name="Google Shape;279;p8"/>
          <p:cNvSpPr txBox="1"/>
          <p:nvPr/>
        </p:nvSpPr>
        <p:spPr>
          <a:xfrm>
            <a:off x="9780984" y="6222318"/>
            <a:ext cx="3487241" cy="38042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dirty="0">
                <a:solidFill>
                  <a:srgbClr val="29455B"/>
                </a:solidFill>
              </a:rPr>
              <a:t>BELUM </a:t>
            </a:r>
            <a:r>
              <a:rPr lang="en-US" sz="2400" b="1" i="0" u="none" strike="noStrike" cap="none" dirty="0">
                <a:solidFill>
                  <a:srgbClr val="29455B"/>
                </a:solidFill>
                <a:latin typeface="Arial"/>
                <a:ea typeface="Arial"/>
                <a:cs typeface="Arial"/>
                <a:sym typeface="Arial"/>
              </a:rPr>
              <a:t>TERLAKSANA</a:t>
            </a:r>
            <a:endParaRPr dirty="0"/>
          </a:p>
        </p:txBody>
      </p:sp>
      <p:sp>
        <p:nvSpPr>
          <p:cNvPr id="280" name="Google Shape;280;p8"/>
          <p:cNvSpPr txBox="1"/>
          <p:nvPr/>
        </p:nvSpPr>
        <p:spPr>
          <a:xfrm>
            <a:off x="5953181" y="8259111"/>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BELUM TERLAKSANA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86" name="Google Shape;286;p9"/>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287" name="Google Shape;287;p9"/>
          <p:cNvGrpSpPr/>
          <p:nvPr/>
        </p:nvGrpSpPr>
        <p:grpSpPr>
          <a:xfrm>
            <a:off x="0" y="-73983"/>
            <a:ext cx="9144000" cy="648250"/>
            <a:chOff x="0" y="-38100"/>
            <a:chExt cx="3513414" cy="249078"/>
          </a:xfrm>
        </p:grpSpPr>
        <p:sp>
          <p:nvSpPr>
            <p:cNvPr id="288" name="Google Shape;288;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89" name="Google Shape;289;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0" name="Google Shape;290;p9"/>
          <p:cNvGrpSpPr/>
          <p:nvPr/>
        </p:nvGrpSpPr>
        <p:grpSpPr>
          <a:xfrm>
            <a:off x="9144000" y="9638750"/>
            <a:ext cx="9144000" cy="648250"/>
            <a:chOff x="0" y="-38100"/>
            <a:chExt cx="3513414" cy="249078"/>
          </a:xfrm>
        </p:grpSpPr>
        <p:sp>
          <p:nvSpPr>
            <p:cNvPr id="291" name="Google Shape;291;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92" name="Google Shape;292;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3" name="Google Shape;293;p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294" name="Google Shape;294;p9"/>
          <p:cNvGrpSpPr/>
          <p:nvPr/>
        </p:nvGrpSpPr>
        <p:grpSpPr>
          <a:xfrm>
            <a:off x="1028700" y="3062414"/>
            <a:ext cx="3957142" cy="695937"/>
            <a:chOff x="0" y="-38100"/>
            <a:chExt cx="1520459" cy="267401"/>
          </a:xfrm>
        </p:grpSpPr>
        <p:sp>
          <p:nvSpPr>
            <p:cNvPr id="295" name="Google Shape;295;p9"/>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9"/>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7" name="Google Shape;297;p9"/>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Latar Belakang </a:t>
            </a:r>
            <a:endParaRPr/>
          </a:p>
        </p:txBody>
      </p:sp>
      <p:sp>
        <p:nvSpPr>
          <p:cNvPr id="298" name="Google Shape;298;p9"/>
          <p:cNvSpPr txBox="1"/>
          <p:nvPr/>
        </p:nvSpPr>
        <p:spPr>
          <a:xfrm>
            <a:off x="1159904" y="3917676"/>
            <a:ext cx="15533184" cy="4753921"/>
          </a:xfrm>
          <a:prstGeom prst="rect">
            <a:avLst/>
          </a:prstGeom>
          <a:noFill/>
          <a:ln>
            <a:noFill/>
          </a:ln>
        </p:spPr>
        <p:txBody>
          <a:bodyPr spcFirstLastPara="1" wrap="square" lIns="0" tIns="0" rIns="0" bIns="0" anchor="t" anchorCtr="0">
            <a:spAutoFit/>
          </a:bodyPr>
          <a:lstStyle/>
          <a:p>
            <a:pPr marL="0" marR="0" lvl="0" indent="0" algn="just" rtl="0">
              <a:lnSpc>
                <a:spcPct val="140020"/>
              </a:lnSpc>
              <a:spcBef>
                <a:spcPts val="0"/>
              </a:spcBef>
              <a:spcAft>
                <a:spcPts val="0"/>
              </a:spcAft>
              <a:buNone/>
            </a:pPr>
            <a:r>
              <a:rPr lang="en-US" sz="2986" b="0" i="0" u="none" strike="noStrike" cap="none">
                <a:solidFill>
                  <a:srgbClr val="29455B"/>
                </a:solidFill>
                <a:latin typeface="Open Sans"/>
                <a:ea typeface="Open Sans"/>
                <a:cs typeface="Open Sans"/>
                <a:sym typeface="Open Sans"/>
              </a:rPr>
              <a:t>Himpunan Mahasiswa Teknik Informatika (HIMATIF) memiliki program kerja berupa tahapan kaderisasi yang disebut LKMM, yang dimulai dengan LKMM-D (Latihan Keterampilan Manajemen Mahasiswa Tingkat Dasar). LKMM-D merupakan tahap awal kaderisasi bagi mahasiswa tingkat pertama. LKMMD merupakan rangkaian kegiatan pengenalan bagi mahasiswa baru, khususnya mahasiswa tingkat pertama, agar mereka dapat memahami lebih mendalam mengenai Himpunan Mahasiswa Teknik Informatika (HIMATIF) dari segi akademik, rasa kekeluargaan, dan semangat kebangsaan, sesuai dengan peran mahasiswa. Kegiatan ini membantu mahasiswa tingkat pertama untuk beradaptasi dengan lingkungan kampus, terutama dengan himpunan mereka. </a:t>
            </a:r>
            <a:endParaRPr/>
          </a:p>
        </p:txBody>
      </p:sp>
      <p:cxnSp>
        <p:nvCxnSpPr>
          <p:cNvPr id="299" name="Google Shape;299;p9"/>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00" name="Google Shape;300;p9"/>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01" name="Google Shape;301;p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07" name="Google Shape;307;p10"/>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08" name="Google Shape;308;p10"/>
          <p:cNvGrpSpPr/>
          <p:nvPr/>
        </p:nvGrpSpPr>
        <p:grpSpPr>
          <a:xfrm>
            <a:off x="0" y="-73983"/>
            <a:ext cx="9144000" cy="648250"/>
            <a:chOff x="0" y="-38100"/>
            <a:chExt cx="3513414" cy="249078"/>
          </a:xfrm>
        </p:grpSpPr>
        <p:sp>
          <p:nvSpPr>
            <p:cNvPr id="309" name="Google Shape;309;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0" name="Google Shape;310;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1" name="Google Shape;311;p10"/>
          <p:cNvGrpSpPr/>
          <p:nvPr/>
        </p:nvGrpSpPr>
        <p:grpSpPr>
          <a:xfrm>
            <a:off x="9144000" y="9638750"/>
            <a:ext cx="9144000" cy="648250"/>
            <a:chOff x="0" y="-38100"/>
            <a:chExt cx="3513414" cy="249078"/>
          </a:xfrm>
        </p:grpSpPr>
        <p:sp>
          <p:nvSpPr>
            <p:cNvPr id="312" name="Google Shape;312;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3" name="Google Shape;313;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4" name="Google Shape;314;p1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15" name="Google Shape;315;p10"/>
          <p:cNvGrpSpPr/>
          <p:nvPr/>
        </p:nvGrpSpPr>
        <p:grpSpPr>
          <a:xfrm>
            <a:off x="1028700" y="3062414"/>
            <a:ext cx="3957142" cy="695937"/>
            <a:chOff x="0" y="-38100"/>
            <a:chExt cx="1520459" cy="267401"/>
          </a:xfrm>
        </p:grpSpPr>
        <p:sp>
          <p:nvSpPr>
            <p:cNvPr id="316" name="Google Shape;316;p10"/>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0"/>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8" name="Google Shape;318;p10"/>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Tujuan</a:t>
            </a:r>
            <a:endParaRPr/>
          </a:p>
        </p:txBody>
      </p:sp>
      <p:sp>
        <p:nvSpPr>
          <p:cNvPr id="319" name="Google Shape;319;p10"/>
          <p:cNvSpPr txBox="1"/>
          <p:nvPr/>
        </p:nvSpPr>
        <p:spPr>
          <a:xfrm>
            <a:off x="1159904" y="3908151"/>
            <a:ext cx="15533184" cy="3764107"/>
          </a:xfrm>
          <a:prstGeom prst="rect">
            <a:avLst/>
          </a:prstGeom>
          <a:noFill/>
          <a:ln>
            <a:noFill/>
          </a:ln>
        </p:spPr>
        <p:txBody>
          <a:bodyPr spcFirstLastPara="1" wrap="square" lIns="0" tIns="0" rIns="0" bIns="0" anchor="t" anchorCtr="0">
            <a:spAutoFit/>
          </a:bodyPr>
          <a:lstStyle/>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1. </a:t>
            </a:r>
            <a:r>
              <a:rPr lang="en-US" sz="3214" b="0" i="0" u="none" strike="noStrike" cap="none" dirty="0" err="1">
                <a:solidFill>
                  <a:srgbClr val="29455B"/>
                </a:solidFill>
                <a:latin typeface="Open Sans"/>
                <a:ea typeface="Open Sans"/>
                <a:cs typeface="Open Sans"/>
                <a:sym typeface="Open Sans"/>
              </a:rPr>
              <a:t>Membekali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dengan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keterampilan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berkomunikasi</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2.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berpikir</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kritis</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logis</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analitis</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3.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berani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untuk</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mengemukakan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pendapat</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tanggung</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jawab</a:t>
            </a:r>
            <a:r>
              <a:rPr lang="en-US" sz="3214" b="0" i="0" u="none" strike="noStrike" cap="none" dirty="0">
                <a:solidFill>
                  <a:srgbClr val="29455B"/>
                </a:solidFill>
                <a:latin typeface="Open Sans"/>
                <a:ea typeface="Open Sans"/>
                <a:cs typeface="Open Sans"/>
                <a:sym typeface="Open Sans"/>
              </a:rPr>
              <a:t>.</a:t>
            </a:r>
            <a:endParaRPr dirty="0"/>
          </a:p>
          <a:p>
            <a:pPr lvl="0" algn="just">
              <a:lnSpc>
                <a:spcPct val="140012"/>
              </a:lnSpc>
            </a:pPr>
            <a:r>
              <a:rPr lang="en-US" sz="3214" b="0" i="0" u="none" strike="noStrike" cap="none" dirty="0">
                <a:solidFill>
                  <a:srgbClr val="29455B"/>
                </a:solidFill>
                <a:latin typeface="Open Sans"/>
                <a:ea typeface="Open Sans"/>
                <a:cs typeface="Open Sans"/>
                <a:sym typeface="Open Sans"/>
              </a:rPr>
              <a:t>4.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memanajemen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waktu</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kegiatan</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5.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mengenal</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lebih</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dekat</a:t>
            </a:r>
            <a:r>
              <a:rPr lang="en-US" sz="3214" b="0" i="0" u="none" strike="noStrike" cap="none" dirty="0">
                <a:solidFill>
                  <a:srgbClr val="29455B"/>
                </a:solidFill>
                <a:latin typeface="Open Sans"/>
                <a:ea typeface="Open Sans"/>
                <a:cs typeface="Open Sans"/>
                <a:sym typeface="Open Sans"/>
              </a:rPr>
              <a:t> para </a:t>
            </a:r>
            <a:r>
              <a:rPr lang="en-US" sz="3214" b="0" i="0" u="none" strike="noStrike" cap="none" dirty="0" err="1">
                <a:solidFill>
                  <a:srgbClr val="29455B"/>
                </a:solidFill>
                <a:latin typeface="Open Sans"/>
                <a:ea typeface="Open Sans"/>
                <a:cs typeface="Open Sans"/>
                <a:sym typeface="Open Sans"/>
              </a:rPr>
              <a:t>pengurus</a:t>
            </a:r>
            <a:r>
              <a:rPr lang="en-US" sz="3214" b="0" i="0" u="none" strike="noStrike" cap="none" dirty="0">
                <a:solidFill>
                  <a:srgbClr val="29455B"/>
                </a:solidFill>
                <a:latin typeface="Open Sans"/>
                <a:ea typeface="Open Sans"/>
                <a:cs typeface="Open Sans"/>
                <a:sym typeface="Open Sans"/>
              </a:rPr>
              <a:t> HIMATIF </a:t>
            </a:r>
            <a:endParaRPr dirty="0"/>
          </a:p>
          <a:p>
            <a:pPr marL="0" marR="0" lvl="0" indent="0" algn="just" rtl="0">
              <a:lnSpc>
                <a:spcPct val="140000"/>
              </a:lnSpc>
              <a:spcBef>
                <a:spcPts val="0"/>
              </a:spcBef>
              <a:spcAft>
                <a:spcPts val="0"/>
              </a:spcAft>
              <a:buNone/>
            </a:pPr>
            <a:endParaRPr dirty="0"/>
          </a:p>
        </p:txBody>
      </p:sp>
      <p:cxnSp>
        <p:nvCxnSpPr>
          <p:cNvPr id="320" name="Google Shape;320;p10"/>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21" name="Google Shape;321;p10"/>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22" name="Google Shape;322;p1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p:cNvGrpSpPr/>
          <p:nvPr/>
        </p:nvGrpSpPr>
        <p:grpSpPr>
          <a:xfrm>
            <a:off x="0" y="-73983"/>
            <a:ext cx="9144000" cy="648250"/>
            <a:chOff x="0" y="-38100"/>
            <a:chExt cx="3513414" cy="249078"/>
          </a:xfrm>
        </p:grpSpPr>
        <p:sp>
          <p:nvSpPr>
            <p:cNvPr id="384" name="Google Shape;384;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p:cNvGrpSpPr/>
          <p:nvPr/>
        </p:nvGrpSpPr>
        <p:grpSpPr>
          <a:xfrm>
            <a:off x="9144000" y="9638750"/>
            <a:ext cx="9144000" cy="648250"/>
            <a:chOff x="0" y="-38100"/>
            <a:chExt cx="3513414" cy="249078"/>
          </a:xfrm>
        </p:grpSpPr>
        <p:sp>
          <p:nvSpPr>
            <p:cNvPr id="387" name="Google Shape;387;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p:cNvGrpSpPr/>
          <p:nvPr/>
        </p:nvGrpSpPr>
        <p:grpSpPr>
          <a:xfrm>
            <a:off x="1028700" y="3059981"/>
            <a:ext cx="8266800" cy="695937"/>
            <a:chOff x="0" y="-38100"/>
            <a:chExt cx="2935609" cy="267401"/>
          </a:xfrm>
        </p:grpSpPr>
        <p:sp>
          <p:nvSpPr>
            <p:cNvPr id="391" name="Google Shape;391;p12"/>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p:cNvSpPr txBox="1"/>
          <p:nvPr/>
        </p:nvSpPr>
        <p:spPr>
          <a:xfrm>
            <a:off x="1321998" y="3108204"/>
            <a:ext cx="9503291" cy="732316"/>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dirty="0" err="1">
                <a:solidFill>
                  <a:srgbClr val="F9EEE1"/>
                </a:solidFill>
                <a:latin typeface="Open Sans"/>
                <a:ea typeface="Open Sans"/>
                <a:cs typeface="Open Sans"/>
                <a:sym typeface="Open Sans"/>
              </a:rPr>
              <a:t>Pelaksanaan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Kegiatan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hari</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pertama</a:t>
            </a:r>
            <a:endParaRPr dirty="0"/>
          </a:p>
        </p:txBody>
      </p:sp>
      <p:cxnSp>
        <p:nvCxnSpPr>
          <p:cNvPr id="394" name="Google Shape;394;p12"/>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p:cNvGrpSpPr/>
          <p:nvPr/>
        </p:nvGrpSpPr>
        <p:grpSpPr>
          <a:xfrm>
            <a:off x="1463809" y="4243296"/>
            <a:ext cx="6971960" cy="2493591"/>
            <a:chOff x="0" y="-38100"/>
            <a:chExt cx="4200676" cy="1502414"/>
          </a:xfrm>
        </p:grpSpPr>
        <p:sp>
          <p:nvSpPr>
            <p:cNvPr id="398" name="Google Shape;398;p12"/>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p:cNvGrpSpPr/>
          <p:nvPr/>
        </p:nvGrpSpPr>
        <p:grpSpPr>
          <a:xfrm>
            <a:off x="1637968" y="4157966"/>
            <a:ext cx="6946860" cy="2489814"/>
            <a:chOff x="0" y="-38100"/>
            <a:chExt cx="4185553" cy="1500138"/>
          </a:xfrm>
        </p:grpSpPr>
        <p:sp>
          <p:nvSpPr>
            <p:cNvPr id="401" name="Google Shape;401;p12"/>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p:cNvGrpSpPr/>
          <p:nvPr/>
        </p:nvGrpSpPr>
        <p:grpSpPr>
          <a:xfrm>
            <a:off x="1949263" y="4157966"/>
            <a:ext cx="6359432" cy="1018620"/>
            <a:chOff x="0" y="-38100"/>
            <a:chExt cx="3831622" cy="613729"/>
          </a:xfrm>
        </p:grpSpPr>
        <p:sp>
          <p:nvSpPr>
            <p:cNvPr id="405" name="Google Shape;405;p12"/>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p:cNvGrpSpPr/>
          <p:nvPr/>
        </p:nvGrpSpPr>
        <p:grpSpPr>
          <a:xfrm>
            <a:off x="9487424" y="4139694"/>
            <a:ext cx="7092378" cy="2536660"/>
            <a:chOff x="0" y="-38100"/>
            <a:chExt cx="4200676" cy="1502414"/>
          </a:xfrm>
        </p:grpSpPr>
        <p:sp>
          <p:nvSpPr>
            <p:cNvPr id="408" name="Google Shape;408;p12"/>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p:cNvGrpSpPr/>
          <p:nvPr/>
        </p:nvGrpSpPr>
        <p:grpSpPr>
          <a:xfrm>
            <a:off x="9664591" y="4052891"/>
            <a:ext cx="7066844" cy="2532818"/>
            <a:chOff x="0" y="-38100"/>
            <a:chExt cx="4185553" cy="1500138"/>
          </a:xfrm>
        </p:grpSpPr>
        <p:sp>
          <p:nvSpPr>
            <p:cNvPr id="411" name="Google Shape;411;p12"/>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p:cNvGrpSpPr/>
          <p:nvPr/>
        </p:nvGrpSpPr>
        <p:grpSpPr>
          <a:xfrm>
            <a:off x="9981263" y="4052891"/>
            <a:ext cx="6469270" cy="1036214"/>
            <a:chOff x="0" y="-38100"/>
            <a:chExt cx="3831622" cy="613729"/>
          </a:xfrm>
        </p:grpSpPr>
        <p:sp>
          <p:nvSpPr>
            <p:cNvPr id="414" name="Google Shape;414;p12"/>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25 November 202</a:t>
            </a:r>
            <a:r>
              <a:rPr lang="en-US" sz="3275" i="1" dirty="0">
                <a:solidFill>
                  <a:srgbClr val="F9EEE1"/>
                </a:solidFill>
                <a:latin typeface="Open Sans"/>
                <a:ea typeface="Open Sans"/>
                <a:cs typeface="Open Sans"/>
                <a:sym typeface="Open Sans"/>
              </a:rPr>
              <a:t>5</a:t>
            </a:r>
            <a:endParaRPr dirty="0"/>
          </a:p>
        </p:txBody>
      </p:sp>
      <p:sp>
        <p:nvSpPr>
          <p:cNvPr id="419" name="Google Shape;419;p12"/>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16.10 WIB</a:t>
            </a:r>
            <a:endParaRPr dirty="0"/>
          </a:p>
        </p:txBody>
      </p:sp>
      <p:grpSp>
        <p:nvGrpSpPr>
          <p:cNvPr id="420" name="Google Shape;420;p12"/>
          <p:cNvGrpSpPr/>
          <p:nvPr/>
        </p:nvGrpSpPr>
        <p:grpSpPr>
          <a:xfrm>
            <a:off x="1321998" y="6869967"/>
            <a:ext cx="15371091" cy="2701245"/>
            <a:chOff x="0" y="-87443"/>
            <a:chExt cx="20494788" cy="3601659"/>
          </a:xfrm>
        </p:grpSpPr>
        <p:grpSp>
          <p:nvGrpSpPr>
            <p:cNvPr id="421" name="Google Shape;421;p12"/>
            <p:cNvGrpSpPr/>
            <p:nvPr/>
          </p:nvGrpSpPr>
          <p:grpSpPr>
            <a:xfrm>
              <a:off x="0" y="30553"/>
              <a:ext cx="20065786" cy="3448189"/>
              <a:chOff x="0" y="-38100"/>
              <a:chExt cx="8742884" cy="1502414"/>
            </a:xfrm>
          </p:grpSpPr>
          <p:sp>
            <p:nvSpPr>
              <p:cNvPr id="422" name="Google Shape;422;p12"/>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p:cNvGrpSpPr/>
            <p:nvPr/>
          </p:nvGrpSpPr>
          <p:grpSpPr>
            <a:xfrm>
              <a:off x="501240" y="-87443"/>
              <a:ext cx="19993548" cy="3442965"/>
              <a:chOff x="0" y="-38100"/>
              <a:chExt cx="8711409" cy="1500138"/>
            </a:xfrm>
          </p:grpSpPr>
          <p:sp>
            <p:nvSpPr>
              <p:cNvPr id="425" name="Google Shape;425;p12"/>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p:cNvGrpSpPr/>
            <p:nvPr/>
          </p:nvGrpSpPr>
          <p:grpSpPr>
            <a:xfrm>
              <a:off x="1397171" y="-87443"/>
              <a:ext cx="18302888" cy="1408569"/>
              <a:chOff x="0" y="-38100"/>
              <a:chExt cx="7974770" cy="613729"/>
            </a:xfrm>
          </p:grpSpPr>
          <p:sp>
            <p:nvSpPr>
              <p:cNvPr id="428" name="Google Shape;428;p12"/>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p:cNvSpPr txBox="1"/>
            <p:nvPr/>
          </p:nvSpPr>
          <p:spPr>
            <a:xfrm>
              <a:off x="602444" y="1479984"/>
              <a:ext cx="19097615" cy="2034232"/>
            </a:xfrm>
            <a:prstGeom prst="rect">
              <a:avLst/>
            </a:prstGeom>
            <a:noFill/>
            <a:ln>
              <a:noFill/>
            </a:ln>
          </p:spPr>
          <p:txBody>
            <a:bodyPr spcFirstLastPara="1" wrap="square" lIns="0" tIns="0" rIns="0" bIns="0" anchor="t" anchorCtr="0">
              <a:spAutoFit/>
            </a:bodyPr>
            <a:lstStyle/>
            <a:p>
              <a:pPr marL="1125267" marR="0" lvl="1" indent="-742950" algn="just" rtl="0">
                <a:lnSpc>
                  <a:spcPct val="140016"/>
                </a:lnSpc>
                <a:spcBef>
                  <a:spcPts val="0"/>
                </a:spcBef>
                <a:spcAft>
                  <a:spcPts val="0"/>
                </a:spcAft>
                <a:buClr>
                  <a:srgbClr val="F9EEE1"/>
                </a:buClr>
                <a:buSzPts val="3541"/>
                <a:buAutoNum type="arabicPeriod"/>
              </a:pPr>
              <a:r>
                <a:rPr lang="en-US" sz="3541" i="1" dirty="0">
                  <a:solidFill>
                    <a:srgbClr val="F9EEE1"/>
                  </a:solidFill>
                  <a:latin typeface="Open Sans"/>
                  <a:ea typeface="Open Sans"/>
                  <a:cs typeface="Open Sans"/>
                  <a:sym typeface="Open Sans"/>
                </a:rPr>
                <a:t>GSC lt.4 </a:t>
              </a:r>
              <a:r>
                <a:rPr lang="en-US" sz="3541" i="1" dirty="0" err="1">
                  <a:solidFill>
                    <a:srgbClr val="F9EEE1"/>
                  </a:solidFill>
                  <a:latin typeface="Open Sans"/>
                  <a:ea typeface="Open Sans"/>
                  <a:cs typeface="Open Sans"/>
                  <a:sym typeface="Open Sans"/>
                </a:rPr>
                <a:t>Politeknik</a:t>
              </a:r>
              <a:r>
                <a:rPr lang="en-US" sz="3541" i="1" dirty="0">
                  <a:solidFill>
                    <a:srgbClr val="F9EEE1"/>
                  </a:solidFill>
                  <a:latin typeface="Open Sans"/>
                  <a:ea typeface="Open Sans"/>
                  <a:cs typeface="Open Sans"/>
                  <a:sym typeface="Open Sans"/>
                </a:rPr>
                <a:t> Negeri </a:t>
              </a:r>
              <a:r>
                <a:rPr lang="en-US" sz="3541" i="1" dirty="0" err="1">
                  <a:solidFill>
                    <a:srgbClr val="F9EEE1"/>
                  </a:solidFill>
                  <a:latin typeface="Open Sans"/>
                  <a:ea typeface="Open Sans"/>
                  <a:cs typeface="Open Sans"/>
                  <a:sym typeface="Open Sans"/>
                </a:rPr>
                <a:t>Indramayu</a:t>
              </a:r>
              <a:endParaRPr lang="en-US" sz="3541" i="1" dirty="0">
                <a:solidFill>
                  <a:srgbClr val="F9EEE1"/>
                </a:solidFill>
                <a:latin typeface="Open Sans"/>
                <a:ea typeface="Open Sans"/>
                <a:cs typeface="Open Sans"/>
                <a:sym typeface="Open Sans"/>
              </a:endParaRPr>
            </a:p>
            <a:p>
              <a:pPr marL="1125267" marR="0" lvl="1" indent="-742950" algn="just" rtl="0">
                <a:lnSpc>
                  <a:spcPct val="140016"/>
                </a:lnSpc>
                <a:spcBef>
                  <a:spcPts val="0"/>
                </a:spcBef>
                <a:spcAft>
                  <a:spcPts val="0"/>
                </a:spcAft>
                <a:buClr>
                  <a:srgbClr val="F9EEE1"/>
                </a:buClr>
                <a:buSzPts val="3541"/>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
          <a:extLst>
            <a:ext uri="{FF2B5EF4-FFF2-40B4-BE49-F238E27FC236}">
              <a16:creationId xmlns:a16="http://schemas.microsoft.com/office/drawing/2014/main" id="{F7334929-D1E9-931C-2AAD-7C06A7FACF78}"/>
            </a:ext>
          </a:extLst>
        </p:cNvPr>
        <p:cNvGrpSpPr/>
        <p:nvPr/>
      </p:nvGrpSpPr>
      <p:grpSpPr>
        <a:xfrm>
          <a:off x="0" y="0"/>
          <a:ext cx="0" cy="0"/>
          <a:chOff x="0" y="0"/>
          <a:chExt cx="0" cy="0"/>
        </a:xfrm>
      </p:grpSpPr>
      <p:sp>
        <p:nvSpPr>
          <p:cNvPr id="381" name="Google Shape;381;p12">
            <a:extLst>
              <a:ext uri="{FF2B5EF4-FFF2-40B4-BE49-F238E27FC236}">
                <a16:creationId xmlns:a16="http://schemas.microsoft.com/office/drawing/2014/main" id="{EB21ADCE-56E6-30DA-E431-A2D748A0BBE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a:extLst>
              <a:ext uri="{FF2B5EF4-FFF2-40B4-BE49-F238E27FC236}">
                <a16:creationId xmlns:a16="http://schemas.microsoft.com/office/drawing/2014/main" id="{68B0FB6D-B3A8-9199-26FA-49C2A1DE59BA}"/>
              </a:ext>
            </a:extLst>
          </p:cNvPr>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a:extLst>
              <a:ext uri="{FF2B5EF4-FFF2-40B4-BE49-F238E27FC236}">
                <a16:creationId xmlns:a16="http://schemas.microsoft.com/office/drawing/2014/main" id="{65B18880-0DCD-FA43-9B75-6A6B71CF680D}"/>
              </a:ext>
            </a:extLst>
          </p:cNvPr>
          <p:cNvGrpSpPr/>
          <p:nvPr/>
        </p:nvGrpSpPr>
        <p:grpSpPr>
          <a:xfrm>
            <a:off x="0" y="-73983"/>
            <a:ext cx="9144000" cy="648250"/>
            <a:chOff x="0" y="-38100"/>
            <a:chExt cx="3513414" cy="249078"/>
          </a:xfrm>
        </p:grpSpPr>
        <p:sp>
          <p:nvSpPr>
            <p:cNvPr id="384" name="Google Shape;384;p12">
              <a:extLst>
                <a:ext uri="{FF2B5EF4-FFF2-40B4-BE49-F238E27FC236}">
                  <a16:creationId xmlns:a16="http://schemas.microsoft.com/office/drawing/2014/main" id="{62197BAE-1212-EF03-2398-E6C7F7E7AB40}"/>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a:extLst>
                <a:ext uri="{FF2B5EF4-FFF2-40B4-BE49-F238E27FC236}">
                  <a16:creationId xmlns:a16="http://schemas.microsoft.com/office/drawing/2014/main" id="{DC157F5A-9F88-E868-A2B0-7238EA0535AD}"/>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a:extLst>
              <a:ext uri="{FF2B5EF4-FFF2-40B4-BE49-F238E27FC236}">
                <a16:creationId xmlns:a16="http://schemas.microsoft.com/office/drawing/2014/main" id="{69EB8AD8-184C-59E7-B8C5-F2D56F48F8E8}"/>
              </a:ext>
            </a:extLst>
          </p:cNvPr>
          <p:cNvGrpSpPr/>
          <p:nvPr/>
        </p:nvGrpSpPr>
        <p:grpSpPr>
          <a:xfrm>
            <a:off x="9144000" y="9638750"/>
            <a:ext cx="9144000" cy="648250"/>
            <a:chOff x="0" y="-38100"/>
            <a:chExt cx="3513414" cy="249078"/>
          </a:xfrm>
        </p:grpSpPr>
        <p:sp>
          <p:nvSpPr>
            <p:cNvPr id="387" name="Google Shape;387;p12">
              <a:extLst>
                <a:ext uri="{FF2B5EF4-FFF2-40B4-BE49-F238E27FC236}">
                  <a16:creationId xmlns:a16="http://schemas.microsoft.com/office/drawing/2014/main" id="{FE831EDB-5C9B-0F2C-2538-52F70C221DDE}"/>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a:extLst>
                <a:ext uri="{FF2B5EF4-FFF2-40B4-BE49-F238E27FC236}">
                  <a16:creationId xmlns:a16="http://schemas.microsoft.com/office/drawing/2014/main" id="{0825DA07-648C-6719-B593-179D2111C5EA}"/>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a:extLst>
              <a:ext uri="{FF2B5EF4-FFF2-40B4-BE49-F238E27FC236}">
                <a16:creationId xmlns:a16="http://schemas.microsoft.com/office/drawing/2014/main" id="{F5564431-DD3A-7980-ED93-AC276885CC4A}"/>
              </a:ext>
            </a:extLst>
          </p:cNvPr>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a:extLst>
              <a:ext uri="{FF2B5EF4-FFF2-40B4-BE49-F238E27FC236}">
                <a16:creationId xmlns:a16="http://schemas.microsoft.com/office/drawing/2014/main" id="{215A0C37-D8CB-01F8-5B53-0D804CFB9498}"/>
              </a:ext>
            </a:extLst>
          </p:cNvPr>
          <p:cNvGrpSpPr/>
          <p:nvPr/>
        </p:nvGrpSpPr>
        <p:grpSpPr>
          <a:xfrm>
            <a:off x="1028700" y="3059981"/>
            <a:ext cx="7640205" cy="695937"/>
            <a:chOff x="0" y="-38100"/>
            <a:chExt cx="2935609" cy="267401"/>
          </a:xfrm>
        </p:grpSpPr>
        <p:sp>
          <p:nvSpPr>
            <p:cNvPr id="391" name="Google Shape;391;p12">
              <a:extLst>
                <a:ext uri="{FF2B5EF4-FFF2-40B4-BE49-F238E27FC236}">
                  <a16:creationId xmlns:a16="http://schemas.microsoft.com/office/drawing/2014/main" id="{2B52B392-A64C-9F12-3B3F-3B80FBB6EC34}"/>
                </a:ext>
              </a:extLst>
            </p:cNvPr>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a:extLst>
                <a:ext uri="{FF2B5EF4-FFF2-40B4-BE49-F238E27FC236}">
                  <a16:creationId xmlns:a16="http://schemas.microsoft.com/office/drawing/2014/main" id="{3115F2CD-44CD-71A9-62FC-80331ECD65F2}"/>
                </a:ext>
              </a:extLst>
            </p:cNvPr>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a:extLst>
              <a:ext uri="{FF2B5EF4-FFF2-40B4-BE49-F238E27FC236}">
                <a16:creationId xmlns:a16="http://schemas.microsoft.com/office/drawing/2014/main" id="{6B12A02C-1522-7470-4C08-8CD59D8434D5}"/>
              </a:ext>
            </a:extLst>
          </p:cNvPr>
          <p:cNvSpPr txBox="1"/>
          <p:nvPr/>
        </p:nvSpPr>
        <p:spPr>
          <a:xfrm>
            <a:off x="1321998" y="3108204"/>
            <a:ext cx="950329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Pelaksanaan Kegiatan hari kedua</a:t>
            </a:r>
            <a:endParaRPr/>
          </a:p>
        </p:txBody>
      </p:sp>
      <p:cxnSp>
        <p:nvCxnSpPr>
          <p:cNvPr id="394" name="Google Shape;394;p12">
            <a:extLst>
              <a:ext uri="{FF2B5EF4-FFF2-40B4-BE49-F238E27FC236}">
                <a16:creationId xmlns:a16="http://schemas.microsoft.com/office/drawing/2014/main" id="{F2516B19-D32F-16C2-8FCF-3F4C1532F128}"/>
              </a:ext>
            </a:extLst>
          </p:cNvPr>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a:extLst>
              <a:ext uri="{FF2B5EF4-FFF2-40B4-BE49-F238E27FC236}">
                <a16:creationId xmlns:a16="http://schemas.microsoft.com/office/drawing/2014/main" id="{9E009A9A-17AE-2C47-0697-126A4DF0D656}"/>
              </a:ext>
            </a:extLst>
          </p:cNvPr>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a:extLst>
              <a:ext uri="{FF2B5EF4-FFF2-40B4-BE49-F238E27FC236}">
                <a16:creationId xmlns:a16="http://schemas.microsoft.com/office/drawing/2014/main" id="{BF18E09D-5150-D09F-61B4-E2E6298A1ABD}"/>
              </a:ext>
            </a:extLst>
          </p:cNvPr>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a:extLst>
              <a:ext uri="{FF2B5EF4-FFF2-40B4-BE49-F238E27FC236}">
                <a16:creationId xmlns:a16="http://schemas.microsoft.com/office/drawing/2014/main" id="{6D4986EA-A8E2-E8A6-FDBF-9444A8062A00}"/>
              </a:ext>
            </a:extLst>
          </p:cNvPr>
          <p:cNvGrpSpPr/>
          <p:nvPr/>
        </p:nvGrpSpPr>
        <p:grpSpPr>
          <a:xfrm>
            <a:off x="1463809" y="4243296"/>
            <a:ext cx="6971960" cy="2493591"/>
            <a:chOff x="0" y="-38100"/>
            <a:chExt cx="4200676" cy="1502414"/>
          </a:xfrm>
        </p:grpSpPr>
        <p:sp>
          <p:nvSpPr>
            <p:cNvPr id="398" name="Google Shape;398;p12">
              <a:extLst>
                <a:ext uri="{FF2B5EF4-FFF2-40B4-BE49-F238E27FC236}">
                  <a16:creationId xmlns:a16="http://schemas.microsoft.com/office/drawing/2014/main" id="{6F5AB82D-B6CA-0337-37A9-D74396D5158B}"/>
                </a:ext>
              </a:extLst>
            </p:cNvPr>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a:extLst>
                <a:ext uri="{FF2B5EF4-FFF2-40B4-BE49-F238E27FC236}">
                  <a16:creationId xmlns:a16="http://schemas.microsoft.com/office/drawing/2014/main" id="{BEB3AD80-7E8A-9C91-2054-5DE5F04F3643}"/>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a:extLst>
              <a:ext uri="{FF2B5EF4-FFF2-40B4-BE49-F238E27FC236}">
                <a16:creationId xmlns:a16="http://schemas.microsoft.com/office/drawing/2014/main" id="{ED527822-2765-0FF9-CE87-D5E0F07B46FA}"/>
              </a:ext>
            </a:extLst>
          </p:cNvPr>
          <p:cNvGrpSpPr/>
          <p:nvPr/>
        </p:nvGrpSpPr>
        <p:grpSpPr>
          <a:xfrm>
            <a:off x="1637968" y="4157966"/>
            <a:ext cx="6946860" cy="2489814"/>
            <a:chOff x="0" y="-38100"/>
            <a:chExt cx="4185553" cy="1500138"/>
          </a:xfrm>
        </p:grpSpPr>
        <p:sp>
          <p:nvSpPr>
            <p:cNvPr id="401" name="Google Shape;401;p12">
              <a:extLst>
                <a:ext uri="{FF2B5EF4-FFF2-40B4-BE49-F238E27FC236}">
                  <a16:creationId xmlns:a16="http://schemas.microsoft.com/office/drawing/2014/main" id="{4AEFFCD8-4909-1BD5-6B08-27DA0E280A3F}"/>
                </a:ext>
              </a:extLst>
            </p:cNvPr>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a:extLst>
                <a:ext uri="{FF2B5EF4-FFF2-40B4-BE49-F238E27FC236}">
                  <a16:creationId xmlns:a16="http://schemas.microsoft.com/office/drawing/2014/main" id="{30F22150-1755-D9E7-DCAF-11A56C8FD799}"/>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a:extLst>
              <a:ext uri="{FF2B5EF4-FFF2-40B4-BE49-F238E27FC236}">
                <a16:creationId xmlns:a16="http://schemas.microsoft.com/office/drawing/2014/main" id="{779FF193-18DA-6000-ECB4-34208549D9E8}"/>
              </a:ext>
            </a:extLst>
          </p:cNvPr>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a:extLst>
              <a:ext uri="{FF2B5EF4-FFF2-40B4-BE49-F238E27FC236}">
                <a16:creationId xmlns:a16="http://schemas.microsoft.com/office/drawing/2014/main" id="{2A86F6DE-7F87-25AF-585C-E5ABF3D06F29}"/>
              </a:ext>
            </a:extLst>
          </p:cNvPr>
          <p:cNvGrpSpPr/>
          <p:nvPr/>
        </p:nvGrpSpPr>
        <p:grpSpPr>
          <a:xfrm>
            <a:off x="1949263" y="4157966"/>
            <a:ext cx="6359432" cy="1018620"/>
            <a:chOff x="0" y="-38100"/>
            <a:chExt cx="3831622" cy="613729"/>
          </a:xfrm>
        </p:grpSpPr>
        <p:sp>
          <p:nvSpPr>
            <p:cNvPr id="405" name="Google Shape;405;p12">
              <a:extLst>
                <a:ext uri="{FF2B5EF4-FFF2-40B4-BE49-F238E27FC236}">
                  <a16:creationId xmlns:a16="http://schemas.microsoft.com/office/drawing/2014/main" id="{54D712E1-1716-45E9-87D1-FD33B3AF70B3}"/>
                </a:ext>
              </a:extLst>
            </p:cNvPr>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a:extLst>
                <a:ext uri="{FF2B5EF4-FFF2-40B4-BE49-F238E27FC236}">
                  <a16:creationId xmlns:a16="http://schemas.microsoft.com/office/drawing/2014/main" id="{DA76B6E8-C493-8AD9-A141-71FA4936F32E}"/>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a:extLst>
              <a:ext uri="{FF2B5EF4-FFF2-40B4-BE49-F238E27FC236}">
                <a16:creationId xmlns:a16="http://schemas.microsoft.com/office/drawing/2014/main" id="{A822888E-7F8E-E420-B195-4E11BBF5FC55}"/>
              </a:ext>
            </a:extLst>
          </p:cNvPr>
          <p:cNvGrpSpPr/>
          <p:nvPr/>
        </p:nvGrpSpPr>
        <p:grpSpPr>
          <a:xfrm>
            <a:off x="9487424" y="4139694"/>
            <a:ext cx="7092378" cy="2536660"/>
            <a:chOff x="0" y="-38100"/>
            <a:chExt cx="4200676" cy="1502414"/>
          </a:xfrm>
        </p:grpSpPr>
        <p:sp>
          <p:nvSpPr>
            <p:cNvPr id="408" name="Google Shape;408;p12">
              <a:extLst>
                <a:ext uri="{FF2B5EF4-FFF2-40B4-BE49-F238E27FC236}">
                  <a16:creationId xmlns:a16="http://schemas.microsoft.com/office/drawing/2014/main" id="{631F3395-1D29-5201-5DA2-80037A110A45}"/>
                </a:ext>
              </a:extLst>
            </p:cNvPr>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a:extLst>
                <a:ext uri="{FF2B5EF4-FFF2-40B4-BE49-F238E27FC236}">
                  <a16:creationId xmlns:a16="http://schemas.microsoft.com/office/drawing/2014/main" id="{80616D19-9E6F-27BF-F76B-F8845B671AB2}"/>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a:extLst>
              <a:ext uri="{FF2B5EF4-FFF2-40B4-BE49-F238E27FC236}">
                <a16:creationId xmlns:a16="http://schemas.microsoft.com/office/drawing/2014/main" id="{5841063B-D34E-4A77-2E71-72E9EB84F769}"/>
              </a:ext>
            </a:extLst>
          </p:cNvPr>
          <p:cNvGrpSpPr/>
          <p:nvPr/>
        </p:nvGrpSpPr>
        <p:grpSpPr>
          <a:xfrm>
            <a:off x="9664591" y="4052891"/>
            <a:ext cx="7066844" cy="2532818"/>
            <a:chOff x="0" y="-38100"/>
            <a:chExt cx="4185553" cy="1500138"/>
          </a:xfrm>
        </p:grpSpPr>
        <p:sp>
          <p:nvSpPr>
            <p:cNvPr id="411" name="Google Shape;411;p12">
              <a:extLst>
                <a:ext uri="{FF2B5EF4-FFF2-40B4-BE49-F238E27FC236}">
                  <a16:creationId xmlns:a16="http://schemas.microsoft.com/office/drawing/2014/main" id="{29061B12-78BF-2770-D717-9126F5A138E8}"/>
                </a:ext>
              </a:extLst>
            </p:cNvPr>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a:extLst>
                <a:ext uri="{FF2B5EF4-FFF2-40B4-BE49-F238E27FC236}">
                  <a16:creationId xmlns:a16="http://schemas.microsoft.com/office/drawing/2014/main" id="{71C2558A-1E82-33CB-D75A-6FD4273274A1}"/>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a:extLst>
              <a:ext uri="{FF2B5EF4-FFF2-40B4-BE49-F238E27FC236}">
                <a16:creationId xmlns:a16="http://schemas.microsoft.com/office/drawing/2014/main" id="{9D549B77-4F2A-F9EB-1252-55DF83DF1128}"/>
              </a:ext>
            </a:extLst>
          </p:cNvPr>
          <p:cNvGrpSpPr/>
          <p:nvPr/>
        </p:nvGrpSpPr>
        <p:grpSpPr>
          <a:xfrm>
            <a:off x="9981263" y="4052891"/>
            <a:ext cx="6469270" cy="1036214"/>
            <a:chOff x="0" y="-38100"/>
            <a:chExt cx="3831622" cy="613729"/>
          </a:xfrm>
        </p:grpSpPr>
        <p:sp>
          <p:nvSpPr>
            <p:cNvPr id="414" name="Google Shape;414;p12">
              <a:extLst>
                <a:ext uri="{FF2B5EF4-FFF2-40B4-BE49-F238E27FC236}">
                  <a16:creationId xmlns:a16="http://schemas.microsoft.com/office/drawing/2014/main" id="{3A6016F1-0F5D-0B15-54A9-19D031D08496}"/>
                </a:ext>
              </a:extLst>
            </p:cNvPr>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a:extLst>
                <a:ext uri="{FF2B5EF4-FFF2-40B4-BE49-F238E27FC236}">
                  <a16:creationId xmlns:a16="http://schemas.microsoft.com/office/drawing/2014/main" id="{6E111E0D-7BB5-6595-279D-E0A4CFB1DB0B}"/>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a:extLst>
              <a:ext uri="{FF2B5EF4-FFF2-40B4-BE49-F238E27FC236}">
                <a16:creationId xmlns:a16="http://schemas.microsoft.com/office/drawing/2014/main" id="{44D6A320-354E-79A2-6F41-BEE154297BDC}"/>
              </a:ext>
            </a:extLst>
          </p:cNvPr>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a:extLst>
              <a:ext uri="{FF2B5EF4-FFF2-40B4-BE49-F238E27FC236}">
                <a16:creationId xmlns:a16="http://schemas.microsoft.com/office/drawing/2014/main" id="{C6D379B0-FD65-6D17-B025-78BAD0BAA3F3}"/>
              </a:ext>
            </a:extLst>
          </p:cNvPr>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a:extLst>
              <a:ext uri="{FF2B5EF4-FFF2-40B4-BE49-F238E27FC236}">
                <a16:creationId xmlns:a16="http://schemas.microsoft.com/office/drawing/2014/main" id="{F1255D70-7BA0-C9BB-15A8-AC06E24C4354}"/>
              </a:ext>
            </a:extLst>
          </p:cNvPr>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a:t>
            </a:r>
            <a:r>
              <a:rPr lang="en-US" sz="3275" i="1" dirty="0">
                <a:solidFill>
                  <a:srgbClr val="F9EEE1"/>
                </a:solidFill>
                <a:latin typeface="Open Sans"/>
                <a:ea typeface="Open Sans"/>
                <a:cs typeface="Open Sans"/>
                <a:sym typeface="Open Sans"/>
              </a:rPr>
              <a:t>26</a:t>
            </a:r>
            <a:r>
              <a:rPr lang="en-US" sz="3275" b="0" i="1" u="none" strike="noStrike" cap="none" dirty="0">
                <a:solidFill>
                  <a:srgbClr val="F9EEE1"/>
                </a:solidFill>
                <a:latin typeface="Open Sans"/>
                <a:ea typeface="Open Sans"/>
                <a:cs typeface="Open Sans"/>
                <a:sym typeface="Open Sans"/>
              </a:rPr>
              <a:t> November 2025 </a:t>
            </a:r>
            <a:endParaRPr dirty="0"/>
          </a:p>
        </p:txBody>
      </p:sp>
      <p:sp>
        <p:nvSpPr>
          <p:cNvPr id="419" name="Google Shape;419;p12">
            <a:extLst>
              <a:ext uri="{FF2B5EF4-FFF2-40B4-BE49-F238E27FC236}">
                <a16:creationId xmlns:a16="http://schemas.microsoft.com/office/drawing/2014/main" id="{31F63D2B-4834-EDB7-A7C5-0B54FDBD6C75}"/>
              </a:ext>
            </a:extLst>
          </p:cNvPr>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17.30 WIB</a:t>
            </a:r>
            <a:endParaRPr dirty="0"/>
          </a:p>
        </p:txBody>
      </p:sp>
      <p:grpSp>
        <p:nvGrpSpPr>
          <p:cNvPr id="420" name="Google Shape;420;p12">
            <a:extLst>
              <a:ext uri="{FF2B5EF4-FFF2-40B4-BE49-F238E27FC236}">
                <a16:creationId xmlns:a16="http://schemas.microsoft.com/office/drawing/2014/main" id="{2F910AF2-F89E-CE22-DF8C-7D22D61B4A77}"/>
              </a:ext>
            </a:extLst>
          </p:cNvPr>
          <p:cNvGrpSpPr/>
          <p:nvPr/>
        </p:nvGrpSpPr>
        <p:grpSpPr>
          <a:xfrm>
            <a:off x="1321998" y="6869967"/>
            <a:ext cx="15371091" cy="2674639"/>
            <a:chOff x="0" y="-87443"/>
            <a:chExt cx="20494788" cy="3566185"/>
          </a:xfrm>
        </p:grpSpPr>
        <p:grpSp>
          <p:nvGrpSpPr>
            <p:cNvPr id="421" name="Google Shape;421;p12">
              <a:extLst>
                <a:ext uri="{FF2B5EF4-FFF2-40B4-BE49-F238E27FC236}">
                  <a16:creationId xmlns:a16="http://schemas.microsoft.com/office/drawing/2014/main" id="{E6F717B1-1A18-BBD5-0D9A-AE63B7765C74}"/>
                </a:ext>
              </a:extLst>
            </p:cNvPr>
            <p:cNvGrpSpPr/>
            <p:nvPr/>
          </p:nvGrpSpPr>
          <p:grpSpPr>
            <a:xfrm>
              <a:off x="0" y="30553"/>
              <a:ext cx="20065786" cy="3448189"/>
              <a:chOff x="0" y="-38100"/>
              <a:chExt cx="8742884" cy="1502414"/>
            </a:xfrm>
          </p:grpSpPr>
          <p:sp>
            <p:nvSpPr>
              <p:cNvPr id="422" name="Google Shape;422;p12">
                <a:extLst>
                  <a:ext uri="{FF2B5EF4-FFF2-40B4-BE49-F238E27FC236}">
                    <a16:creationId xmlns:a16="http://schemas.microsoft.com/office/drawing/2014/main" id="{FC6F2472-ABDF-1CF1-FF34-55BD1A50F87A}"/>
                  </a:ext>
                </a:extLst>
              </p:cNvPr>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a:extLst>
                  <a:ext uri="{FF2B5EF4-FFF2-40B4-BE49-F238E27FC236}">
                    <a16:creationId xmlns:a16="http://schemas.microsoft.com/office/drawing/2014/main" id="{52C91A84-C85D-3999-09C7-6832B17B5C4F}"/>
                  </a:ext>
                </a:extLst>
              </p:cNvPr>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a:extLst>
                <a:ext uri="{FF2B5EF4-FFF2-40B4-BE49-F238E27FC236}">
                  <a16:creationId xmlns:a16="http://schemas.microsoft.com/office/drawing/2014/main" id="{02EA4BBC-5E87-685B-BB60-F900E9A56B49}"/>
                </a:ext>
              </a:extLst>
            </p:cNvPr>
            <p:cNvGrpSpPr/>
            <p:nvPr/>
          </p:nvGrpSpPr>
          <p:grpSpPr>
            <a:xfrm>
              <a:off x="501240" y="-87443"/>
              <a:ext cx="19993548" cy="3442965"/>
              <a:chOff x="0" y="-38100"/>
              <a:chExt cx="8711409" cy="1500138"/>
            </a:xfrm>
          </p:grpSpPr>
          <p:sp>
            <p:nvSpPr>
              <p:cNvPr id="425" name="Google Shape;425;p12">
                <a:extLst>
                  <a:ext uri="{FF2B5EF4-FFF2-40B4-BE49-F238E27FC236}">
                    <a16:creationId xmlns:a16="http://schemas.microsoft.com/office/drawing/2014/main" id="{FCE3708F-76F3-3B53-B055-2231F492A37A}"/>
                  </a:ext>
                </a:extLst>
              </p:cNvPr>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a:extLst>
                  <a:ext uri="{FF2B5EF4-FFF2-40B4-BE49-F238E27FC236}">
                    <a16:creationId xmlns:a16="http://schemas.microsoft.com/office/drawing/2014/main" id="{AD5CE967-F130-3EE9-8C6D-220396CEF177}"/>
                  </a:ext>
                </a:extLst>
              </p:cNvPr>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a:extLst>
                <a:ext uri="{FF2B5EF4-FFF2-40B4-BE49-F238E27FC236}">
                  <a16:creationId xmlns:a16="http://schemas.microsoft.com/office/drawing/2014/main" id="{F77CEFF1-630F-D45F-9E7D-F8708B3424B5}"/>
                </a:ext>
              </a:extLst>
            </p:cNvPr>
            <p:cNvGrpSpPr/>
            <p:nvPr/>
          </p:nvGrpSpPr>
          <p:grpSpPr>
            <a:xfrm>
              <a:off x="1397171" y="-87443"/>
              <a:ext cx="18302888" cy="1408569"/>
              <a:chOff x="0" y="-38100"/>
              <a:chExt cx="7974770" cy="613729"/>
            </a:xfrm>
          </p:grpSpPr>
          <p:sp>
            <p:nvSpPr>
              <p:cNvPr id="428" name="Google Shape;428;p12">
                <a:extLst>
                  <a:ext uri="{FF2B5EF4-FFF2-40B4-BE49-F238E27FC236}">
                    <a16:creationId xmlns:a16="http://schemas.microsoft.com/office/drawing/2014/main" id="{1D266DF6-DA3D-E065-42E4-11F8A2932CC3}"/>
                  </a:ext>
                </a:extLst>
              </p:cNvPr>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a:extLst>
                  <a:ext uri="{FF2B5EF4-FFF2-40B4-BE49-F238E27FC236}">
                    <a16:creationId xmlns:a16="http://schemas.microsoft.com/office/drawing/2014/main" id="{EDD5C1BD-6BD0-5D5F-0E48-B081D936D4B6}"/>
                  </a:ext>
                </a:extLst>
              </p:cNvPr>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a:extLst>
                <a:ext uri="{FF2B5EF4-FFF2-40B4-BE49-F238E27FC236}">
                  <a16:creationId xmlns:a16="http://schemas.microsoft.com/office/drawing/2014/main" id="{8929BBC9-7095-26D0-E93E-236BD38E93C6}"/>
                </a:ext>
              </a:extLst>
            </p:cNvPr>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a:extLst>
                <a:ext uri="{FF2B5EF4-FFF2-40B4-BE49-F238E27FC236}">
                  <a16:creationId xmlns:a16="http://schemas.microsoft.com/office/drawing/2014/main" id="{E6A1EB03-5626-B8B4-AF83-D6E947301C49}"/>
                </a:ext>
              </a:extLst>
            </p:cNvPr>
            <p:cNvSpPr txBox="1"/>
            <p:nvPr/>
          </p:nvSpPr>
          <p:spPr>
            <a:xfrm>
              <a:off x="602444" y="1479983"/>
              <a:ext cx="19097615" cy="1623133"/>
            </a:xfrm>
            <a:prstGeom prst="rect">
              <a:avLst/>
            </a:prstGeom>
            <a:noFill/>
            <a:ln>
              <a:noFill/>
            </a:ln>
          </p:spPr>
          <p:txBody>
            <a:bodyPr spcFirstLastPara="1" wrap="square" lIns="0" tIns="0" rIns="0" bIns="0" anchor="t" anchorCtr="0">
              <a:spAutoFit/>
            </a:bodyPr>
            <a:lstStyle/>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err="1">
                  <a:solidFill>
                    <a:srgbClr val="F9EEE1"/>
                  </a:solidFill>
                  <a:latin typeface="Open Sans"/>
                  <a:ea typeface="Open Sans"/>
                  <a:cs typeface="Open Sans"/>
                  <a:sym typeface="Open Sans"/>
                </a:rPr>
                <a:t>Parkiran</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Jurusan</a:t>
              </a:r>
              <a:r>
                <a:rPr lang="en-US" sz="3541" b="0" i="1" u="none" strike="noStrike" cap="none" dirty="0">
                  <a:solidFill>
                    <a:srgbClr val="F9EEE1"/>
                  </a:solidFill>
                  <a:latin typeface="Open Sans"/>
                  <a:ea typeface="Open Sans"/>
                  <a:cs typeface="Open Sans"/>
                  <a:sym typeface="Open Sans"/>
                </a:rPr>
                <a:t> Teknik </a:t>
              </a:r>
              <a:r>
                <a:rPr lang="en-US" sz="3541" b="0" i="1" u="none" strike="noStrike" cap="none" dirty="0" err="1">
                  <a:solidFill>
                    <a:srgbClr val="F9EEE1"/>
                  </a:solidFill>
                  <a:latin typeface="Open Sans"/>
                  <a:ea typeface="Open Sans"/>
                  <a:cs typeface="Open Sans"/>
                  <a:sym typeface="Open Sans"/>
                </a:rPr>
                <a:t>Informatika</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extLst>
      <p:ext uri="{BB962C8B-B14F-4D97-AF65-F5344CB8AC3E}">
        <p14:creationId xmlns:p14="http://schemas.microsoft.com/office/powerpoint/2010/main" val="231330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37" name="Google Shape;437;p13"/>
          <p:cNvSpPr txBox="1"/>
          <p:nvPr/>
        </p:nvSpPr>
        <p:spPr>
          <a:xfrm>
            <a:off x="3848321" y="80970"/>
            <a:ext cx="10418235" cy="1342337"/>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665" b="1" i="0" u="none" strike="noStrike" cap="none">
                <a:solidFill>
                  <a:srgbClr val="29455B"/>
                </a:solidFill>
                <a:latin typeface="Arial"/>
                <a:ea typeface="Arial"/>
                <a:cs typeface="Arial"/>
                <a:sym typeface="Arial"/>
              </a:rPr>
              <a:t>LKMM-D</a:t>
            </a:r>
            <a:endParaRPr/>
          </a:p>
          <a:p>
            <a:pPr marL="0" marR="0" lvl="0" indent="0" algn="ctr" rtl="0">
              <a:lnSpc>
                <a:spcPct val="103011"/>
              </a:lnSpc>
              <a:spcBef>
                <a:spcPts val="0"/>
              </a:spcBef>
              <a:spcAft>
                <a:spcPts val="0"/>
              </a:spcAft>
              <a:buNone/>
            </a:pPr>
            <a:r>
              <a:rPr lang="en-US" sz="2756" b="1" i="0" u="none" strike="noStrike" cap="none">
                <a:solidFill>
                  <a:srgbClr val="29455B"/>
                </a:solidFill>
                <a:latin typeface="Arial"/>
                <a:ea typeface="Arial"/>
                <a:cs typeface="Arial"/>
                <a:sym typeface="Arial"/>
              </a:rPr>
              <a:t>SUSUNAN KEPANITIAAN</a:t>
            </a:r>
            <a:endParaRPr/>
          </a:p>
        </p:txBody>
      </p:sp>
      <p:grpSp>
        <p:nvGrpSpPr>
          <p:cNvPr id="438" name="Google Shape;438;p13"/>
          <p:cNvGrpSpPr/>
          <p:nvPr/>
        </p:nvGrpSpPr>
        <p:grpSpPr>
          <a:xfrm>
            <a:off x="1945241" y="4374239"/>
            <a:ext cx="14479699" cy="4005240"/>
            <a:chOff x="0" y="-38100"/>
            <a:chExt cx="5563559" cy="1538940"/>
          </a:xfrm>
        </p:grpSpPr>
        <p:sp>
          <p:nvSpPr>
            <p:cNvPr id="439" name="Google Shape;439;p13"/>
            <p:cNvSpPr/>
            <p:nvPr/>
          </p:nvSpPr>
          <p:spPr>
            <a:xfrm>
              <a:off x="0" y="0"/>
              <a:ext cx="5563559" cy="1500840"/>
            </a:xfrm>
            <a:custGeom>
              <a:avLst/>
              <a:gdLst/>
              <a:ahLst/>
              <a:cxnLst/>
              <a:rect l="l" t="t" r="r" b="b"/>
              <a:pathLst>
                <a:path w="5563559" h="1500840" extrusionOk="0">
                  <a:moveTo>
                    <a:pt x="36358" y="0"/>
                  </a:moveTo>
                  <a:lnTo>
                    <a:pt x="5527201" y="0"/>
                  </a:lnTo>
                  <a:cubicBezTo>
                    <a:pt x="5536844" y="0"/>
                    <a:pt x="5546091" y="3831"/>
                    <a:pt x="5552910" y="10649"/>
                  </a:cubicBezTo>
                  <a:cubicBezTo>
                    <a:pt x="5559728" y="17467"/>
                    <a:pt x="5563559" y="26715"/>
                    <a:pt x="5563559" y="36358"/>
                  </a:cubicBezTo>
                  <a:lnTo>
                    <a:pt x="5563559" y="1464482"/>
                  </a:lnTo>
                  <a:cubicBezTo>
                    <a:pt x="5563559" y="1484562"/>
                    <a:pt x="5547281" y="1500840"/>
                    <a:pt x="5527201" y="1500840"/>
                  </a:cubicBezTo>
                  <a:lnTo>
                    <a:pt x="36358" y="1500840"/>
                  </a:lnTo>
                  <a:cubicBezTo>
                    <a:pt x="26715" y="1500840"/>
                    <a:pt x="17467" y="1497009"/>
                    <a:pt x="10649" y="1490191"/>
                  </a:cubicBezTo>
                  <a:cubicBezTo>
                    <a:pt x="3831" y="1483372"/>
                    <a:pt x="0" y="1474125"/>
                    <a:pt x="0" y="1464482"/>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3"/>
            <p:cNvSpPr txBox="1"/>
            <p:nvPr/>
          </p:nvSpPr>
          <p:spPr>
            <a:xfrm>
              <a:off x="0" y="-38100"/>
              <a:ext cx="5563559" cy="153894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1" name="Google Shape;441;p13"/>
          <p:cNvGrpSpPr/>
          <p:nvPr/>
        </p:nvGrpSpPr>
        <p:grpSpPr>
          <a:xfrm>
            <a:off x="774374" y="1534240"/>
            <a:ext cx="16907971" cy="9340532"/>
            <a:chOff x="0" y="-38100"/>
            <a:chExt cx="6496578" cy="3588928"/>
          </a:xfrm>
        </p:grpSpPr>
        <p:sp>
          <p:nvSpPr>
            <p:cNvPr id="442" name="Google Shape;442;p13"/>
            <p:cNvSpPr/>
            <p:nvPr/>
          </p:nvSpPr>
          <p:spPr>
            <a:xfrm>
              <a:off x="0" y="0"/>
              <a:ext cx="6496577" cy="3550828"/>
            </a:xfrm>
            <a:custGeom>
              <a:avLst/>
              <a:gdLst/>
              <a:ahLst/>
              <a:cxnLst/>
              <a:rect l="l" t="t" r="r" b="b"/>
              <a:pathLst>
                <a:path w="6496577" h="3550828" extrusionOk="0">
                  <a:moveTo>
                    <a:pt x="31136" y="0"/>
                  </a:moveTo>
                  <a:lnTo>
                    <a:pt x="6465441" y="0"/>
                  </a:lnTo>
                  <a:cubicBezTo>
                    <a:pt x="6482637" y="0"/>
                    <a:pt x="6496577" y="13940"/>
                    <a:pt x="6496577" y="31136"/>
                  </a:cubicBezTo>
                  <a:lnTo>
                    <a:pt x="6496577" y="3519692"/>
                  </a:lnTo>
                  <a:cubicBezTo>
                    <a:pt x="6496577" y="3527950"/>
                    <a:pt x="6493297" y="3535869"/>
                    <a:pt x="6487458" y="3541709"/>
                  </a:cubicBezTo>
                  <a:cubicBezTo>
                    <a:pt x="6481619" y="3547548"/>
                    <a:pt x="6473699" y="3550828"/>
                    <a:pt x="6465441" y="3550828"/>
                  </a:cubicBezTo>
                  <a:lnTo>
                    <a:pt x="31136" y="3550828"/>
                  </a:lnTo>
                  <a:cubicBezTo>
                    <a:pt x="13940" y="3550828"/>
                    <a:pt x="0" y="3536888"/>
                    <a:pt x="0" y="3519692"/>
                  </a:cubicBezTo>
                  <a:lnTo>
                    <a:pt x="0" y="31136"/>
                  </a:lnTo>
                  <a:cubicBezTo>
                    <a:pt x="0" y="22878"/>
                    <a:pt x="3280" y="14959"/>
                    <a:pt x="9120" y="9120"/>
                  </a:cubicBezTo>
                  <a:cubicBezTo>
                    <a:pt x="14959" y="3280"/>
                    <a:pt x="22878" y="0"/>
                    <a:pt x="3113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3"/>
            <p:cNvSpPr txBox="1"/>
            <p:nvPr/>
          </p:nvSpPr>
          <p:spPr>
            <a:xfrm>
              <a:off x="0" y="-38100"/>
              <a:ext cx="6496578" cy="358892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4" name="Google Shape;444;p13"/>
          <p:cNvSpPr txBox="1"/>
          <p:nvPr/>
        </p:nvSpPr>
        <p:spPr>
          <a:xfrm>
            <a:off x="1113940" y="1817914"/>
            <a:ext cx="16406359" cy="8617744"/>
          </a:xfrm>
          <a:prstGeom prst="rect">
            <a:avLst/>
          </a:prstGeom>
          <a:noFill/>
          <a:ln>
            <a:noFill/>
          </a:ln>
        </p:spPr>
        <p:txBody>
          <a:bodyPr spcFirstLastPara="1" wrap="square" lIns="0" tIns="0" rIns="0" bIns="0" anchor="t" anchorCtr="0">
            <a:spAutoFit/>
          </a:bodyPr>
          <a:lstStyle/>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Penasehat</a:t>
            </a:r>
            <a:r>
              <a:rPr lang="en-US" sz="2500" b="0" i="0" u="none" strike="noStrike" cap="none" dirty="0">
                <a:solidFill>
                  <a:srgbClr val="F9EEE1"/>
                </a:solidFill>
                <a:latin typeface="Open Sans"/>
                <a:ea typeface="Open Sans"/>
                <a:cs typeface="Open Sans"/>
                <a:sym typeface="Open Sans"/>
              </a:rPr>
              <a:t> : Nur Budi </a:t>
            </a:r>
            <a:r>
              <a:rPr lang="en-US" sz="2500" b="0" i="0" u="none" strike="noStrike" cap="none" dirty="0" err="1">
                <a:solidFill>
                  <a:srgbClr val="F9EEE1"/>
                </a:solidFill>
                <a:latin typeface="Open Sans"/>
                <a:ea typeface="Open Sans"/>
                <a:cs typeface="Open Sans"/>
                <a:sym typeface="Open Sans"/>
              </a:rPr>
              <a:t>Nugraha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S.Kom</a:t>
            </a:r>
            <a:r>
              <a:rPr lang="en-US" sz="2500" b="0" i="0" u="none" strike="noStrike" cap="none" dirty="0">
                <a:solidFill>
                  <a:srgbClr val="F9EEE1"/>
                </a:solidFill>
                <a:latin typeface="Open Sans"/>
                <a:ea typeface="Open Sans"/>
                <a:cs typeface="Open Sans"/>
                <a:sym typeface="Open Sans"/>
              </a:rPr>
              <a:t>., M.T </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Penanggung</a:t>
            </a:r>
            <a:r>
              <a:rPr lang="en-US" sz="2500" b="0" i="0" u="none" strike="noStrike" cap="none" dirty="0">
                <a:solidFill>
                  <a:srgbClr val="F9EEE1"/>
                </a:solidFill>
                <a:latin typeface="Open Sans"/>
                <a:ea typeface="Open Sans"/>
                <a:cs typeface="Open Sans"/>
                <a:sym typeface="Open Sans"/>
              </a:rPr>
              <a:t> Jawab : </a:t>
            </a:r>
            <a:r>
              <a:rPr lang="en-US" sz="2500" dirty="0" err="1">
                <a:solidFill>
                  <a:srgbClr val="F9EEE1"/>
                </a:solidFill>
                <a:latin typeface="Open Sans"/>
                <a:ea typeface="Open Sans"/>
                <a:cs typeface="Open Sans"/>
                <a:sym typeface="Open Sans"/>
              </a:rPr>
              <a:t>Ravli</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Pengarah</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Naiefah</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Fawwaztiyani</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Akrom’mahtul</a:t>
            </a:r>
            <a:r>
              <a:rPr lang="en-US" sz="2500" b="0" i="0" u="none" strike="noStrike" cap="none" dirty="0">
                <a:solidFill>
                  <a:srgbClr val="F9EEE1"/>
                </a:solidFill>
                <a:latin typeface="Open Sans"/>
                <a:ea typeface="Open Sans"/>
                <a:cs typeface="Open Sans"/>
                <a:sym typeface="Open Sans"/>
              </a:rPr>
              <a:t> Hidayah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Ketua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Pelaksana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Triontin</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Sekertaris</a:t>
            </a:r>
            <a:r>
              <a:rPr lang="en-US" sz="2500" b="0" i="0" u="none" strike="noStrike" cap="none" dirty="0">
                <a:solidFill>
                  <a:srgbClr val="F9EEE1"/>
                </a:solidFill>
                <a:latin typeface="Open Sans"/>
                <a:ea typeface="Open Sans"/>
                <a:cs typeface="Open Sans"/>
                <a:sym typeface="Open Sans"/>
              </a:rPr>
              <a:t> : Siti Sa’adah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Bendahara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Lutfiah</a:t>
            </a:r>
            <a:r>
              <a:rPr lang="en-US" sz="2500" b="0" i="0" u="none" strike="noStrike" cap="none" dirty="0">
                <a:solidFill>
                  <a:srgbClr val="F9EEE1"/>
                </a:solidFill>
                <a:latin typeface="Open Sans"/>
                <a:ea typeface="Open Sans"/>
                <a:cs typeface="Open Sans"/>
                <a:sym typeface="Open Sans"/>
              </a:rPr>
              <a:t> Damayanti</a:t>
            </a:r>
            <a:endParaRPr sz="2500" dirty="0"/>
          </a:p>
          <a:p>
            <a:pPr marL="0" marR="0" lvl="0" indent="0" algn="just" rtl="0">
              <a:lnSpc>
                <a:spcPct val="139980"/>
              </a:lnSpc>
              <a:spcBef>
                <a:spcPts val="0"/>
              </a:spcBef>
              <a:spcAft>
                <a:spcPts val="0"/>
              </a:spcAft>
              <a:buNone/>
            </a:pPr>
            <a:r>
              <a:rPr lang="en-US" sz="2500" b="0" i="0" u="none" strike="noStrike" cap="none" dirty="0">
                <a:solidFill>
                  <a:srgbClr val="F9EEE1"/>
                </a:solidFill>
                <a:latin typeface="Open Sans"/>
                <a:ea typeface="Open Sans"/>
                <a:cs typeface="Open Sans"/>
                <a:sym typeface="Open Sans"/>
              </a:rPr>
              <a:t>Sie. Acara : Saif Ali Mushaddiq, Siti Karinah, Wahyu </a:t>
            </a:r>
            <a:r>
              <a:rPr lang="en-US" sz="2500" b="0" i="0" u="none" strike="noStrike" cap="none" dirty="0" err="1">
                <a:solidFill>
                  <a:srgbClr val="F9EEE1"/>
                </a:solidFill>
                <a:latin typeface="Open Sans"/>
                <a:ea typeface="Open Sans"/>
                <a:cs typeface="Open Sans"/>
                <a:sym typeface="Open Sans"/>
              </a:rPr>
              <a:t>Suhendra</a:t>
            </a:r>
            <a:r>
              <a:rPr lang="en-US" sz="2500" b="0" i="0" u="none" strike="noStrike" cap="none" dirty="0">
                <a:solidFill>
                  <a:srgbClr val="F9EEE1"/>
                </a:solidFill>
                <a:latin typeface="Open Sans"/>
                <a:ea typeface="Open Sans"/>
                <a:cs typeface="Open Sans"/>
                <a:sym typeface="Open Sans"/>
              </a:rPr>
              <a:t>, Iman </a:t>
            </a:r>
            <a:r>
              <a:rPr lang="en-US" sz="2500" b="0" i="0" u="none" strike="noStrike" cap="none" dirty="0" err="1">
                <a:solidFill>
                  <a:srgbClr val="F9EEE1"/>
                </a:solidFill>
                <a:latin typeface="Open Sans"/>
                <a:ea typeface="Open Sans"/>
                <a:cs typeface="Open Sans"/>
                <a:sym typeface="Open Sans"/>
              </a:rPr>
              <a:t>Mardiyanti</a:t>
            </a:r>
            <a:r>
              <a:rPr lang="en-US" sz="2500" b="0" i="0" u="none" strike="noStrike" cap="none" dirty="0">
                <a:solidFill>
                  <a:srgbClr val="F9EEE1"/>
                </a:solidFill>
                <a:latin typeface="Open Sans"/>
                <a:ea typeface="Open Sans"/>
                <a:cs typeface="Open Sans"/>
                <a:sym typeface="Open Sans"/>
              </a:rPr>
              <a:t> Pratama, Muhammad </a:t>
            </a:r>
            <a:r>
              <a:rPr lang="en-US" sz="2500" b="0" i="0" u="none" strike="noStrike" cap="none" dirty="0" err="1">
                <a:solidFill>
                  <a:srgbClr val="F9EEE1"/>
                </a:solidFill>
                <a:latin typeface="Open Sans"/>
                <a:ea typeface="Open Sans"/>
                <a:cs typeface="Open Sans"/>
                <a:sym typeface="Open Sans"/>
              </a:rPr>
              <a:t>Nurfaqiih</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Logistik : </a:t>
            </a:r>
            <a:r>
              <a:rPr lang="en-US" sz="2500" dirty="0">
                <a:solidFill>
                  <a:srgbClr val="F9EEE1"/>
                </a:solidFill>
                <a:latin typeface="Open Sans"/>
                <a:ea typeface="Open Sans"/>
                <a:cs typeface="Open Sans"/>
                <a:sym typeface="Open Sans"/>
              </a:rPr>
              <a:t>Rizal Umaris, </a:t>
            </a:r>
            <a:r>
              <a:rPr lang="en-US" sz="2500" dirty="0" err="1">
                <a:solidFill>
                  <a:srgbClr val="F9EEE1"/>
                </a:solidFill>
                <a:latin typeface="Open Sans"/>
                <a:ea typeface="Open Sans"/>
                <a:cs typeface="Open Sans"/>
                <a:sym typeface="Open Sans"/>
              </a:rPr>
              <a:t>Ainun</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Nihayah</a:t>
            </a:r>
            <a:r>
              <a:rPr lang="en-US" sz="2500" dirty="0">
                <a:solidFill>
                  <a:srgbClr val="F9EEE1"/>
                </a:solidFill>
                <a:latin typeface="Open Sans"/>
                <a:ea typeface="Open Sans"/>
                <a:cs typeface="Open Sans"/>
                <a:sym typeface="Open Sans"/>
              </a:rPr>
              <a:t>, Lesmana Adhi Kusuma, </a:t>
            </a:r>
            <a:r>
              <a:rPr lang="en-US" sz="2500" dirty="0" err="1">
                <a:solidFill>
                  <a:srgbClr val="F9EEE1"/>
                </a:solidFill>
                <a:latin typeface="Open Sans"/>
                <a:ea typeface="Open Sans"/>
                <a:cs typeface="Open Sans"/>
                <a:sym typeface="Open Sans"/>
              </a:rPr>
              <a:t>Linggar</a:t>
            </a:r>
            <a:r>
              <a:rPr lang="en-US" sz="2500" dirty="0">
                <a:solidFill>
                  <a:srgbClr val="F9EEE1"/>
                </a:solidFill>
                <a:latin typeface="Open Sans"/>
                <a:ea typeface="Open Sans"/>
                <a:cs typeface="Open Sans"/>
                <a:sym typeface="Open Sans"/>
              </a:rPr>
              <a:t> Sulis Yanti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Korlap</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Firly</a:t>
            </a:r>
            <a:r>
              <a:rPr lang="en-US" sz="2500" dirty="0">
                <a:solidFill>
                  <a:srgbClr val="F9EEE1"/>
                </a:solidFill>
                <a:latin typeface="Open Sans"/>
                <a:ea typeface="Open Sans"/>
                <a:cs typeface="Open Sans"/>
                <a:sym typeface="Open Sans"/>
              </a:rPr>
              <a:t> Alam </a:t>
            </a:r>
            <a:r>
              <a:rPr lang="en-US" sz="2500" dirty="0" err="1">
                <a:solidFill>
                  <a:srgbClr val="F9EEE1"/>
                </a:solidFill>
                <a:latin typeface="Open Sans"/>
                <a:ea typeface="Open Sans"/>
                <a:cs typeface="Open Sans"/>
                <a:sym typeface="Open Sans"/>
              </a:rPr>
              <a:t>Sudrajat</a:t>
            </a:r>
            <a:r>
              <a:rPr lang="en-US" sz="2500" dirty="0">
                <a:solidFill>
                  <a:srgbClr val="F9EEE1"/>
                </a:solidFill>
                <a:latin typeface="Open Sans"/>
                <a:ea typeface="Open Sans"/>
                <a:cs typeface="Open Sans"/>
                <a:sym typeface="Open Sans"/>
              </a:rPr>
              <a:t>, Maulana Rifqi Dermawan, Lukman </a:t>
            </a:r>
            <a:r>
              <a:rPr lang="en-US" sz="2500" dirty="0" err="1">
                <a:solidFill>
                  <a:srgbClr val="F9EEE1"/>
                </a:solidFill>
                <a:latin typeface="Open Sans"/>
                <a:ea typeface="Open Sans"/>
                <a:cs typeface="Open Sans"/>
                <a:sym typeface="Open Sans"/>
              </a:rPr>
              <a:t>Adiyatna</a:t>
            </a:r>
            <a:r>
              <a:rPr lang="en-US" sz="2500" dirty="0">
                <a:solidFill>
                  <a:srgbClr val="F9EEE1"/>
                </a:solidFill>
                <a:latin typeface="Open Sans"/>
                <a:ea typeface="Open Sans"/>
                <a:cs typeface="Open Sans"/>
                <a:sym typeface="Open Sans"/>
              </a:rPr>
              <a:t>, Nike Mahesa Ayu</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Komdis</a:t>
            </a:r>
            <a:r>
              <a:rPr lang="en-US" sz="2500" b="0" i="0" u="none" strike="noStrike" cap="none" dirty="0">
                <a:solidFill>
                  <a:srgbClr val="F9EEE1"/>
                </a:solidFill>
                <a:latin typeface="Open Sans"/>
                <a:ea typeface="Open Sans"/>
                <a:cs typeface="Open Sans"/>
                <a:sym typeface="Open Sans"/>
              </a:rPr>
              <a:t> : </a:t>
            </a:r>
            <a:r>
              <a:rPr lang="en-US" sz="2500" dirty="0">
                <a:solidFill>
                  <a:srgbClr val="F9EEE1"/>
                </a:solidFill>
                <a:latin typeface="Open Sans"/>
                <a:ea typeface="Open Sans"/>
                <a:cs typeface="Open Sans"/>
                <a:sym typeface="Open Sans"/>
              </a:rPr>
              <a:t>Andika </a:t>
            </a:r>
            <a:r>
              <a:rPr lang="en-US" sz="2500" dirty="0" err="1">
                <a:solidFill>
                  <a:srgbClr val="F9EEE1"/>
                </a:solidFill>
                <a:latin typeface="Open Sans"/>
                <a:ea typeface="Open Sans"/>
                <a:cs typeface="Open Sans"/>
                <a:sym typeface="Open Sans"/>
              </a:rPr>
              <a:t>Dwiki</a:t>
            </a:r>
            <a:r>
              <a:rPr lang="en-US" sz="2500" dirty="0">
                <a:solidFill>
                  <a:srgbClr val="F9EEE1"/>
                </a:solidFill>
                <a:latin typeface="Open Sans"/>
                <a:ea typeface="Open Sans"/>
                <a:cs typeface="Open Sans"/>
                <a:sym typeface="Open Sans"/>
              </a:rPr>
              <a:t> Muhammad</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Kusti Rahmawati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Humas :</a:t>
            </a:r>
            <a:r>
              <a:rPr lang="en-US" sz="2500" dirty="0">
                <a:solidFill>
                  <a:srgbClr val="F9EEE1"/>
                </a:solidFill>
                <a:latin typeface="Open Sans"/>
                <a:ea typeface="Open Sans"/>
                <a:cs typeface="Open Sans"/>
                <a:sym typeface="Open Sans"/>
              </a:rPr>
              <a:t> Deka </a:t>
            </a:r>
            <a:r>
              <a:rPr lang="en-US" sz="2500" dirty="0" err="1">
                <a:solidFill>
                  <a:srgbClr val="F9EEE1"/>
                </a:solidFill>
                <a:latin typeface="Open Sans"/>
                <a:ea typeface="Open Sans"/>
                <a:cs typeface="Open Sans"/>
                <a:sym typeface="Open Sans"/>
              </a:rPr>
              <a:t>Deviara</a:t>
            </a:r>
            <a:r>
              <a:rPr lang="en-US" sz="2500" dirty="0">
                <a:solidFill>
                  <a:srgbClr val="F9EEE1"/>
                </a:solidFill>
                <a:latin typeface="Open Sans"/>
                <a:ea typeface="Open Sans"/>
                <a:cs typeface="Open Sans"/>
                <a:sym typeface="Open Sans"/>
              </a:rPr>
              <a:t>, Hilal Ibrahim Aji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Pubdekdok</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Nova </a:t>
            </a:r>
            <a:r>
              <a:rPr lang="en-US" sz="2500" dirty="0" err="1">
                <a:solidFill>
                  <a:srgbClr val="F9EEE1"/>
                </a:solidFill>
                <a:latin typeface="Open Sans"/>
                <a:ea typeface="Open Sans"/>
                <a:cs typeface="Open Sans"/>
                <a:sym typeface="Open Sans"/>
              </a:rPr>
              <a:t>Yunita</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Rizkyana</a:t>
            </a:r>
            <a:r>
              <a:rPr lang="en-US" sz="2500" dirty="0">
                <a:solidFill>
                  <a:srgbClr val="F9EEE1"/>
                </a:solidFill>
                <a:latin typeface="Open Sans"/>
                <a:ea typeface="Open Sans"/>
                <a:cs typeface="Open Sans"/>
                <a:sym typeface="Open Sans"/>
              </a:rPr>
              <a:t>, Ahmad Maulana Kudus, M </a:t>
            </a:r>
            <a:r>
              <a:rPr lang="en-US" sz="2500" dirty="0" err="1">
                <a:solidFill>
                  <a:srgbClr val="F9EEE1"/>
                </a:solidFill>
                <a:latin typeface="Open Sans"/>
                <a:ea typeface="Open Sans"/>
                <a:cs typeface="Open Sans"/>
                <a:sym typeface="Open Sans"/>
              </a:rPr>
              <a:t>Rafly</a:t>
            </a:r>
            <a:r>
              <a:rPr lang="en-US" sz="2500" dirty="0">
                <a:solidFill>
                  <a:srgbClr val="F9EEE1"/>
                </a:solidFill>
                <a:latin typeface="Open Sans"/>
                <a:ea typeface="Open Sans"/>
                <a:cs typeface="Open Sans"/>
                <a:sym typeface="Open Sans"/>
              </a:rPr>
              <a:t> Kurniawan 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Konsumsi</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Virna </a:t>
            </a:r>
            <a:r>
              <a:rPr lang="en-US" sz="2500" dirty="0" err="1">
                <a:solidFill>
                  <a:srgbClr val="F9EEE1"/>
                </a:solidFill>
                <a:latin typeface="Open Sans"/>
                <a:ea typeface="Open Sans"/>
                <a:cs typeface="Open Sans"/>
                <a:sym typeface="Open Sans"/>
              </a:rPr>
              <a:t>Nanju</a:t>
            </a:r>
            <a:r>
              <a:rPr lang="en-US" sz="2500" dirty="0">
                <a:solidFill>
                  <a:srgbClr val="F9EEE1"/>
                </a:solidFill>
                <a:latin typeface="Open Sans"/>
                <a:ea typeface="Open Sans"/>
                <a:cs typeface="Open Sans"/>
                <a:sym typeface="Open Sans"/>
              </a:rPr>
              <a:t> Fernanda, Muhammad Nurul Huda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Dana Usaha : </a:t>
            </a:r>
            <a:r>
              <a:rPr lang="en-US" sz="2500" dirty="0">
                <a:solidFill>
                  <a:srgbClr val="F9EEE1"/>
                </a:solidFill>
                <a:latin typeface="Open Sans"/>
                <a:ea typeface="Open Sans"/>
                <a:cs typeface="Open Sans"/>
                <a:sym typeface="Open Sans"/>
              </a:rPr>
              <a:t>Naila Nur Salsabila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Dewan </a:t>
            </a:r>
            <a:r>
              <a:rPr lang="en-US" sz="2500" b="0" i="0" u="none" strike="noStrike" cap="none" dirty="0" err="1">
                <a:solidFill>
                  <a:srgbClr val="F9EEE1"/>
                </a:solidFill>
                <a:latin typeface="Open Sans"/>
                <a:ea typeface="Open Sans"/>
                <a:cs typeface="Open Sans"/>
                <a:sym typeface="Open Sans"/>
              </a:rPr>
              <a:t>Pembingbing</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Bunga Arini, Alda </a:t>
            </a:r>
            <a:r>
              <a:rPr lang="en-US" sz="2500" dirty="0" err="1">
                <a:solidFill>
                  <a:srgbClr val="F9EEE1"/>
                </a:solidFill>
                <a:latin typeface="Open Sans"/>
                <a:ea typeface="Open Sans"/>
                <a:cs typeface="Open Sans"/>
                <a:sym typeface="Open Sans"/>
              </a:rPr>
              <a:t>Aunillah</a:t>
            </a:r>
            <a:r>
              <a:rPr lang="en-US" sz="2500" dirty="0">
                <a:solidFill>
                  <a:srgbClr val="F9EEE1"/>
                </a:solidFill>
                <a:latin typeface="Open Sans"/>
                <a:ea typeface="Open Sans"/>
                <a:cs typeface="Open Sans"/>
                <a:sym typeface="Open Sans"/>
              </a:rPr>
              <a:t>, Maulana Yusuf </a:t>
            </a:r>
            <a:r>
              <a:rPr lang="en-US" sz="2500" dirty="0" err="1">
                <a:solidFill>
                  <a:srgbClr val="F9EEE1"/>
                </a:solidFill>
                <a:latin typeface="Open Sans"/>
                <a:ea typeface="Open Sans"/>
                <a:cs typeface="Open Sans"/>
                <a:sym typeface="Open Sans"/>
              </a:rPr>
              <a:t>Aniqgraha</a:t>
            </a:r>
            <a:r>
              <a:rPr lang="en-US" sz="2500" dirty="0">
                <a:solidFill>
                  <a:srgbClr val="F9EEE1"/>
                </a:solidFill>
                <a:latin typeface="Open Sans"/>
                <a:ea typeface="Open Sans"/>
                <a:cs typeface="Open Sans"/>
                <a:sym typeface="Open Sans"/>
              </a:rPr>
              <a:t>, Abid Zuhdi Muzammil, Miftah </a:t>
            </a:r>
            <a:r>
              <a:rPr lang="en-US" sz="2500" dirty="0" err="1">
                <a:solidFill>
                  <a:srgbClr val="F9EEE1"/>
                </a:solidFill>
                <a:latin typeface="Open Sans"/>
                <a:ea typeface="Open Sans"/>
                <a:cs typeface="Open Sans"/>
                <a:sym typeface="Open Sans"/>
              </a:rPr>
              <a:t>Durotu</a:t>
            </a:r>
            <a:r>
              <a:rPr lang="en-US" sz="2500" dirty="0">
                <a:solidFill>
                  <a:srgbClr val="F9EEE1"/>
                </a:solidFill>
                <a:latin typeface="Open Sans"/>
                <a:ea typeface="Open Sans"/>
                <a:cs typeface="Open Sans"/>
                <a:sym typeface="Open Sans"/>
              </a:rPr>
              <a:t> Hani, </a:t>
            </a:r>
            <a:r>
              <a:rPr lang="en-US" sz="2500" dirty="0" err="1">
                <a:solidFill>
                  <a:srgbClr val="F9EEE1"/>
                </a:solidFill>
                <a:latin typeface="Open Sans"/>
                <a:ea typeface="Open Sans"/>
                <a:cs typeface="Open Sans"/>
                <a:sym typeface="Open Sans"/>
              </a:rPr>
              <a:t>Syabilah</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Nurain</a:t>
            </a:r>
            <a:r>
              <a:rPr lang="en-US" sz="2500" dirty="0">
                <a:solidFill>
                  <a:srgbClr val="F9EEE1"/>
                </a:solidFill>
                <a:latin typeface="Open Sans"/>
                <a:ea typeface="Open Sans"/>
                <a:cs typeface="Open Sans"/>
                <a:sym typeface="Open Sans"/>
              </a:rPr>
              <a:t> Nesa, Adnan Ramadan</a:t>
            </a:r>
            <a:endParaRPr sz="2500" dirty="0"/>
          </a:p>
        </p:txBody>
      </p:sp>
      <p:sp>
        <p:nvSpPr>
          <p:cNvPr id="445" name="Google Shape;445;p13"/>
          <p:cNvSpPr/>
          <p:nvPr/>
        </p:nvSpPr>
        <p:spPr>
          <a:xfrm rot="-5400000">
            <a:off x="15891424" y="69521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447" name="Google Shape;447;p13"/>
          <p:cNvSpPr/>
          <p:nvPr/>
        </p:nvSpPr>
        <p:spPr>
          <a:xfrm rot="10800000">
            <a:off x="-593809" y="-44471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448" name="Google Shape;448;p1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449" name="Google Shape;449;p13"/>
          <p:cNvSpPr/>
          <p:nvPr/>
        </p:nvSpPr>
        <p:spPr>
          <a:xfrm>
            <a:off x="-2198782" y="1175882"/>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0" name="Google Shape;450;p1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1" name="Google Shape;451;p1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452" name="Google Shape;452;p1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58" name="Google Shape;458;p14"/>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1" u="none" strike="noStrike" cap="none">
                <a:solidFill>
                  <a:srgbClr val="29455B"/>
                </a:solidFill>
                <a:latin typeface="Arial"/>
                <a:ea typeface="Arial"/>
                <a:cs typeface="Arial"/>
                <a:sym typeface="Arial"/>
              </a:rPr>
              <a:t>LKMM-D</a:t>
            </a:r>
            <a:endParaRPr/>
          </a:p>
        </p:txBody>
      </p:sp>
      <p:grpSp>
        <p:nvGrpSpPr>
          <p:cNvPr id="459" name="Google Shape;459;p14"/>
          <p:cNvGrpSpPr/>
          <p:nvPr/>
        </p:nvGrpSpPr>
        <p:grpSpPr>
          <a:xfrm>
            <a:off x="0" y="-73983"/>
            <a:ext cx="9144000" cy="648250"/>
            <a:chOff x="0" y="-38100"/>
            <a:chExt cx="3513414" cy="249078"/>
          </a:xfrm>
        </p:grpSpPr>
        <p:sp>
          <p:nvSpPr>
            <p:cNvPr id="460" name="Google Shape;460;p14"/>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61" name="Google Shape;461;p14"/>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2" name="Google Shape;462;p14"/>
          <p:cNvSpPr txBox="1"/>
          <p:nvPr/>
        </p:nvSpPr>
        <p:spPr>
          <a:xfrm>
            <a:off x="321618"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grpSp>
        <p:nvGrpSpPr>
          <p:cNvPr id="463" name="Google Shape;463;p14"/>
          <p:cNvGrpSpPr/>
          <p:nvPr/>
        </p:nvGrpSpPr>
        <p:grpSpPr>
          <a:xfrm>
            <a:off x="10334875" y="9638750"/>
            <a:ext cx="7953125" cy="611035"/>
            <a:chOff x="0" y="-38100"/>
            <a:chExt cx="3055842" cy="234779"/>
          </a:xfrm>
        </p:grpSpPr>
        <p:sp>
          <p:nvSpPr>
            <p:cNvPr id="464" name="Google Shape;464;p14"/>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465" name="Google Shape;465;p14"/>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6" name="Google Shape;466;p14"/>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467" name="Google Shape;467;p14"/>
          <p:cNvSpPr txBox="1"/>
          <p:nvPr/>
        </p:nvSpPr>
        <p:spPr>
          <a:xfrm>
            <a:off x="578926" y="2923513"/>
            <a:ext cx="16680374" cy="55615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857" b="0" i="0" u="none" strike="noStrike" cap="none" dirty="0" err="1">
                <a:solidFill>
                  <a:srgbClr val="29455B"/>
                </a:solidFill>
                <a:latin typeface="Open Sans"/>
                <a:ea typeface="Open Sans"/>
                <a:cs typeface="Open Sans"/>
                <a:sym typeface="Open Sans"/>
              </a:rPr>
              <a:t>Kegiatan</a:t>
            </a:r>
            <a:r>
              <a:rPr lang="en-US" sz="28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kurang</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mengawasi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peserta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selama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sesi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pematerian</a:t>
            </a:r>
            <a:r>
              <a:rPr lang="en-US" sz="2857" dirty="0">
                <a:solidFill>
                  <a:srgbClr val="29455B"/>
                </a:solidFill>
                <a:latin typeface="Open Sans"/>
                <a:ea typeface="Open Sans"/>
                <a:cs typeface="Open Sans"/>
                <a:sym typeface="Open Sans"/>
              </a:rPr>
              <a: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Beberapa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yang </a:t>
            </a:r>
            <a:r>
              <a:rPr lang="en-US" sz="2857" dirty="0" err="1">
                <a:solidFill>
                  <a:srgbClr val="29455B"/>
                </a:solidFill>
                <a:latin typeface="Open Sans"/>
                <a:ea typeface="Open Sans"/>
                <a:cs typeface="Open Sans"/>
                <a:sym typeface="Open Sans"/>
              </a:rPr>
              <a:t>berada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dibelakang</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peserta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terlalu</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banyak</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mengobrol</a:t>
            </a:r>
            <a:r>
              <a:rPr lang="en-US" sz="2857" dirty="0">
                <a:solidFill>
                  <a:srgbClr val="29455B"/>
                </a:solidFill>
                <a:latin typeface="Open Sans"/>
                <a:ea typeface="Open Sans"/>
                <a:cs typeface="Open Sans"/>
                <a:sym typeface="Open Sans"/>
              </a:rPr>
              <a: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Keteledoran</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dalam</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meletakkan</a:t>
            </a:r>
            <a:r>
              <a:rPr lang="en-US" sz="2857" dirty="0">
                <a:solidFill>
                  <a:srgbClr val="29455B"/>
                </a:solidFill>
                <a:latin typeface="Open Sans"/>
                <a:ea typeface="Open Sans"/>
                <a:cs typeface="Open Sans"/>
                <a:sym typeface="Open Sans"/>
              </a:rPr>
              <a:t> HT.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Pelaksanaan</a:t>
            </a:r>
            <a:r>
              <a:rPr lang="en-US" sz="2857" dirty="0">
                <a:solidFill>
                  <a:srgbClr val="29455B"/>
                </a:solidFill>
                <a:latin typeface="Open Sans"/>
                <a:ea typeface="Open Sans"/>
                <a:cs typeface="Open Sans"/>
                <a:sym typeface="Open Sans"/>
              </a:rPr>
              <a:t> euphoria </a:t>
            </a:r>
            <a:r>
              <a:rPr lang="en-US" sz="2857" dirty="0" err="1">
                <a:solidFill>
                  <a:srgbClr val="29455B"/>
                </a:solidFill>
                <a:latin typeface="Open Sans"/>
                <a:ea typeface="Open Sans"/>
                <a:cs typeface="Open Sans"/>
                <a:sym typeface="Open Sans"/>
              </a:rPr>
              <a:t>tidak</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kondisif</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dikarenakan</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hujan</a:t>
            </a:r>
            <a:r>
              <a:rPr lang="en-US" sz="2857" dirty="0">
                <a:solidFill>
                  <a:srgbClr val="29455B"/>
                </a:solidFill>
                <a:latin typeface="Open Sans"/>
                <a:ea typeface="Open Sans"/>
                <a:cs typeface="Open Sans"/>
                <a:sym typeface="Open Sans"/>
              </a:rPr>
              <a:t>.</a:t>
            </a:r>
            <a:endParaRPr dirty="0"/>
          </a:p>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Ketuplak</a:t>
            </a:r>
            <a:r>
              <a:rPr lang="en-US" sz="29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Kurangnya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koordinasi</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dengan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kedua</a:t>
            </a:r>
            <a:r>
              <a:rPr lang="en-US" sz="2857" b="0" i="0" u="none" strike="noStrike" cap="none" dirty="0">
                <a:solidFill>
                  <a:srgbClr val="29455B"/>
                </a:solidFill>
                <a:latin typeface="Open Sans"/>
                <a:ea typeface="Open Sans"/>
                <a:cs typeface="Open Sans"/>
                <a:sym typeface="Open Sans"/>
              </a:rPr>
              <a:t> SC</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Kurangnya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kom</a:t>
            </a:r>
            <a:r>
              <a:rPr lang="en-US" sz="2857" dirty="0" err="1">
                <a:solidFill>
                  <a:srgbClr val="29455B"/>
                </a:solidFill>
                <a:latin typeface="Open Sans"/>
                <a:ea typeface="Open Sans"/>
                <a:cs typeface="Open Sans"/>
                <a:sym typeface="Open Sans"/>
              </a:rPr>
              <a:t>unikasi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dengan</a:t>
            </a:r>
            <a:r>
              <a:rPr lang="en-US" sz="2857" dirty="0">
                <a:solidFill>
                  <a:srgbClr val="29455B"/>
                </a:solidFill>
                <a:latin typeface="Open Sans"/>
                <a:ea typeface="Open Sans"/>
                <a:cs typeface="Open Sans"/>
                <a:sym typeface="Open Sans"/>
              </a:rPr>
              <a:t> internal</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Pengambilan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keputusan</a:t>
            </a:r>
            <a:r>
              <a:rPr lang="en-US" sz="2857" b="0" i="0" u="none" strike="noStrike" cap="none" dirty="0">
                <a:solidFill>
                  <a:srgbClr val="29455B"/>
                </a:solidFill>
                <a:latin typeface="Open Sans"/>
                <a:ea typeface="Open Sans"/>
                <a:cs typeface="Open Sans"/>
                <a:sym typeface="Open Sans"/>
              </a:rPr>
              <a:t> yang </a:t>
            </a:r>
            <a:r>
              <a:rPr lang="en-US" sz="2857" b="0" i="0" u="none" strike="noStrike" cap="none" dirty="0" err="1">
                <a:solidFill>
                  <a:srgbClr val="29455B"/>
                </a:solidFill>
                <a:latin typeface="Open Sans"/>
                <a:ea typeface="Open Sans"/>
                <a:cs typeface="Open Sans"/>
                <a:sym typeface="Open Sans"/>
              </a:rPr>
              <a:t>mendadak</a:t>
            </a:r>
            <a:r>
              <a:rPr lang="en-US" sz="2857" b="0" i="0" u="none" strike="noStrike" cap="none" dirty="0">
                <a:solidFill>
                  <a:srgbClr val="29455B"/>
                </a:solidFill>
                <a:latin typeface="Open Sans"/>
                <a:ea typeface="Open Sans"/>
                <a:cs typeface="Open Sans"/>
                <a:sym typeface="Open Sans"/>
              </a:rPr>
              <a:t> </a:t>
            </a:r>
            <a:endParaRPr dirty="0"/>
          </a:p>
        </p:txBody>
      </p:sp>
      <p:cxnSp>
        <p:nvCxnSpPr>
          <p:cNvPr id="468" name="Google Shape;468;p14"/>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469" name="Google Shape;469;p14"/>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470" name="Google Shape;470;p14"/>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136187"/>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445968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Sekretaris</a:t>
            </a:r>
            <a:r>
              <a:rPr lang="en-US" sz="2957" b="0" i="0" u="none" strike="noStrike" cap="none" dirty="0">
                <a:solidFill>
                  <a:srgbClr val="29455B"/>
                </a:solidFill>
                <a:latin typeface="Open Sans"/>
                <a:ea typeface="Open Sans"/>
                <a:cs typeface="Open Sans"/>
                <a:sym typeface="Open Sans"/>
              </a:rPr>
              <a:t>:</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Notulensi</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selama</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rapat</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dikirimkan</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alasan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saat</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minta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tolong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tempat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cek</a:t>
            </a:r>
            <a:r>
              <a:rPr lang="en-US" sz="2957" dirty="0">
                <a:solidFill>
                  <a:srgbClr val="29455B"/>
                </a:solidFill>
                <a:latin typeface="Open Sans"/>
                <a:ea typeface="Open Sans"/>
                <a:cs typeface="Open Sans"/>
                <a:sym typeface="Open Sans"/>
              </a:rPr>
              <a:t>-in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menyebabkan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suasana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kondusif</a:t>
            </a:r>
            <a:r>
              <a:rPr lang="en-US" sz="2957" dirty="0">
                <a:solidFill>
                  <a:srgbClr val="29455B"/>
                </a:solidFill>
                <a:latin typeface="Open Sans"/>
                <a:ea typeface="Open Sans"/>
                <a:cs typeface="Open Sans"/>
                <a:sym typeface="Open Sans"/>
              </a:rPr>
              <a:t>.</a:t>
            </a:r>
            <a:endParaRPr lang="en-US" dirty="0"/>
          </a:p>
          <a:p>
            <a:pPr marL="0" marR="0" lvl="0" indent="0" algn="l" rtl="0">
              <a:lnSpc>
                <a:spcPct val="140006"/>
              </a:lnSpc>
              <a:spcBef>
                <a:spcPts val="0"/>
              </a:spcBef>
              <a:spcAft>
                <a:spcPts val="0"/>
              </a:spcAft>
              <a:buNone/>
            </a:pPr>
            <a:r>
              <a:rPr lang="en-US" sz="2957" dirty="0" err="1">
                <a:solidFill>
                  <a:srgbClr val="29455B"/>
                </a:solidFill>
                <a:latin typeface="Open Sans"/>
                <a:ea typeface="Open Sans"/>
                <a:cs typeface="Open Sans"/>
                <a:sym typeface="Open Sans"/>
              </a:rPr>
              <a:t>Bendahara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tegas</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dalam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mengatur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menegur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panitia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terkait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pengelolaan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penggunaan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a:t>
            </a: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72596"/>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Acara: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sesuaian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PPT yang </a:t>
            </a:r>
            <a:r>
              <a:rPr lang="en-US" sz="2957" dirty="0" err="1">
                <a:solidFill>
                  <a:srgbClr val="29455B"/>
                </a:solidFill>
                <a:latin typeface="Open Sans"/>
                <a:ea typeface="Open Sans"/>
                <a:cs typeface="Open Sans"/>
                <a:sym typeface="Open Sans"/>
              </a:rPr>
              <a:t>dibagikan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berlaku</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ketidaksesuan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Rundown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kegiatan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berjalan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Cepat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dalam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progress </a:t>
            </a:r>
            <a:r>
              <a:rPr lang="en-US" sz="2957" dirty="0" err="1">
                <a:solidFill>
                  <a:srgbClr val="29455B"/>
                </a:solidFill>
                <a:latin typeface="Open Sans"/>
                <a:ea typeface="Open Sans"/>
                <a:cs typeface="Open Sans"/>
                <a:sym typeface="Open Sans"/>
              </a:rPr>
              <a:t>namun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konfirmasi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ketika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suatu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endParaRPr lang="en-US" dirty="0"/>
          </a:p>
          <a:p>
            <a:pPr marL="0" marR="0" lvl="0" indent="0" algn="l" rtl="0">
              <a:lnSpc>
                <a:spcPct val="140006"/>
              </a:lnSpc>
              <a:spcBef>
                <a:spcPts val="0"/>
              </a:spcBef>
              <a:spcAft>
                <a:spcPts val="0"/>
              </a:spcAft>
              <a:buNone/>
            </a:pPr>
            <a:r>
              <a:rPr lang="en-US" sz="2957" dirty="0">
                <a:solidFill>
                  <a:srgbClr val="29455B"/>
                </a:solidFill>
                <a:latin typeface="Open Sans"/>
                <a:ea typeface="Open Sans"/>
                <a:cs typeface="Open Sans"/>
                <a:sym typeface="Open Sans"/>
              </a:rPr>
              <a:t>Sie </a:t>
            </a:r>
            <a:r>
              <a:rPr lang="en-US" sz="2957" dirty="0" err="1">
                <a:solidFill>
                  <a:srgbClr val="29455B"/>
                </a:solidFill>
                <a:latin typeface="Open Sans"/>
                <a:ea typeface="Open Sans"/>
                <a:cs typeface="Open Sans"/>
                <a:sym typeface="Open Sans"/>
              </a:rPr>
              <a:t>Komite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Disiplin</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pada draft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terjadi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miskom</a:t>
            </a:r>
            <a:endParaRPr lang="en-US" sz="2957" dirty="0">
              <a:solidFill>
                <a:srgbClr val="29455B"/>
              </a:solidFill>
              <a:latin typeface="Open Sans"/>
              <a:ea typeface="Open Sans"/>
              <a:cs typeface="Open Sans"/>
              <a:sym typeface="Open Sans"/>
            </a:endParaRPr>
          </a:p>
          <a:p>
            <a:pPr lvl="0">
              <a:lnSpc>
                <a:spcPct val="140006"/>
              </a:lnSpc>
            </a:pPr>
            <a:r>
              <a:rPr lang="en-US" sz="2957" dirty="0" err="1">
                <a:solidFill>
                  <a:srgbClr val="29455B"/>
                </a:solidFill>
                <a:latin typeface="Open Sans"/>
                <a:ea typeface="Open Sans"/>
                <a:cs typeface="Open Sans"/>
                <a:sym typeface="Open Sans"/>
              </a:rPr>
              <a:t>Sie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Logistik</a:t>
            </a:r>
            <a:endParaRPr lang="en-US" dirty="0"/>
          </a:p>
          <a:p>
            <a:pPr marL="638512" lvl="1" indent="-319256">
              <a:lnSpc>
                <a:spcPct val="140006"/>
              </a:lnSpc>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pada</a:t>
            </a:r>
            <a:r>
              <a:rPr lang="en-US" sz="2957" dirty="0">
                <a:solidFill>
                  <a:srgbClr val="29455B"/>
                </a:solidFill>
                <a:latin typeface="Open Sans"/>
                <a:ea typeface="Open Sans"/>
                <a:cs typeface="Open Sans"/>
                <a:sym typeface="Open Sans"/>
              </a:rPr>
              <a:t> before-after </a:t>
            </a:r>
            <a:r>
              <a:rPr lang="en-US" sz="2957" dirty="0" err="1">
                <a:solidFill>
                  <a:srgbClr val="29455B"/>
                </a:solidFill>
                <a:latin typeface="Open Sans"/>
                <a:ea typeface="Open Sans"/>
                <a:cs typeface="Open Sans"/>
                <a:sym typeface="Open Sans"/>
              </a:rPr>
              <a:t>peletakan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barang</a:t>
            </a:r>
            <a:endParaRPr lang="en-US" sz="2957" dirty="0">
              <a:solidFill>
                <a:srgbClr val="29455B"/>
              </a:solidFill>
              <a:latin typeface="Open Sans"/>
              <a:ea typeface="Open Sans"/>
              <a:cs typeface="Open Sans"/>
              <a:sym typeface="Open Sans"/>
            </a:endParaRPr>
          </a:p>
          <a:p>
            <a:pPr marL="638512" lvl="1" indent="-319256">
              <a:lnSpc>
                <a:spcPct val="140006"/>
              </a:lnSpc>
              <a:buClr>
                <a:srgbClr val="29455B"/>
              </a:buClr>
              <a:buSzPts val="2957"/>
              <a:buFont typeface="Arial"/>
              <a:buChar char="•"/>
            </a:pPr>
            <a:r>
              <a:rPr lang="en-US" sz="2957" dirty="0" err="1">
                <a:solidFill>
                  <a:srgbClr val="29455B"/>
                </a:solidFill>
                <a:latin typeface="Open Sans"/>
                <a:ea typeface="Open Sans"/>
                <a:cs typeface="Open Sans"/>
                <a:sym typeface="Open Sans"/>
              </a:rPr>
              <a:t>Kurangnya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komunikasi</a:t>
            </a:r>
            <a:endParaRPr sz="2950"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39479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72596"/>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Korlap</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Tingkat 1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toilet </a:t>
            </a:r>
            <a:r>
              <a:rPr lang="en-US" sz="2957" dirty="0" err="1">
                <a:solidFill>
                  <a:srgbClr val="29455B"/>
                </a:solidFill>
                <a:latin typeface="Open Sans"/>
                <a:ea typeface="Open Sans"/>
                <a:cs typeface="Open Sans"/>
                <a:sym typeface="Open Sans"/>
              </a:rPr>
              <a:t>sendirian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tanpa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adanya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pengawasan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Saat</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diperlukan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ada</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bergantung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Penanggung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Jawab</a:t>
            </a:r>
            <a:r>
              <a:rPr lang="en-US" sz="2957" dirty="0">
                <a:solidFill>
                  <a:srgbClr val="29455B"/>
                </a:solidFill>
                <a:latin typeface="Open Sans"/>
                <a:ea typeface="Open Sans"/>
                <a:cs typeface="Open Sans"/>
                <a:sym typeface="Open Sans"/>
              </a:rPr>
              <a:t> (PJ)</a:t>
            </a: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Menunda-nunda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progresan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menunjukkan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kesungguhan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inisiatif</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mengatur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barisan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PDD</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kurang</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maksimal</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dalam</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pembagian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jobdesk</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fokus</a:t>
            </a:r>
            <a:r>
              <a:rPr lang="en-US" sz="2957" dirty="0">
                <a:solidFill>
                  <a:srgbClr val="29455B"/>
                </a:solidFill>
                <a:latin typeface="Open Sans"/>
                <a:ea typeface="Open Sans"/>
                <a:cs typeface="Open Sans"/>
                <a:sym typeface="Open Sans"/>
              </a:rPr>
              <a:t> pada 1 orang </a:t>
            </a:r>
            <a:r>
              <a:rPr lang="en-US" sz="2957" dirty="0" err="1">
                <a:solidFill>
                  <a:srgbClr val="29455B"/>
                </a:solidFill>
                <a:latin typeface="Open Sans"/>
                <a:ea typeface="Open Sans"/>
                <a:cs typeface="Open Sans"/>
                <a:sym typeface="Open Sans"/>
              </a:rPr>
              <a:t>untuk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desain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Ide content </a:t>
            </a: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mendadak</a:t>
            </a: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3306109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57000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Konsumsi</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Pendataan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jumlah</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konsumsi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Humas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Perlu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meningkatkan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kerja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sama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sie</a:t>
            </a:r>
            <a:r>
              <a:rPr lang="en-US" sz="2957" dirty="0">
                <a:solidFill>
                  <a:srgbClr val="29455B"/>
                </a:solidFill>
                <a:latin typeface="Open Sans"/>
                <a:ea typeface="Open Sans"/>
                <a:cs typeface="Open Sans"/>
                <a:sym typeface="Open Sans"/>
              </a:rPr>
              <a:t> lain agar </a:t>
            </a:r>
            <a:r>
              <a:rPr lang="en-US" sz="2957" dirty="0" err="1">
                <a:solidFill>
                  <a:srgbClr val="29455B"/>
                </a:solidFill>
                <a:latin typeface="Open Sans"/>
                <a:ea typeface="Open Sans"/>
                <a:cs typeface="Open Sans"/>
                <a:sym typeface="Open Sans"/>
              </a:rPr>
              <a:t>informasi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lebih</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terkoordinasi</a:t>
            </a:r>
            <a:endParaRPr lang="en-US" sz="2957" dirty="0">
              <a:solidFill>
                <a:srgbClr val="29455B"/>
              </a:solidFill>
              <a:latin typeface="Open Sans"/>
              <a:ea typeface="Open Sans"/>
              <a:cs typeface="Open Sans"/>
              <a:sym typeface="Open Sans"/>
            </a:endParaRPr>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Dewan </a:t>
            </a:r>
            <a:r>
              <a:rPr lang="en-US" sz="2957" b="0" i="0" u="none" strike="noStrike" cap="none" dirty="0" err="1">
                <a:solidFill>
                  <a:srgbClr val="29455B"/>
                </a:solidFill>
                <a:latin typeface="Open Sans"/>
                <a:ea typeface="Open Sans"/>
                <a:cs typeface="Open Sans"/>
                <a:sym typeface="Open Sans"/>
              </a:rPr>
              <a:t>Pendamping</a:t>
            </a:r>
            <a:r>
              <a:rPr lang="en-US" sz="2957" b="0" i="0" u="none" strike="noStrike" cap="none" dirty="0">
                <a:solidFill>
                  <a:srgbClr val="29455B"/>
                </a:solidFill>
                <a:latin typeface="Open Sans"/>
                <a:ea typeface="Open Sans"/>
                <a:cs typeface="Open Sans"/>
                <a:sym typeface="Open Sans"/>
              </a:rPr>
              <a:t>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mendiamkan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bingung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Sering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muncul</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grup</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mengakrabkan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diri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80135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2514535"/>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dirty="0">
                <a:solidFill>
                  <a:srgbClr val="29455B"/>
                </a:solidFill>
                <a:latin typeface="Open Sans"/>
                <a:ea typeface="Open Sans"/>
                <a:cs typeface="Open Sans"/>
                <a:sym typeface="Open Sans"/>
              </a:rPr>
              <a:t>Dana Usaha</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mengenai</a:t>
            </a:r>
            <a:r>
              <a:rPr lang="en-US" sz="2957" dirty="0">
                <a:solidFill>
                  <a:srgbClr val="29455B"/>
                </a:solidFill>
                <a:latin typeface="Open Sans"/>
                <a:ea typeface="Open Sans"/>
                <a:cs typeface="Open Sans"/>
                <a:sym typeface="Open Sans"/>
              </a:rPr>
              <a:t> model yang </a:t>
            </a:r>
            <a:r>
              <a:rPr lang="en-US" sz="2957" dirty="0" err="1">
                <a:solidFill>
                  <a:srgbClr val="29455B"/>
                </a:solidFill>
                <a:latin typeface="Open Sans"/>
                <a:ea typeface="Open Sans"/>
                <a:cs typeface="Open Sans"/>
                <a:sym typeface="Open Sans"/>
              </a:rPr>
              <a:t>dikirim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koveksi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konfirmasi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komunikasi</a:t>
            </a:r>
            <a:r>
              <a:rPr lang="en-US" sz="2957" dirty="0">
                <a:solidFill>
                  <a:srgbClr val="29455B"/>
                </a:solidFill>
                <a:latin typeface="Open Sans"/>
                <a:ea typeface="Open Sans"/>
                <a:cs typeface="Open Sans"/>
                <a:sym typeface="Open Sans"/>
              </a:rPr>
              <a:t> dan </a:t>
            </a:r>
            <a:r>
              <a:rPr lang="en-US" sz="2957" dirty="0" err="1">
                <a:solidFill>
                  <a:srgbClr val="29455B"/>
                </a:solidFill>
                <a:latin typeface="Open Sans"/>
                <a:ea typeface="Open Sans"/>
                <a:cs typeface="Open Sans"/>
                <a:sym typeface="Open Sans"/>
              </a:rPr>
              <a:t>laporan</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1125891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27" name="Google Shape;527;p18"/>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28" name="Google Shape;528;p18"/>
          <p:cNvGrpSpPr/>
          <p:nvPr/>
        </p:nvGrpSpPr>
        <p:grpSpPr>
          <a:xfrm>
            <a:off x="0" y="-73983"/>
            <a:ext cx="9144000" cy="648250"/>
            <a:chOff x="0" y="-38100"/>
            <a:chExt cx="3513414" cy="249078"/>
          </a:xfrm>
        </p:grpSpPr>
        <p:sp>
          <p:nvSpPr>
            <p:cNvPr id="529" name="Google Shape;529;p18"/>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30" name="Google Shape;530;p18"/>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1" name="Google Shape;531;p18"/>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32" name="Google Shape;532;p18"/>
          <p:cNvGrpSpPr/>
          <p:nvPr/>
        </p:nvGrpSpPr>
        <p:grpSpPr>
          <a:xfrm>
            <a:off x="10334875" y="9638750"/>
            <a:ext cx="7953125" cy="611035"/>
            <a:chOff x="0" y="-38100"/>
            <a:chExt cx="3055842" cy="234779"/>
          </a:xfrm>
        </p:grpSpPr>
        <p:sp>
          <p:nvSpPr>
            <p:cNvPr id="533" name="Google Shape;533;p18"/>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534" name="Google Shape;534;p18"/>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5" name="Google Shape;535;p18"/>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36" name="Google Shape;536;p18"/>
          <p:cNvSpPr txBox="1"/>
          <p:nvPr/>
        </p:nvSpPr>
        <p:spPr>
          <a:xfrm>
            <a:off x="578926" y="3047338"/>
            <a:ext cx="16680374" cy="7294305"/>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Kegiatan</a:t>
            </a:r>
            <a:r>
              <a:rPr lang="en-US" sz="21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mengawasi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 pada </a:t>
            </a:r>
            <a:r>
              <a:rPr lang="en-US" sz="2157" b="0" i="0" u="none" strike="noStrike" cap="none" dirty="0" err="1">
                <a:solidFill>
                  <a:srgbClr val="29455B"/>
                </a:solidFill>
                <a:latin typeface="Open Sans"/>
                <a:ea typeface="Open Sans"/>
                <a:cs typeface="Open Sans"/>
                <a:sym typeface="Open Sans"/>
              </a:rPr>
              <a:t>saat</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pematerian</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Kurangi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mengobrol</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berada</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belakang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teliti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dalam</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peletakan</a:t>
            </a:r>
            <a:r>
              <a:rPr lang="en-US" sz="2157" b="0" i="0" u="none" strike="noStrike" cap="none" dirty="0">
                <a:solidFill>
                  <a:srgbClr val="29455B"/>
                </a:solidFill>
                <a:latin typeface="Open Sans"/>
                <a:ea typeface="Open Sans"/>
                <a:cs typeface="Open Sans"/>
                <a:sym typeface="Open Sans"/>
              </a:rPr>
              <a:t> HT.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menyediakan</a:t>
            </a:r>
            <a:r>
              <a:rPr lang="en-US" sz="2157" b="0" i="0" u="none" strike="noStrike" cap="none" dirty="0">
                <a:solidFill>
                  <a:srgbClr val="29455B"/>
                </a:solidFill>
                <a:latin typeface="Open Sans"/>
                <a:ea typeface="Open Sans"/>
                <a:cs typeface="Open Sans"/>
                <a:sym typeface="Open Sans"/>
              </a:rPr>
              <a:t> plan B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menghindari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hal</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tidak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terduga</a:t>
            </a:r>
            <a:r>
              <a:rPr lang="en-US" sz="21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8"/>
              </a:lnSpc>
              <a:spcBef>
                <a:spcPts val="0"/>
              </a:spcBef>
              <a:spcAft>
                <a:spcPts val="0"/>
              </a:spcAft>
              <a:buNone/>
            </a:pPr>
            <a:r>
              <a:rPr lang="en-US" sz="2257" b="0" i="0" u="none" strike="noStrike" cap="none" dirty="0" err="1">
                <a:solidFill>
                  <a:srgbClr val="29455B"/>
                </a:solidFill>
                <a:latin typeface="Open Sans"/>
                <a:ea typeface="Open Sans"/>
                <a:cs typeface="Open Sans"/>
                <a:sym typeface="Open Sans"/>
              </a:rPr>
              <a:t>Ketuplak</a:t>
            </a:r>
            <a:r>
              <a:rPr lang="en-US" sz="22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Ketua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pelaksana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bisa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sering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berkoordinasi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dengan</a:t>
            </a:r>
            <a:r>
              <a:rPr lang="en-US" sz="2157" b="0" i="0" u="none" strike="noStrike" cap="none" dirty="0">
                <a:solidFill>
                  <a:srgbClr val="29455B"/>
                </a:solidFill>
                <a:latin typeface="Open Sans"/>
                <a:ea typeface="Open Sans"/>
                <a:cs typeface="Open Sans"/>
                <a:sym typeface="Open Sans"/>
              </a:rPr>
              <a:t> sc.</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dirty="0" err="1">
                <a:solidFill>
                  <a:srgbClr val="29455B"/>
                </a:solidFill>
                <a:latin typeface="Open Sans"/>
                <a:ea typeface="Open Sans"/>
                <a:cs typeface="Open Sans"/>
                <a:sym typeface="Open Sans"/>
              </a:rPr>
              <a:t>Ketua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pelaksana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harus</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lebih</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sering</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berkumunikasi</a:t>
            </a:r>
            <a:endParaRPr lang="en-US" sz="2157" dirty="0">
              <a:solidFill>
                <a:srgbClr val="29455B"/>
              </a:solidFill>
              <a:latin typeface="Open Sans"/>
              <a:ea typeface="Open Sans"/>
              <a:cs typeface="Open Sans"/>
              <a:sym typeface="Open Sans"/>
            </a:endParaRPr>
          </a:p>
          <a:p>
            <a:pPr marL="465797" marR="0" lvl="1" indent="-232898" algn="l" rtl="0">
              <a:lnSpc>
                <a:spcPct val="140009"/>
              </a:lnSpc>
              <a:spcBef>
                <a:spcPts val="0"/>
              </a:spcBef>
              <a:spcAft>
                <a:spcPts val="0"/>
              </a:spcAft>
              <a:buClr>
                <a:srgbClr val="29455B"/>
              </a:buClr>
              <a:buSzPts val="2157"/>
              <a:buFont typeface="Arial"/>
              <a:buChar char="•"/>
            </a:pP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Sekretaris</a:t>
            </a:r>
            <a:r>
              <a:rPr lang="en-US" sz="2157" b="0" i="0" u="none" strike="noStrike" cap="none" dirty="0">
                <a:solidFill>
                  <a:srgbClr val="29455B"/>
                </a:solidFill>
                <a:latin typeface="Open Sans"/>
                <a:ea typeface="Open Sans"/>
                <a:cs typeface="Open Sans"/>
                <a:sym typeface="Open Sans"/>
              </a:rPr>
              <a:t>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teliti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dalam</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pengerjaan</a:t>
            </a:r>
            <a:r>
              <a:rPr lang="en-US" sz="2157" b="0" i="0" u="none" strike="noStrike" cap="none" dirty="0">
                <a:solidFill>
                  <a:srgbClr val="29455B"/>
                </a:solidFill>
                <a:latin typeface="Open Sans"/>
                <a:ea typeface="Open Sans"/>
                <a:cs typeface="Open Sans"/>
                <a:sym typeface="Open Sans"/>
              </a:rPr>
              <a:t>.</a:t>
            </a:r>
          </a:p>
          <a:p>
            <a:pPr marL="465797" marR="0" lvl="1" indent="-232898" algn="l" rtl="0">
              <a:lnSpc>
                <a:spcPct val="140009"/>
              </a:lnSpc>
              <a:spcBef>
                <a:spcPts val="0"/>
              </a:spcBef>
              <a:spcAft>
                <a:spcPts val="0"/>
              </a:spcAft>
              <a:buClr>
                <a:srgbClr val="29455B"/>
              </a:buClr>
              <a:buSzPts val="2157"/>
              <a:buFont typeface="Arial"/>
              <a:buChar char="•"/>
            </a:pPr>
            <a:r>
              <a:rPr lang="en-US" sz="2157" dirty="0" err="1">
                <a:solidFill>
                  <a:srgbClr val="29455B"/>
                </a:solidFill>
                <a:latin typeface="Open Sans"/>
                <a:ea typeface="Open Sans"/>
                <a:cs typeface="Open Sans"/>
                <a:sym typeface="Open Sans"/>
              </a:rPr>
              <a:t>Notulensi</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harus</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dikirim</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ke</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grup</a:t>
            </a:r>
            <a:r>
              <a:rPr lang="en-US" sz="2157" dirty="0">
                <a:solidFill>
                  <a:srgbClr val="29455B"/>
                </a:solidFill>
                <a:latin typeface="Open Sans"/>
                <a:ea typeface="Open Sans"/>
                <a:cs typeface="Open Sans"/>
                <a:sym typeface="Open Sans"/>
              </a:rPr>
              <a:t>.</a:t>
            </a:r>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Tidak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pelu</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banyak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alasan</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saat</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minta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tolong</a:t>
            </a:r>
            <a:r>
              <a:rPr lang="en-US" sz="2157" b="0" i="0" u="none" strike="noStrike" cap="none" dirty="0">
                <a:solidFill>
                  <a:srgbClr val="29455B"/>
                </a:solidFill>
                <a:latin typeface="Open Sans"/>
                <a:ea typeface="Open Sans"/>
                <a:cs typeface="Open Sans"/>
                <a:sym typeface="Open Sans"/>
              </a:rPr>
              <a:t> </a:t>
            </a: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Bendahara</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tegas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lagi</a:t>
            </a:r>
            <a:r>
              <a:rPr lang="en-US" sz="2157" b="0" i="0" u="none" strike="noStrike" cap="none"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dalam</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mengatur</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pengeluaran</a:t>
            </a:r>
            <a:r>
              <a:rPr lang="en-US" sz="2157" dirty="0">
                <a:solidFill>
                  <a:srgbClr val="29455B"/>
                </a:solidFill>
                <a:latin typeface="Open Sans"/>
                <a:ea typeface="Open Sans"/>
                <a:cs typeface="Open Sans"/>
                <a:sym typeface="Open Sans"/>
              </a:rPr>
              <a:t> dana</a:t>
            </a:r>
            <a:r>
              <a:rPr lang="en-US" sz="21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9"/>
              </a:lnSpc>
              <a:spcBef>
                <a:spcPts val="0"/>
              </a:spcBef>
              <a:spcAft>
                <a:spcPts val="0"/>
              </a:spcAft>
              <a:buNone/>
            </a:pPr>
            <a:endParaRPr sz="2157" b="0" i="0" u="none" strike="noStrike" cap="none" dirty="0">
              <a:solidFill>
                <a:srgbClr val="29455B"/>
              </a:solidFill>
              <a:latin typeface="Open Sans"/>
              <a:ea typeface="Open Sans"/>
              <a:cs typeface="Open Sans"/>
              <a:sym typeface="Open Sans"/>
            </a:endParaRPr>
          </a:p>
        </p:txBody>
      </p:sp>
      <p:cxnSp>
        <p:nvCxnSpPr>
          <p:cNvPr id="537" name="Google Shape;537;p18"/>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38" name="Google Shape;538;p18"/>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39" name="Google Shape;539;p18"/>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45" name="Google Shape;545;p19"/>
          <p:cNvSpPr txBox="1"/>
          <p:nvPr/>
        </p:nvSpPr>
        <p:spPr>
          <a:xfrm>
            <a:off x="321617" y="250142"/>
            <a:ext cx="6221423" cy="1410707"/>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dirty="0">
                <a:solidFill>
                  <a:srgbClr val="29455B"/>
                </a:solidFill>
                <a:latin typeface="Arial"/>
                <a:ea typeface="Arial"/>
                <a:cs typeface="Arial"/>
                <a:sym typeface="Arial"/>
              </a:rPr>
              <a:t>LKMM-D</a:t>
            </a:r>
            <a:endParaRPr dirty="0"/>
          </a:p>
        </p:txBody>
      </p:sp>
      <p:grpSp>
        <p:nvGrpSpPr>
          <p:cNvPr id="546" name="Google Shape;546;p19"/>
          <p:cNvGrpSpPr/>
          <p:nvPr/>
        </p:nvGrpSpPr>
        <p:grpSpPr>
          <a:xfrm>
            <a:off x="0" y="-233392"/>
            <a:ext cx="9144000" cy="648250"/>
            <a:chOff x="0" y="-38100"/>
            <a:chExt cx="3513414" cy="249078"/>
          </a:xfrm>
        </p:grpSpPr>
        <p:sp>
          <p:nvSpPr>
            <p:cNvPr id="547" name="Google Shape;547;p1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48" name="Google Shape;548;p1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9" name="Google Shape;549;p19"/>
          <p:cNvSpPr txBox="1"/>
          <p:nvPr/>
        </p:nvSpPr>
        <p:spPr>
          <a:xfrm>
            <a:off x="321617" y="1292169"/>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dirty="0">
                <a:solidFill>
                  <a:srgbClr val="29455B"/>
                </a:solidFill>
                <a:latin typeface="Arial"/>
                <a:ea typeface="Arial"/>
                <a:cs typeface="Arial"/>
                <a:sym typeface="Arial"/>
              </a:rPr>
              <a:t>PROYEKSI</a:t>
            </a:r>
            <a:endParaRPr dirty="0"/>
          </a:p>
        </p:txBody>
      </p:sp>
      <p:grpSp>
        <p:nvGrpSpPr>
          <p:cNvPr id="550" name="Google Shape;550;p19"/>
          <p:cNvGrpSpPr/>
          <p:nvPr/>
        </p:nvGrpSpPr>
        <p:grpSpPr>
          <a:xfrm>
            <a:off x="12815216" y="9638750"/>
            <a:ext cx="5472784" cy="532294"/>
            <a:chOff x="0" y="-38100"/>
            <a:chExt cx="2102817" cy="204524"/>
          </a:xfrm>
        </p:grpSpPr>
        <p:sp>
          <p:nvSpPr>
            <p:cNvPr id="551" name="Google Shape;551;p19"/>
            <p:cNvSpPr/>
            <p:nvPr/>
          </p:nvSpPr>
          <p:spPr>
            <a:xfrm>
              <a:off x="0" y="0"/>
              <a:ext cx="2102817" cy="166424"/>
            </a:xfrm>
            <a:custGeom>
              <a:avLst/>
              <a:gdLst/>
              <a:ahLst/>
              <a:cxnLst/>
              <a:rect l="l" t="t" r="r" b="b"/>
              <a:pathLst>
                <a:path w="2102817" h="166424" extrusionOk="0">
                  <a:moveTo>
                    <a:pt x="0" y="0"/>
                  </a:moveTo>
                  <a:lnTo>
                    <a:pt x="2102817" y="0"/>
                  </a:lnTo>
                  <a:lnTo>
                    <a:pt x="2102817" y="166424"/>
                  </a:lnTo>
                  <a:lnTo>
                    <a:pt x="0" y="166424"/>
                  </a:lnTo>
                  <a:close/>
                </a:path>
              </a:pathLst>
            </a:custGeom>
            <a:solidFill>
              <a:srgbClr val="FCB50F"/>
            </a:solidFill>
            <a:ln>
              <a:noFill/>
            </a:ln>
          </p:spPr>
        </p:sp>
        <p:sp>
          <p:nvSpPr>
            <p:cNvPr id="552" name="Google Shape;552;p19"/>
            <p:cNvSpPr txBox="1"/>
            <p:nvPr/>
          </p:nvSpPr>
          <p:spPr>
            <a:xfrm>
              <a:off x="0" y="-38100"/>
              <a:ext cx="2102817" cy="20452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53" name="Google Shape;553;p1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54" name="Google Shape;554;p19"/>
          <p:cNvSpPr txBox="1"/>
          <p:nvPr/>
        </p:nvSpPr>
        <p:spPr>
          <a:xfrm>
            <a:off x="497646" y="2070778"/>
            <a:ext cx="16680374" cy="7780592"/>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Acara</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dalam</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pengerjaan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tugas</a:t>
            </a:r>
            <a:endParaRPr lang="en-US" sz="2257" b="0" i="0" u="none" strike="noStrike" cap="none"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sering</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konfirmasi</a:t>
            </a:r>
            <a:r>
              <a:rPr lang="en-US" sz="2257" dirty="0">
                <a:solidFill>
                  <a:srgbClr val="29455B"/>
                </a:solidFill>
                <a:latin typeface="Open Sans"/>
                <a:ea typeface="Open Sans"/>
                <a:cs typeface="Open Sans"/>
                <a:sym typeface="Open Sans"/>
              </a:rPr>
              <a:t> dan </a:t>
            </a:r>
            <a:r>
              <a:rPr lang="en-US" sz="2257" dirty="0" err="1">
                <a:solidFill>
                  <a:srgbClr val="29455B"/>
                </a:solidFill>
                <a:latin typeface="Open Sans"/>
                <a:ea typeface="Open Sans"/>
                <a:cs typeface="Open Sans"/>
                <a:sym typeface="Open Sans"/>
              </a:rPr>
              <a:t>koordinasi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antar</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anggota</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Komite</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Disiplin</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pada draft </a:t>
            </a:r>
            <a:r>
              <a:rPr lang="en-US" sz="2257" b="0" i="0" u="none" strike="noStrike" cap="none" dirty="0" err="1">
                <a:solidFill>
                  <a:srgbClr val="29455B"/>
                </a:solidFill>
                <a:latin typeface="Open Sans"/>
                <a:ea typeface="Open Sans"/>
                <a:cs typeface="Open Sans"/>
                <a:sym typeface="Open Sans"/>
              </a:rPr>
              <a:t>peraturan</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Korlap</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diterapkan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pembagian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jobdesk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nya</a:t>
            </a:r>
            <a:endParaRPr lang="en-US" sz="2257" b="0" i="0" u="none" strike="noStrike" cap="none"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a:solidFill>
                  <a:srgbClr val="29455B"/>
                </a:solidFill>
                <a:latin typeface="Open Sans"/>
                <a:ea typeface="Open Sans"/>
                <a:cs typeface="Open Sans"/>
                <a:sym typeface="Open Sans"/>
              </a:rPr>
              <a:t>Standby Ketika </a:t>
            </a:r>
            <a:r>
              <a:rPr lang="en-US" sz="2257" dirty="0" err="1">
                <a:solidFill>
                  <a:srgbClr val="29455B"/>
                </a:solidFill>
                <a:latin typeface="Open Sans"/>
                <a:ea typeface="Open Sans"/>
                <a:cs typeface="Open Sans"/>
                <a:sym typeface="Open Sans"/>
              </a:rPr>
              <a:t>diperlukan</a:t>
            </a:r>
            <a:endParaRPr lang="en-US" sz="2257"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gercep</a:t>
            </a:r>
            <a:r>
              <a:rPr lang="en-US" sz="2257" dirty="0">
                <a:solidFill>
                  <a:srgbClr val="29455B"/>
                </a:solidFill>
                <a:latin typeface="Open Sans"/>
                <a:ea typeface="Open Sans"/>
                <a:cs typeface="Open Sans"/>
                <a:sym typeface="Open Sans"/>
              </a:rPr>
              <a:t> Ketika </a:t>
            </a:r>
            <a:r>
              <a:rPr lang="en-US" sz="2257" dirty="0" err="1">
                <a:solidFill>
                  <a:srgbClr val="29455B"/>
                </a:solidFill>
                <a:latin typeface="Open Sans"/>
                <a:ea typeface="Open Sans"/>
                <a:cs typeface="Open Sans"/>
                <a:sym typeface="Open Sans"/>
              </a:rPr>
              <a:t>mengerjakan</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tugas</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PDD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maksimalkan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pemnagian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jobdesk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nya</a:t>
            </a:r>
            <a:r>
              <a:rPr lang="en-US" sz="2257" b="0" i="0" u="none" strike="noStrike" cap="none" dirty="0">
                <a:solidFill>
                  <a:srgbClr val="29455B"/>
                </a:solidFill>
                <a:latin typeface="Open Sans"/>
                <a:ea typeface="Open Sans"/>
                <a:cs typeface="Open Sans"/>
                <a:sym typeface="Open Sans"/>
              </a:rPr>
              <a:t>.</a:t>
            </a: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teliti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dalam</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desain</a:t>
            </a:r>
            <a:endParaRPr lang="en-US" sz="2257"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a:solidFill>
                  <a:srgbClr val="29455B"/>
                </a:solidFill>
                <a:latin typeface="Open Sans"/>
                <a:ea typeface="Open Sans"/>
                <a:cs typeface="Open Sans"/>
                <a:sym typeface="Open Sans"/>
              </a:rPr>
              <a:t>Ide content </a:t>
            </a:r>
            <a:r>
              <a:rPr lang="en-US" sz="2257" dirty="0" err="1">
                <a:solidFill>
                  <a:srgbClr val="29455B"/>
                </a:solidFill>
                <a:latin typeface="Open Sans"/>
                <a:ea typeface="Open Sans"/>
                <a:cs typeface="Open Sans"/>
                <a:sym typeface="Open Sans"/>
              </a:rPr>
              <a:t>harus</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sudah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ada</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setidaknya</a:t>
            </a:r>
            <a:r>
              <a:rPr lang="en-US" sz="2257" dirty="0">
                <a:solidFill>
                  <a:srgbClr val="29455B"/>
                </a:solidFill>
                <a:latin typeface="Open Sans"/>
                <a:ea typeface="Open Sans"/>
                <a:cs typeface="Open Sans"/>
                <a:sym typeface="Open Sans"/>
              </a:rPr>
              <a:t> 1 </a:t>
            </a:r>
            <a:r>
              <a:rPr lang="en-US" sz="2257" dirty="0" err="1">
                <a:solidFill>
                  <a:srgbClr val="29455B"/>
                </a:solidFill>
                <a:latin typeface="Open Sans"/>
                <a:ea typeface="Open Sans"/>
                <a:cs typeface="Open Sans"/>
                <a:sym typeface="Open Sans"/>
              </a:rPr>
              <a:t>hari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sebelum</a:t>
            </a:r>
            <a:r>
              <a:rPr lang="en-US" sz="2257" dirty="0">
                <a:solidFill>
                  <a:srgbClr val="29455B"/>
                </a:solidFill>
                <a:latin typeface="Open Sans"/>
                <a:ea typeface="Open Sans"/>
                <a:cs typeface="Open Sans"/>
                <a:sym typeface="Open Sans"/>
              </a:rPr>
              <a:t> take video</a:t>
            </a:r>
            <a:endParaRPr lang="en-US"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Logistik</a:t>
            </a:r>
            <a:r>
              <a:rPr lang="en-US" sz="2257" b="0" i="0" u="none" strike="noStrike" cap="none" dirty="0">
                <a:solidFill>
                  <a:srgbClr val="29455B"/>
                </a:solidFill>
                <a:latin typeface="Open Sans"/>
                <a:ea typeface="Open Sans"/>
                <a:cs typeface="Open Sans"/>
                <a:sym typeface="Open Sans"/>
              </a:rPr>
              <a:t>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pada before-after </a:t>
            </a:r>
            <a:r>
              <a:rPr lang="en-US" sz="2257" b="0" i="0" u="none" strike="noStrike" cap="none" dirty="0" err="1">
                <a:solidFill>
                  <a:srgbClr val="29455B"/>
                </a:solidFill>
                <a:latin typeface="Open Sans"/>
                <a:ea typeface="Open Sans"/>
                <a:cs typeface="Open Sans"/>
                <a:sym typeface="Open Sans"/>
              </a:rPr>
              <a:t>suatu</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barang</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sering</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komunikasi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koordinasi</a:t>
            </a:r>
            <a:r>
              <a:rPr lang="en-US" sz="2257" b="0" i="0" u="none" strike="noStrike" cap="none" dirty="0">
                <a:solidFill>
                  <a:srgbClr val="29455B"/>
                </a:solidFill>
                <a:latin typeface="Open Sans"/>
                <a:ea typeface="Open Sans"/>
                <a:cs typeface="Open Sans"/>
                <a:sym typeface="Open Sans"/>
              </a:rPr>
              <a:t> dan </a:t>
            </a:r>
            <a:r>
              <a:rPr lang="en-US" sz="2257" b="0" i="0" u="none" strike="noStrike" cap="none" dirty="0" err="1">
                <a:solidFill>
                  <a:srgbClr val="29455B"/>
                </a:solidFill>
                <a:latin typeface="Open Sans"/>
                <a:ea typeface="Open Sans"/>
                <a:cs typeface="Open Sans"/>
                <a:sym typeface="Open Sans"/>
              </a:rPr>
              <a:t>konfirmasi</a:t>
            </a:r>
            <a:endParaRPr dirty="0"/>
          </a:p>
        </p:txBody>
      </p:sp>
      <p:cxnSp>
        <p:nvCxnSpPr>
          <p:cNvPr id="555" name="Google Shape;555;p19"/>
          <p:cNvCxnSpPr/>
          <p:nvPr/>
        </p:nvCxnSpPr>
        <p:spPr>
          <a:xfrm>
            <a:off x="321616" y="2105318"/>
            <a:ext cx="4424255" cy="0"/>
          </a:xfrm>
          <a:prstGeom prst="straightConnector1">
            <a:avLst/>
          </a:prstGeom>
          <a:noFill/>
          <a:ln w="38100" cap="rnd" cmpd="sng">
            <a:solidFill>
              <a:srgbClr val="EF8126"/>
            </a:solidFill>
            <a:prstDash val="solid"/>
            <a:round/>
            <a:headEnd type="none" w="sm" len="sm"/>
            <a:tailEnd type="none" w="sm" len="sm"/>
          </a:ln>
        </p:spPr>
      </p:cxnSp>
      <p:sp>
        <p:nvSpPr>
          <p:cNvPr id="556" name="Google Shape;556;p1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57" name="Google Shape;557;p19"/>
          <p:cNvCxnSpPr/>
          <p:nvPr/>
        </p:nvCxnSpPr>
        <p:spPr>
          <a:xfrm>
            <a:off x="321617" y="1971619"/>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2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63" name="Google Shape;563;p20"/>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64" name="Google Shape;564;p20"/>
          <p:cNvGrpSpPr/>
          <p:nvPr/>
        </p:nvGrpSpPr>
        <p:grpSpPr>
          <a:xfrm>
            <a:off x="0" y="-73983"/>
            <a:ext cx="9144000" cy="648250"/>
            <a:chOff x="0" y="-38100"/>
            <a:chExt cx="3513414" cy="249078"/>
          </a:xfrm>
        </p:grpSpPr>
        <p:sp>
          <p:nvSpPr>
            <p:cNvPr id="565" name="Google Shape;565;p2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66" name="Google Shape;566;p2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7" name="Google Shape;567;p20"/>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68" name="Google Shape;568;p20"/>
          <p:cNvGrpSpPr/>
          <p:nvPr/>
        </p:nvGrpSpPr>
        <p:grpSpPr>
          <a:xfrm>
            <a:off x="16012468" y="9638750"/>
            <a:ext cx="2275532" cy="648250"/>
            <a:chOff x="0" y="-38100"/>
            <a:chExt cx="874331" cy="249078"/>
          </a:xfrm>
        </p:grpSpPr>
        <p:sp>
          <p:nvSpPr>
            <p:cNvPr id="569" name="Google Shape;569;p20"/>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70" name="Google Shape;570;p20"/>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1" name="Google Shape;571;p2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72" name="Google Shape;572;p20"/>
          <p:cNvSpPr txBox="1"/>
          <p:nvPr/>
        </p:nvSpPr>
        <p:spPr>
          <a:xfrm>
            <a:off x="321618" y="3037813"/>
            <a:ext cx="16937682" cy="5426742"/>
          </a:xfrm>
          <a:prstGeom prst="rect">
            <a:avLst/>
          </a:prstGeom>
          <a:noFill/>
          <a:ln>
            <a:noFill/>
          </a:ln>
        </p:spPr>
        <p:txBody>
          <a:bodyPr spcFirstLastPara="1" wrap="square" lIns="0" tIns="0" rIns="0" bIns="0" anchor="t" anchorCtr="0">
            <a:spAutoFit/>
          </a:bodyPr>
          <a:lstStyle/>
          <a:p>
            <a:pPr marL="0" marR="0" lvl="0" indent="0" algn="l" rtl="0">
              <a:lnSpc>
                <a:spcPct val="140043"/>
              </a:lnSpc>
              <a:spcBef>
                <a:spcPts val="0"/>
              </a:spcBef>
              <a:spcAft>
                <a:spcPts val="0"/>
              </a:spcAft>
              <a:buNone/>
            </a:pPr>
            <a:r>
              <a:rPr lang="en-US" sz="2290" b="0" i="0" u="none" strike="noStrike" cap="none" dirty="0" err="1">
                <a:solidFill>
                  <a:srgbClr val="29455B"/>
                </a:solidFill>
                <a:latin typeface="Open Sans"/>
                <a:ea typeface="Open Sans"/>
                <a:cs typeface="Open Sans"/>
                <a:sym typeface="Open Sans"/>
              </a:rPr>
              <a:t>Sie</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Konsumsi</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harus</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memperhatikan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jumlah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konsumsi</a:t>
            </a:r>
            <a:r>
              <a:rPr lang="en-US" sz="2290" b="0" i="0" u="none" strike="noStrike" cap="none" dirty="0">
                <a:solidFill>
                  <a:srgbClr val="29455B"/>
                </a:solidFill>
                <a:latin typeface="Open Sans"/>
                <a:ea typeface="Open Sans"/>
                <a:cs typeface="Open Sans"/>
                <a:sym typeface="Open Sans"/>
              </a:rPr>
              <a:t> yang </a:t>
            </a:r>
            <a:r>
              <a:rPr lang="en-US" sz="2290" b="0" i="0" u="none" strike="noStrike" cap="none" dirty="0" err="1">
                <a:solidFill>
                  <a:srgbClr val="29455B"/>
                </a:solidFill>
                <a:latin typeface="Open Sans"/>
                <a:ea typeface="Open Sans"/>
                <a:cs typeface="Open Sans"/>
                <a:sym typeface="Open Sans"/>
              </a:rPr>
              <a:t>dibeli</a:t>
            </a:r>
            <a:endParaRPr lang="en-US" sz="2290" dirty="0">
              <a:solidFill>
                <a:srgbClr val="29455B"/>
              </a:solidFill>
              <a:latin typeface="Open Sans"/>
              <a:ea typeface="Open Sans"/>
              <a:cs typeface="Open Sans"/>
              <a:sym typeface="Open Sans"/>
            </a:endParaRPr>
          </a:p>
          <a:p>
            <a:pPr lvl="0">
              <a:lnSpc>
                <a:spcPct val="140043"/>
              </a:lnSpc>
            </a:pPr>
            <a:r>
              <a:rPr lang="en-US" sz="2290" dirty="0" err="1">
                <a:solidFill>
                  <a:srgbClr val="29455B"/>
                </a:solidFill>
                <a:latin typeface="Open Sans"/>
                <a:ea typeface="Open Sans"/>
                <a:cs typeface="Open Sans"/>
                <a:sym typeface="Open Sans"/>
              </a:rPr>
              <a:t>Sie</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Humas</a:t>
            </a:r>
            <a:endParaRPr lang="en-US" dirty="0"/>
          </a:p>
          <a:p>
            <a:pPr marL="494572" lvl="1" indent="-247286">
              <a:lnSpc>
                <a:spcPct val="140043"/>
              </a:lnSpc>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sering</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berkoordinasi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dengan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setiap</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sie</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untuk</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memperlancar</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pertukaran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informasi</a:t>
            </a:r>
            <a:endParaRPr dirty="0"/>
          </a:p>
          <a:p>
            <a:pPr marL="0" marR="0" lvl="0" indent="0" algn="l" rtl="0">
              <a:lnSpc>
                <a:spcPct val="140043"/>
              </a:lnSpc>
              <a:spcBef>
                <a:spcPts val="0"/>
              </a:spcBef>
              <a:spcAft>
                <a:spcPts val="0"/>
              </a:spcAft>
              <a:buNone/>
            </a:pPr>
            <a:r>
              <a:rPr lang="en-US" sz="2290" b="0" i="0" u="none" strike="noStrike" cap="none" dirty="0" err="1">
                <a:solidFill>
                  <a:srgbClr val="29455B"/>
                </a:solidFill>
                <a:latin typeface="Open Sans"/>
                <a:ea typeface="Open Sans"/>
                <a:cs typeface="Open Sans"/>
                <a:sym typeface="Open Sans"/>
              </a:rPr>
              <a:t>Dewan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Pembimbing</a:t>
            </a:r>
            <a:r>
              <a:rPr lang="en-US" sz="2290" b="0" i="0" u="none" strike="noStrike" cap="none" dirty="0">
                <a:solidFill>
                  <a:srgbClr val="29455B"/>
                </a:solidFill>
                <a:latin typeface="Open Sans"/>
                <a:ea typeface="Open Sans"/>
                <a:cs typeface="Open Sans"/>
                <a:sym typeface="Open Sans"/>
              </a:rPr>
              <a:t> (DP) </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Harus</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diperhatikan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lagi</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anggota-anggota</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kelompoknya</a:t>
            </a:r>
            <a:r>
              <a:rPr lang="en-US" sz="2290" b="0" i="0" u="none" strike="noStrike" cap="none" dirty="0">
                <a:solidFill>
                  <a:srgbClr val="29455B"/>
                </a:solidFill>
                <a:latin typeface="Open Sans"/>
                <a:ea typeface="Open Sans"/>
                <a:cs typeface="Open Sans"/>
                <a:sym typeface="Open Sans"/>
              </a:rPr>
              <a:t>. </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sering</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menampakkan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diri</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digrup</a:t>
            </a:r>
            <a:endParaRPr lang="en-US" sz="2290" b="0" i="0" u="none" strike="noStrike" cap="none" dirty="0">
              <a:solidFill>
                <a:srgbClr val="29455B"/>
              </a:solidFill>
              <a:latin typeface="Open Sans"/>
              <a:ea typeface="Open Sans"/>
              <a:cs typeface="Open Sans"/>
              <a:sym typeface="Open Sans"/>
            </a:endParaRPr>
          </a:p>
          <a:p>
            <a:pPr marL="494572" marR="0" lvl="1" indent="-247286" algn="l" rtl="0">
              <a:lnSpc>
                <a:spcPct val="140043"/>
              </a:lnSpc>
              <a:spcBef>
                <a:spcPts val="0"/>
              </a:spcBef>
              <a:spcAft>
                <a:spcPts val="0"/>
              </a:spcAft>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dapat</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mengakrabkan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diri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dengan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anggota</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kelompoknya</a:t>
            </a:r>
            <a:endParaRPr lang="en-US" sz="2290" dirty="0">
              <a:solidFill>
                <a:srgbClr val="29455B"/>
              </a:solidFill>
              <a:latin typeface="Open Sans"/>
              <a:ea typeface="Open Sans"/>
              <a:cs typeface="Open Sans"/>
              <a:sym typeface="Open Sans"/>
            </a:endParaRPr>
          </a:p>
          <a:p>
            <a:pPr marL="0" marR="0" lvl="0" indent="0" algn="l" rtl="0">
              <a:lnSpc>
                <a:spcPct val="140043"/>
              </a:lnSpc>
              <a:spcBef>
                <a:spcPts val="0"/>
              </a:spcBef>
              <a:spcAft>
                <a:spcPts val="0"/>
              </a:spcAft>
              <a:buNone/>
            </a:pPr>
            <a:r>
              <a:rPr lang="en-US" sz="2290" b="0" i="0" u="none" strike="noStrike" cap="none" dirty="0">
                <a:solidFill>
                  <a:srgbClr val="29455B"/>
                </a:solidFill>
                <a:latin typeface="Open Sans"/>
                <a:ea typeface="Open Sans"/>
                <a:cs typeface="Open Sans"/>
                <a:sym typeface="Open Sans"/>
              </a:rPr>
              <a:t>Sie Dana Usaha </a:t>
            </a:r>
            <a:endParaRPr lang="en-US"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a:solidFill>
                  <a:srgbClr val="29455B"/>
                </a:solidFill>
                <a:latin typeface="Open Sans"/>
                <a:ea typeface="Open Sans"/>
                <a:cs typeface="Open Sans"/>
                <a:sym typeface="Open Sans"/>
              </a:rPr>
              <a:t>Harus </a:t>
            </a: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teliti</a:t>
            </a:r>
            <a:r>
              <a:rPr lang="en-US" sz="2290" b="0" i="0" u="none" strike="noStrike" cap="none" dirty="0">
                <a:solidFill>
                  <a:srgbClr val="29455B"/>
                </a:solidFill>
                <a:latin typeface="Open Sans"/>
                <a:ea typeface="Open Sans"/>
                <a:cs typeface="Open Sans"/>
                <a:sym typeface="Open Sans"/>
              </a:rPr>
              <a:t> pada model yang </a:t>
            </a:r>
            <a:r>
              <a:rPr lang="en-US" sz="2290" b="0" i="0" u="none" strike="noStrike" cap="none" dirty="0" err="1">
                <a:solidFill>
                  <a:srgbClr val="29455B"/>
                </a:solidFill>
                <a:latin typeface="Open Sans"/>
                <a:ea typeface="Open Sans"/>
                <a:cs typeface="Open Sans"/>
                <a:sym typeface="Open Sans"/>
              </a:rPr>
              <a:t>dikirim</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ke</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konveksi</a:t>
            </a:r>
            <a:endParaRPr lang="en-US" sz="2290" b="0" i="0" u="none" strike="noStrike" cap="none" dirty="0">
              <a:solidFill>
                <a:srgbClr val="29455B"/>
              </a:solidFill>
              <a:latin typeface="Open Sans"/>
              <a:ea typeface="Open Sans"/>
              <a:cs typeface="Open Sans"/>
              <a:sym typeface="Open Sans"/>
            </a:endParaRPr>
          </a:p>
          <a:p>
            <a:pPr marL="494572" marR="0" lvl="1" indent="-247286" algn="l" rtl="0">
              <a:lnSpc>
                <a:spcPct val="140043"/>
              </a:lnSpc>
              <a:spcBef>
                <a:spcPts val="0"/>
              </a:spcBef>
              <a:spcAft>
                <a:spcPts val="0"/>
              </a:spcAft>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sering</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konfirmasi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komunikasi</a:t>
            </a:r>
            <a:r>
              <a:rPr lang="en-US" sz="2290" dirty="0">
                <a:solidFill>
                  <a:srgbClr val="29455B"/>
                </a:solidFill>
                <a:latin typeface="Open Sans"/>
                <a:ea typeface="Open Sans"/>
                <a:cs typeface="Open Sans"/>
                <a:sym typeface="Open Sans"/>
              </a:rPr>
              <a:t> dan </a:t>
            </a:r>
            <a:r>
              <a:rPr lang="en-US" sz="2290" dirty="0" err="1">
                <a:solidFill>
                  <a:srgbClr val="29455B"/>
                </a:solidFill>
                <a:latin typeface="Open Sans"/>
                <a:ea typeface="Open Sans"/>
                <a:cs typeface="Open Sans"/>
                <a:sym typeface="Open Sans"/>
              </a:rPr>
              <a:t>laporan</a:t>
            </a:r>
            <a:endParaRPr dirty="0"/>
          </a:p>
        </p:txBody>
      </p:sp>
      <p:cxnSp>
        <p:nvCxnSpPr>
          <p:cNvPr id="573" name="Google Shape;573;p20"/>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74" name="Google Shape;574;p2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75" name="Google Shape;575;p20"/>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81" name="Google Shape;581;p21"/>
          <p:cNvGrpSpPr/>
          <p:nvPr/>
        </p:nvGrpSpPr>
        <p:grpSpPr>
          <a:xfrm>
            <a:off x="0" y="-73983"/>
            <a:ext cx="9144000" cy="648250"/>
            <a:chOff x="0" y="-38100"/>
            <a:chExt cx="3513414" cy="249078"/>
          </a:xfrm>
        </p:grpSpPr>
        <p:sp>
          <p:nvSpPr>
            <p:cNvPr id="582" name="Google Shape;582;p21"/>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83" name="Google Shape;583;p21"/>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4" name="Google Shape;584;p21"/>
          <p:cNvGrpSpPr/>
          <p:nvPr/>
        </p:nvGrpSpPr>
        <p:grpSpPr>
          <a:xfrm>
            <a:off x="16012468" y="9638750"/>
            <a:ext cx="2275532" cy="648250"/>
            <a:chOff x="0" y="-38100"/>
            <a:chExt cx="874331" cy="249078"/>
          </a:xfrm>
        </p:grpSpPr>
        <p:sp>
          <p:nvSpPr>
            <p:cNvPr id="585" name="Google Shape;585;p21"/>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86" name="Google Shape;586;p21"/>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87" name="Google Shape;587;p21"/>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588" name="Google Shape;588;p21"/>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89" name="Google Shape;589;p21"/>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90" name="Google Shape;590;p21"/>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592" name="Google Shape;592;p21"/>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593" name="Google Shape;593;p21"/>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5" name="Picture 4">
            <a:extLst>
              <a:ext uri="{FF2B5EF4-FFF2-40B4-BE49-F238E27FC236}">
                <a16:creationId xmlns:a16="http://schemas.microsoft.com/office/drawing/2014/main" id="{B1740DBD-7307-4640-B440-B92F066CE2E7}"/>
              </a:ext>
            </a:extLst>
          </p:cNvPr>
          <p:cNvPicPr>
            <a:picLocks noChangeAspect="1"/>
          </p:cNvPicPr>
          <p:nvPr/>
        </p:nvPicPr>
        <p:blipFill>
          <a:blip r:embed="rId6"/>
          <a:stretch>
            <a:fillRect/>
          </a:stretch>
        </p:blipFill>
        <p:spPr>
          <a:xfrm>
            <a:off x="5730572" y="1310348"/>
            <a:ext cx="10218007" cy="863938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99" name="Google Shape;599;p22"/>
          <p:cNvGrpSpPr/>
          <p:nvPr/>
        </p:nvGrpSpPr>
        <p:grpSpPr>
          <a:xfrm>
            <a:off x="0" y="-73983"/>
            <a:ext cx="9144000" cy="648250"/>
            <a:chOff x="0" y="-38100"/>
            <a:chExt cx="3513414" cy="249078"/>
          </a:xfrm>
        </p:grpSpPr>
        <p:sp>
          <p:nvSpPr>
            <p:cNvPr id="600" name="Google Shape;600;p2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601" name="Google Shape;601;p2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02" name="Google Shape;602;p22"/>
          <p:cNvGrpSpPr/>
          <p:nvPr/>
        </p:nvGrpSpPr>
        <p:grpSpPr>
          <a:xfrm>
            <a:off x="16012468" y="9638750"/>
            <a:ext cx="2275532" cy="648250"/>
            <a:chOff x="0" y="-38100"/>
            <a:chExt cx="874331" cy="249078"/>
          </a:xfrm>
        </p:grpSpPr>
        <p:sp>
          <p:nvSpPr>
            <p:cNvPr id="603" name="Google Shape;603;p22"/>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604" name="Google Shape;604;p22"/>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5" name="Google Shape;605;p2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606" name="Google Shape;606;p22"/>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607" name="Google Shape;607;p2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608" name="Google Shape;608;p22"/>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611" name="Google Shape;611;p22"/>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612" name="Google Shape;612;p22"/>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7" name="Picture 6">
            <a:extLst>
              <a:ext uri="{FF2B5EF4-FFF2-40B4-BE49-F238E27FC236}">
                <a16:creationId xmlns:a16="http://schemas.microsoft.com/office/drawing/2014/main" id="{DF2FBBCB-650D-45F0-8738-F356FA2CD290}"/>
              </a:ext>
            </a:extLst>
          </p:cNvPr>
          <p:cNvPicPr>
            <a:picLocks noChangeAspect="1"/>
          </p:cNvPicPr>
          <p:nvPr/>
        </p:nvPicPr>
        <p:blipFill>
          <a:blip r:embed="rId6"/>
          <a:stretch>
            <a:fillRect/>
          </a:stretch>
        </p:blipFill>
        <p:spPr>
          <a:xfrm>
            <a:off x="321618" y="3070009"/>
            <a:ext cx="8737901" cy="5042860"/>
          </a:xfrm>
          <a:prstGeom prst="rect">
            <a:avLst/>
          </a:prstGeom>
        </p:spPr>
      </p:pic>
      <p:pic>
        <p:nvPicPr>
          <p:cNvPr id="9" name="Picture 8">
            <a:extLst>
              <a:ext uri="{FF2B5EF4-FFF2-40B4-BE49-F238E27FC236}">
                <a16:creationId xmlns:a16="http://schemas.microsoft.com/office/drawing/2014/main" id="{C909E78E-47E3-41C5-B352-D29E2694CAAB}"/>
              </a:ext>
            </a:extLst>
          </p:cNvPr>
          <p:cNvPicPr>
            <a:picLocks noChangeAspect="1"/>
          </p:cNvPicPr>
          <p:nvPr/>
        </p:nvPicPr>
        <p:blipFill>
          <a:blip r:embed="rId7"/>
          <a:stretch>
            <a:fillRect/>
          </a:stretch>
        </p:blipFill>
        <p:spPr>
          <a:xfrm>
            <a:off x="9381137" y="4867789"/>
            <a:ext cx="8697897" cy="477096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618" name="Google Shape;618;p23"/>
          <p:cNvSpPr txBox="1"/>
          <p:nvPr/>
        </p:nvSpPr>
        <p:spPr>
          <a:xfrm>
            <a:off x="990600" y="3530413"/>
            <a:ext cx="16306800" cy="197992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14499" b="1" i="0" u="none" strike="noStrike" cap="none">
                <a:solidFill>
                  <a:srgbClr val="29455B"/>
                </a:solidFill>
                <a:latin typeface="Arial"/>
                <a:ea typeface="Arial"/>
                <a:cs typeface="Arial"/>
                <a:sym typeface="Arial"/>
              </a:rPr>
              <a:t>TERIMAKASIH</a:t>
            </a:r>
            <a:endParaRPr/>
          </a:p>
        </p:txBody>
      </p:sp>
      <p:sp>
        <p:nvSpPr>
          <p:cNvPr id="619" name="Google Shape;619;p23"/>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620" name="Google Shape;620;p23"/>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sp>
        <p:nvSpPr>
          <p:cNvPr id="621" name="Google Shape;621;p23"/>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622" name="Google Shape;622;p2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
        <p:nvSpPr>
          <p:cNvPr id="623" name="Google Shape;623;p23"/>
          <p:cNvSpPr txBox="1"/>
          <p:nvPr/>
        </p:nvSpPr>
        <p:spPr>
          <a:xfrm>
            <a:off x="3834246" y="5681521"/>
            <a:ext cx="10543308" cy="75907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5600" b="1" i="0" u="none" strike="noStrike" cap="none">
                <a:solidFill>
                  <a:srgbClr val="29455B"/>
                </a:solidFill>
                <a:latin typeface="Arial"/>
                <a:ea typeface="Arial"/>
                <a:cs typeface="Arial"/>
                <a:sym typeface="Arial"/>
              </a:rPr>
              <a:t>ATAS PERHATIANNYA</a:t>
            </a:r>
            <a:endParaRPr/>
          </a:p>
        </p:txBody>
      </p:sp>
      <p:cxnSp>
        <p:nvCxnSpPr>
          <p:cNvPr id="624" name="Google Shape;624;p23"/>
          <p:cNvCxnSpPr/>
          <p:nvPr/>
        </p:nvCxnSpPr>
        <p:spPr>
          <a:xfrm rot="10800000" flipH="1">
            <a:off x="5143975" y="6631100"/>
            <a:ext cx="8000049" cy="38100"/>
          </a:xfrm>
          <a:prstGeom prst="straightConnector1">
            <a:avLst/>
          </a:prstGeom>
          <a:noFill/>
          <a:ln w="38100" cap="rnd" cmpd="sng">
            <a:solidFill>
              <a:srgbClr val="EF8126"/>
            </a:solidFill>
            <a:prstDash val="solid"/>
            <a:round/>
            <a:headEnd type="none" w="sm" len="sm"/>
            <a:tailEnd type="none" w="sm" len="sm"/>
          </a:ln>
        </p:spPr>
      </p:cxnSp>
      <p:cxnSp>
        <p:nvCxnSpPr>
          <p:cNvPr id="625" name="Google Shape;625;p23"/>
          <p:cNvCxnSpPr/>
          <p:nvPr/>
        </p:nvCxnSpPr>
        <p:spPr>
          <a:xfrm rot="10800000" flipH="1">
            <a:off x="5143975" y="6745400"/>
            <a:ext cx="8000049" cy="3810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1147</Words>
  <Application>Microsoft Office PowerPoint</Application>
  <PresentationFormat>Custom</PresentationFormat>
  <Paragraphs>205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Calibri</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Shinichi Kudo</dc:creator>
  <cp:lastModifiedBy>Azlin Niken</cp:lastModifiedBy>
  <cp:revision>11</cp:revision>
  <dcterms:created xsi:type="dcterms:W3CDTF">2006-08-16T00:00:00Z</dcterms:created>
  <dcterms:modified xsi:type="dcterms:W3CDTF">2025-11-07T05:49:47Z</dcterms:modified>
</cp:coreProperties>
</file>